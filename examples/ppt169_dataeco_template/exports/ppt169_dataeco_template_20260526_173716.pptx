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jpg" ContentType="image/jpeg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6b31e293eb600ca.png"/>
  <Relationship Id="rId3" Type="http://schemas.openxmlformats.org/officeDocument/2006/relationships/image" Target="../media/image_9beece79111236e1.emf"/>
  <Relationship Id="rId4" Type="http://schemas.openxmlformats.org/officeDocument/2006/relationships/image" Target="../media/image_ad5a868f5f8e623f.pn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1ccddabe0339ced.png"/>
  <Relationship Id="rId3" Type="http://schemas.openxmlformats.org/officeDocument/2006/relationships/image" Target="../media/image_9beece79111236e1.emf"/>
  <Relationship Id="rId4" Type="http://schemas.openxmlformats.org/officeDocument/2006/relationships/image" Target="../media/image_ad5a868f5f8e623f.pn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ec03d041bf27b45.pn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ec03d041bf27b45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ec03d041bf27b45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ec03d041bf27b45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a0c9c1dd5be909.png"/>
  <Relationship Id="rId3" Type="http://schemas.openxmlformats.org/officeDocument/2006/relationships/image" Target="../media/image_9beece79111236e1.emf"/>
  <Relationship Id="rId4" Type="http://schemas.openxmlformats.org/officeDocument/2006/relationships/image" Target="../media/image_c0d9d94614825588.pn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8519dd5787fb5cd.png"/>
  <Relationship Id="rId3" Type="http://schemas.openxmlformats.org/officeDocument/2006/relationships/image" Target="../media/image_9beece79111236e1.emf"/>
  <Relationship Id="rId4" Type="http://schemas.openxmlformats.org/officeDocument/2006/relationships/image" Target="../media/image_c0d9d94614825588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ec03d041bf27b45.png"/>
  <Relationship Id="rId3" Type="http://schemas.openxmlformats.org/officeDocument/2006/relationships/image" Target="../media/image_9beece79111236e1.emf"/>
  <Relationship Id="rId4" Type="http://schemas.openxmlformats.org/officeDocument/2006/relationships/image" Target="../media/image_c0d9d94614825588.png"/>
  <Relationship Id="rId5" Type="http://schemas.openxmlformats.org/officeDocument/2006/relationships/image" Target="../media/image_2839b5e66d5c6a3c.jp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1ccddabe0339ced.png"/>
  <Relationship Id="rId3" Type="http://schemas.openxmlformats.org/officeDocument/2006/relationships/image" Target="../media/image_9beece79111236e1.emf"/>
  <Relationship Id="rId4" Type="http://schemas.openxmlformats.org/officeDocument/2006/relationships/image" Target="../media/image_c0d9d94614825588.png"/>
  <Relationship Id="rId5" Type="http://schemas.openxmlformats.org/officeDocument/2006/relationships/image" Target="../media/image_07ba42355e7532ba.jp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ec03d041bf27b45.png"/>
  <Relationship Id="rId3" Type="http://schemas.openxmlformats.org/officeDocument/2006/relationships/image" Target="../media/image_9beece79111236e1.emf"/>
  <Relationship Id="rId4" Type="http://schemas.openxmlformats.org/officeDocument/2006/relationships/image" Target="../media/image_c0d9d94614825588.png"/>
  <Relationship Id="rId5" Type="http://schemas.openxmlformats.org/officeDocument/2006/relationships/image" Target="../media/image_820faf07c87f4bf8.jpg"/>
  <Relationship Id="rId6" Type="http://schemas.openxmlformats.org/officeDocument/2006/relationships/image" Target="../media/image_eaf98c0f3754c756.jp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ec03d041bf27b45.png"/>
  <Relationship Id="rId3" Type="http://schemas.openxmlformats.org/officeDocument/2006/relationships/image" Target="../media/image_42137a44ff6016c2.jpg"/>
  <Relationship Id="rId4" Type="http://schemas.openxmlformats.org/officeDocument/2006/relationships/image" Target="../media/image_c0ba13f749281091.jpg"/>
  <Relationship Id="rId5" Type="http://schemas.openxmlformats.org/officeDocument/2006/relationships/image" Target="../media/image_c509bdd50d0f40b4.jpg"/>
  <Relationship Id="rId6" Type="http://schemas.openxmlformats.org/officeDocument/2006/relationships/image" Target="../media/image_9beece79111236e1.emf"/>
  <Relationship Id="rId7" Type="http://schemas.openxmlformats.org/officeDocument/2006/relationships/image" Target="../media/image_c0d9d94614825588.pn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9abc43ec39453ee.jpg"/>
  <Relationship Id="rId3" Type="http://schemas.openxmlformats.org/officeDocument/2006/relationships/image" Target="../media/image_70c7510a489df9bf.jpg"/>
  <Relationship Id="rId4" Type="http://schemas.openxmlformats.org/officeDocument/2006/relationships/image" Target="../media/image_2868277cad4d9e81.jpg"/>
  <Relationship Id="rId5" Type="http://schemas.openxmlformats.org/officeDocument/2006/relationships/image" Target="../media/image_82fa4e98cbdf8acb.jpg"/>
  <Relationship Id="rId6" Type="http://schemas.openxmlformats.org/officeDocument/2006/relationships/image" Target="../media/image_9beece79111236e1.emf"/>
  <Relationship Id="rId7" Type="http://schemas.openxmlformats.org/officeDocument/2006/relationships/image" Target="../media/image_c0d9d94614825588.pn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  <Relationship Id="rId3" Type="http://schemas.openxmlformats.org/officeDocument/2006/relationships/image" Target="../media/image_b96777dd80e46db1.png"/>
  <Relationship Id="rId4" Type="http://schemas.openxmlformats.org/officeDocument/2006/relationships/image" Target="../media/image_b96777dd80e46db1.png"/>
  <Relationship Id="rId5" Type="http://schemas.openxmlformats.org/officeDocument/2006/relationships/image" Target="../media/image_b96777dd80e46db1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  <Relationship Id="rId3" Type="http://schemas.openxmlformats.org/officeDocument/2006/relationships/image" Target="../media/image_5200e1b3d93f1cd6.png"/>
  <Relationship Id="rId4" Type="http://schemas.openxmlformats.org/officeDocument/2006/relationships/image" Target="../media/image_6b7dae3f747032a7.png"/>
  <Relationship Id="rId5" Type="http://schemas.openxmlformats.org/officeDocument/2006/relationships/image" Target="../media/image_6b7dae3f747032a7.png"/>
  <Relationship Id="rId6" Type="http://schemas.openxmlformats.org/officeDocument/2006/relationships/image" Target="../media/image_6b7dae3f747032a7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  <Relationship Id="rId3" Type="http://schemas.openxmlformats.org/officeDocument/2006/relationships/image" Target="../media/image_6fefdad1edf813e1.png"/>
  <Relationship Id="rId4" Type="http://schemas.openxmlformats.org/officeDocument/2006/relationships/image" Target="../media/image_2bb499076df1b3a8.png"/>
  <Relationship Id="rId5" Type="http://schemas.openxmlformats.org/officeDocument/2006/relationships/image" Target="../media/image_7447e1c15ad9c169.png"/>
  <Relationship Id="rId6" Type="http://schemas.openxmlformats.org/officeDocument/2006/relationships/image" Target="../media/image_b0dcf837b12dc52e.png"/>
  <Relationship Id="rId7" Type="http://schemas.openxmlformats.org/officeDocument/2006/relationships/image" Target="../media/image_c579eca83bbcd57d.png"/>
  <Relationship Id="rId8" Type="http://schemas.openxmlformats.org/officeDocument/2006/relationships/image" Target="../media/image_d8d3d35ea93b7979.png"/>
  <Relationship Id="rId9" Type="http://schemas.openxmlformats.org/officeDocument/2006/relationships/image" Target="../media/image_35aadca533fbd76a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  <Relationship Id="rId3" Type="http://schemas.openxmlformats.org/officeDocument/2006/relationships/image" Target="../media/image_9dabe8d9cb33d1c5.png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  <Relationship Id="rId3" Type="http://schemas.openxmlformats.org/officeDocument/2006/relationships/image" Target="../media/image_0b5ad69b509fc064.png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  <Relationship Id="rId3" Type="http://schemas.openxmlformats.org/officeDocument/2006/relationships/image" Target="../media/image_da9b92e283535ced.png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  <Relationship Id="rId3" Type="http://schemas.openxmlformats.org/officeDocument/2006/relationships/image" Target="../media/image_a1c5ea3bbdb0007b.png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  <Relationship Id="rId3" Type="http://schemas.openxmlformats.org/officeDocument/2006/relationships/image" Target="../media/image_b6e59daed16cee30.png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  <Relationship Id="rId3" Type="http://schemas.openxmlformats.org/officeDocument/2006/relationships/image" Target="../media/image_b062d9b7428f1875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  <Relationship Id="rId3" Type="http://schemas.openxmlformats.org/officeDocument/2006/relationships/image" Target="../media/image_4e3a3fe9e40f4c53.jpg"/>
  <Relationship Id="rId4" Type="http://schemas.openxmlformats.org/officeDocument/2006/relationships/image" Target="../media/image_00bc92dc00458f56.jpg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  <Relationship Id="rId3" Type="http://schemas.openxmlformats.org/officeDocument/2006/relationships/image" Target="../media/image_203db05faac5aa80.jp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  <Relationship Id="rId3" Type="http://schemas.openxmlformats.org/officeDocument/2006/relationships/image" Target="../media/image_0983cedf9bf4b7b5.jpg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  <Relationship Id="rId3" Type="http://schemas.openxmlformats.org/officeDocument/2006/relationships/image" Target="../media/image_659831c5fcf5edc2.jpg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  <Relationship Id="rId3" Type="http://schemas.openxmlformats.org/officeDocument/2006/relationships/image" Target="../media/image_18df3eea8dc9be5b.jpg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  <Relationship Id="rId3" Type="http://schemas.openxmlformats.org/officeDocument/2006/relationships/image" Target="../media/image_98750fc0f30b72a8.png"/>
  <Relationship Id="rId4" Type="http://schemas.openxmlformats.org/officeDocument/2006/relationships/image" Target="../media/image_a74088073162a64d.png"/>
  <Relationship Id="rId5" Type="http://schemas.openxmlformats.org/officeDocument/2006/relationships/image" Target="../media/image_a4e28569c83a5c73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  <Relationship Id="rId3" Type="http://schemas.openxmlformats.org/officeDocument/2006/relationships/image" Target="../media/image_3aa138452f481e4c.png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  <Relationship Id="rId3" Type="http://schemas.openxmlformats.org/officeDocument/2006/relationships/image" Target="../media/image_e4c0975460a74799.jpg"/>
  <Relationship Id="rId4" Type="http://schemas.openxmlformats.org/officeDocument/2006/relationships/image" Target="../media/image_f37b3c1ff8e7f4f9.jpg"/>
  <Relationship Id="rId5" Type="http://schemas.openxmlformats.org/officeDocument/2006/relationships/image" Target="../media/image_f6d980d6aebfa069.emf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  <Relationship Id="rId3" Type="http://schemas.openxmlformats.org/officeDocument/2006/relationships/image" Target="../media/image_072a4f3dce6ccbbf.png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  <Relationship Id="rId3" Type="http://schemas.openxmlformats.org/officeDocument/2006/relationships/image" Target="../media/image_16f49e2873fe328f.png"/>
  <Relationship Id="rId4" Type="http://schemas.openxmlformats.org/officeDocument/2006/relationships/image" Target="../media/image_5322fdcebd8f8432.png"/>
  <Relationship Id="rId5" Type="http://schemas.openxmlformats.org/officeDocument/2006/relationships/image" Target="../media/image_aa3cbfdfe04282fd.png"/>
  <Relationship Id="rId6" Type="http://schemas.openxmlformats.org/officeDocument/2006/relationships/image" Target="../media/image_199fbefcfbc3af77.png"/>
  <Relationship Id="rId7" Type="http://schemas.openxmlformats.org/officeDocument/2006/relationships/image" Target="../media/image_ef45aeeb2c34e531.png"/>
  <Relationship Id="rId8" Type="http://schemas.openxmlformats.org/officeDocument/2006/relationships/image" Target="../media/image_400a7f8e83e6c260.png"/>
  <Relationship Id="rId9" Type="http://schemas.openxmlformats.org/officeDocument/2006/relationships/image" Target="../media/image_4be2bc4741e9dc66.png"/>
  <Relationship Id="rId10" Type="http://schemas.openxmlformats.org/officeDocument/2006/relationships/image" Target="../media/image_66db8d8ac07d4db3.png"/>
  <Relationship Id="rId11" Type="http://schemas.openxmlformats.org/officeDocument/2006/relationships/image" Target="../media/image_41dfcba619a9b58d.png"/>
  <Relationship Id="rId12" Type="http://schemas.openxmlformats.org/officeDocument/2006/relationships/image" Target="../media/image_eebe601b14e4c9c0.png"/>
  <Relationship Id="rId13" Type="http://schemas.openxmlformats.org/officeDocument/2006/relationships/image" Target="../media/image_2cabe77e5b41e85d.png"/>
  <Relationship Id="rId14" Type="http://schemas.openxmlformats.org/officeDocument/2006/relationships/image" Target="../media/image_3fa797190f84be8c.png"/>
  <Relationship Id="rId15" Type="http://schemas.openxmlformats.org/officeDocument/2006/relationships/image" Target="../media/image_8bd28c7e5e339035.png"/>
  <Relationship Id="rId16" Type="http://schemas.openxmlformats.org/officeDocument/2006/relationships/image" Target="../media/image_37feee706b810831.png"/>
  <Relationship Id="rId17" Type="http://schemas.openxmlformats.org/officeDocument/2006/relationships/image" Target="../media/image_85b9c57bbb779932.png"/>
  <Relationship Id="rId18" Type="http://schemas.openxmlformats.org/officeDocument/2006/relationships/image" Target="../media/image_505b169d46ca68dc.png"/>
  <Relationship Id="rId19" Type="http://schemas.openxmlformats.org/officeDocument/2006/relationships/image" Target="../media/image_d90f1572183f0313.png"/>
  <Relationship Id="rId20" Type="http://schemas.openxmlformats.org/officeDocument/2006/relationships/image" Target="../media/image_a29b64c508156513.png"/>
  <Relationship Id="rId21" Type="http://schemas.openxmlformats.org/officeDocument/2006/relationships/image" Target="../media/image_12f85c0d03d9177d.png"/>
  <Relationship Id="rId22" Type="http://schemas.openxmlformats.org/officeDocument/2006/relationships/image" Target="../media/image_5777c55e1f3835d3.png"/>
  <Relationship Id="rId23" Type="http://schemas.openxmlformats.org/officeDocument/2006/relationships/image" Target="../media/image_41f301611fa7acc5.png"/>
  <Relationship Id="rId24" Type="http://schemas.openxmlformats.org/officeDocument/2006/relationships/image" Target="../media/image_d1c2f80eae9f4a22.png"/>
  <Relationship Id="rId25" Type="http://schemas.openxmlformats.org/officeDocument/2006/relationships/image" Target="../media/image_eed86a0c911d1a74.png"/>
  <Relationship Id="rId26" Type="http://schemas.openxmlformats.org/officeDocument/2006/relationships/image" Target="../media/image_ee7937eaf2c3b185.png"/>
  <Relationship Id="rId27" Type="http://schemas.openxmlformats.org/officeDocument/2006/relationships/image" Target="../media/image_7a29a42475884bf1.png"/>
  <Relationship Id="rId28" Type="http://schemas.openxmlformats.org/officeDocument/2006/relationships/image" Target="../media/image_784e86388ffae9d3.png"/>
  <Relationship Id="rId29" Type="http://schemas.openxmlformats.org/officeDocument/2006/relationships/image" Target="../media/image_25b9155e3a31ba46.png"/>
  <Relationship Id="rId30" Type="http://schemas.openxmlformats.org/officeDocument/2006/relationships/image" Target="../media/image_99e9f9c9930b6ff7.png"/>
  <Relationship Id="rId31" Type="http://schemas.openxmlformats.org/officeDocument/2006/relationships/image" Target="../media/image_8f6503e4ae2830b4.png"/>
  <Relationship Id="rId32" Type="http://schemas.openxmlformats.org/officeDocument/2006/relationships/image" Target="../media/image_b0826a9a4bba95e9.png"/>
  <Relationship Id="rId33" Type="http://schemas.openxmlformats.org/officeDocument/2006/relationships/image" Target="../media/image_24c273ca7fbf6dc8.png"/>
  <Relationship Id="rId34" Type="http://schemas.openxmlformats.org/officeDocument/2006/relationships/image" Target="../media/image_5bd7c1a647f806c3.png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  <Relationship Id="rId3" Type="http://schemas.openxmlformats.org/officeDocument/2006/relationships/image" Target="../media/image_d47f7a5d6507ab93.png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42983399320aa7.png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ad716e6ba37482.png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4c4c1cdac611475.pn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283a51b36791747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1063383" y="6138672"/>
            <a:ext cx="320611" cy="401860"/>
            <a:chOff x="11063383" y="6138672"/>
            <a:chExt cx="320611" cy="40186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63383" y="6138672"/>
              <a:ext cx="320611" cy="40186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9244679" y="6114288"/>
            <a:ext cx="1657160" cy="409384"/>
            <a:chOff x="9244679" y="6114288"/>
            <a:chExt cx="1657160" cy="409384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44679" y="6114288"/>
              <a:ext cx="1657160" cy="409384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1037463" y="1281017"/>
            <a:ext cx="4695254" cy="1569696"/>
            <a:chOff x="1037463" y="1281017"/>
            <a:chExt cx="4695254" cy="1569696"/>
          </a:xfrm>
        </p:grpSpPr>
        <p:sp>
          <p:nvSpPr>
            <p:cNvPr id="7" name="Rectangle 7"/>
            <p:cNvSpPr/>
            <p:nvPr/>
          </p:nvSpPr>
          <p:spPr>
            <a:xfrm>
              <a:off x="1037463" y="1281017"/>
              <a:ext cx="4695254" cy="144932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8011" y="1453701"/>
              <a:ext cx="1435010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8011" y="2037964"/>
              <a:ext cx="1435010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TITLE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6043" y="2721578"/>
            <a:ext cx="3002471" cy="579144"/>
            <a:chOff x="1106043" y="2721578"/>
            <a:chExt cx="3002471" cy="579144"/>
          </a:xfrm>
        </p:grpSpPr>
        <p:sp>
          <p:nvSpPr>
            <p:cNvPr id="11" name="Rectangle 11"/>
            <p:cNvSpPr/>
            <p:nvPr/>
          </p:nvSpPr>
          <p:spPr>
            <a:xfrm>
              <a:off x="1106043" y="2721578"/>
              <a:ext cx="3002471" cy="55025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1985" y="2894271"/>
              <a:ext cx="1213097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SUBTITLE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7463" y="5973413"/>
            <a:ext cx="3546634" cy="550259"/>
            <a:chOff x="1037463" y="5973413"/>
            <a:chExt cx="3546634" cy="550259"/>
          </a:xfrm>
        </p:grpSpPr>
        <p:sp>
          <p:nvSpPr>
            <p:cNvPr id="14" name="Rectangle 14"/>
            <p:cNvSpPr/>
            <p:nvPr/>
          </p:nvSpPr>
          <p:spPr>
            <a:xfrm>
              <a:off x="1037463" y="5973413"/>
              <a:ext cx="2006536" cy="55025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05948" y="6146102"/>
              <a:ext cx="347814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國泰金控</a:t>
              </a:r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    </a:t>
              </a:r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部門名稱</a:t>
              </a:r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     有名字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3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1063383" y="6138672"/>
            <a:ext cx="320611" cy="401860"/>
            <a:chOff x="11063383" y="6138672"/>
            <a:chExt cx="320611" cy="40186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63383" y="6138672"/>
              <a:ext cx="320611" cy="40186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9244679" y="6114288"/>
            <a:ext cx="1657160" cy="409384"/>
            <a:chOff x="9244679" y="6114288"/>
            <a:chExt cx="1657160" cy="409384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44679" y="6114288"/>
              <a:ext cx="1657160" cy="409384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1037463" y="1281017"/>
            <a:ext cx="4695254" cy="1569696"/>
            <a:chOff x="1037463" y="1281017"/>
            <a:chExt cx="4695254" cy="1569696"/>
          </a:xfrm>
        </p:grpSpPr>
        <p:sp>
          <p:nvSpPr>
            <p:cNvPr id="7" name="Rectangle 7"/>
            <p:cNvSpPr/>
            <p:nvPr/>
          </p:nvSpPr>
          <p:spPr>
            <a:xfrm>
              <a:off x="1037463" y="1281017"/>
              <a:ext cx="4695254" cy="144932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8011" y="1453701"/>
              <a:ext cx="1435010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8011" y="2037964"/>
              <a:ext cx="1435010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TITLE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6043" y="2721578"/>
            <a:ext cx="3002471" cy="579144"/>
            <a:chOff x="1106043" y="2721578"/>
            <a:chExt cx="3002471" cy="579144"/>
          </a:xfrm>
        </p:grpSpPr>
        <p:sp>
          <p:nvSpPr>
            <p:cNvPr id="11" name="Rectangle 11"/>
            <p:cNvSpPr/>
            <p:nvPr/>
          </p:nvSpPr>
          <p:spPr>
            <a:xfrm>
              <a:off x="1106043" y="2721578"/>
              <a:ext cx="3002471" cy="55025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1985" y="2894271"/>
              <a:ext cx="1213097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SUBTITLE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7463" y="5973413"/>
            <a:ext cx="3546634" cy="550259"/>
            <a:chOff x="1037463" y="5973413"/>
            <a:chExt cx="3546634" cy="550259"/>
          </a:xfrm>
        </p:grpSpPr>
        <p:sp>
          <p:nvSpPr>
            <p:cNvPr id="14" name="Rectangle 14"/>
            <p:cNvSpPr/>
            <p:nvPr/>
          </p:nvSpPr>
          <p:spPr>
            <a:xfrm>
              <a:off x="1037463" y="5973413"/>
              <a:ext cx="2006536" cy="55025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05948" y="6146102"/>
              <a:ext cx="347814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國泰金控</a:t>
              </a:r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    </a:t>
              </a:r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部門名稱</a:t>
              </a:r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     有名字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3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9444704" y="5851398"/>
            <a:ext cx="2309527" cy="594265"/>
            <a:chOff x="9444704" y="5851398"/>
            <a:chExt cx="2309527" cy="594265"/>
          </a:xfrm>
        </p:grpSpPr>
        <p:sp>
          <p:nvSpPr>
            <p:cNvPr id="3" name="Rectangle 3"/>
            <p:cNvSpPr/>
            <p:nvPr/>
          </p:nvSpPr>
          <p:spPr>
            <a:xfrm>
              <a:off x="9444704" y="5851398"/>
              <a:ext cx="2309527" cy="59426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13284" y="6024086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CONTENTS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4512" y="915257"/>
            <a:ext cx="5443061" cy="4805172"/>
            <a:chOff x="1044512" y="915257"/>
            <a:chExt cx="5443061" cy="4805172"/>
          </a:xfrm>
        </p:grpSpPr>
        <p:sp>
          <p:nvSpPr>
            <p:cNvPr id="6" name="Rectangle 6"/>
            <p:cNvSpPr/>
            <p:nvPr/>
          </p:nvSpPr>
          <p:spPr>
            <a:xfrm>
              <a:off x="1044512" y="915257"/>
              <a:ext cx="5443061" cy="48051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8168" y="960887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18168" y="1247875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8168" y="1534959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8168" y="1821947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8168" y="2108935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8168" y="2396019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8168" y="2683007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8168" y="2969995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168" y="3257079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8168" y="3544067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8168" y="3831055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8168" y="4118139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93561" y="915257"/>
            <a:ext cx="923258" cy="4805172"/>
            <a:chOff x="6393561" y="915257"/>
            <a:chExt cx="923258" cy="4805172"/>
          </a:xfrm>
        </p:grpSpPr>
        <p:sp>
          <p:nvSpPr>
            <p:cNvPr id="20" name="Rectangle 20"/>
            <p:cNvSpPr/>
            <p:nvPr/>
          </p:nvSpPr>
          <p:spPr>
            <a:xfrm>
              <a:off x="6393561" y="915257"/>
              <a:ext cx="923258" cy="48051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67218" y="960887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7218" y="1247875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7218" y="1534959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7218" y="1821947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7218" y="2108935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7218" y="2396019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7218" y="2683007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7218" y="2969995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7218" y="3257079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7218" y="3544067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7218" y="3831055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7218" y="4118139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9444704" y="5851398"/>
            <a:ext cx="2309527" cy="594265"/>
            <a:chOff x="9444704" y="5851398"/>
            <a:chExt cx="2309527" cy="594265"/>
          </a:xfrm>
        </p:grpSpPr>
        <p:sp>
          <p:nvSpPr>
            <p:cNvPr id="3" name="Rectangle 3"/>
            <p:cNvSpPr/>
            <p:nvPr/>
          </p:nvSpPr>
          <p:spPr>
            <a:xfrm>
              <a:off x="9444704" y="5851398"/>
              <a:ext cx="2309527" cy="59426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13284" y="6024086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CONTENTS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4512" y="915257"/>
            <a:ext cx="5443061" cy="4805172"/>
            <a:chOff x="1044512" y="915257"/>
            <a:chExt cx="5443061" cy="4805172"/>
          </a:xfrm>
        </p:grpSpPr>
        <p:sp>
          <p:nvSpPr>
            <p:cNvPr id="6" name="Rectangle 6"/>
            <p:cNvSpPr/>
            <p:nvPr/>
          </p:nvSpPr>
          <p:spPr>
            <a:xfrm>
              <a:off x="1044512" y="915257"/>
              <a:ext cx="5443061" cy="48051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8168" y="960887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18168" y="1247875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8168" y="1534959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8168" y="1821947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8168" y="2108935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8168" y="2396019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8168" y="2683007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8168" y="2969995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168" y="3257079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8168" y="3544067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8168" y="3831055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8168" y="4118139"/>
              <a:ext cx="123059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    OOOOO 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93561" y="915257"/>
            <a:ext cx="923258" cy="4805172"/>
            <a:chOff x="6393561" y="915257"/>
            <a:chExt cx="923258" cy="4805172"/>
          </a:xfrm>
        </p:grpSpPr>
        <p:sp>
          <p:nvSpPr>
            <p:cNvPr id="20" name="Rectangle 20"/>
            <p:cNvSpPr/>
            <p:nvPr/>
          </p:nvSpPr>
          <p:spPr>
            <a:xfrm>
              <a:off x="6393561" y="915257"/>
              <a:ext cx="923258" cy="48051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67218" y="960887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7218" y="1247875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7218" y="1534959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7218" y="1821947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7218" y="2108935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7218" y="2396019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7218" y="2683007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7218" y="2969995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7218" y="3257079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7218" y="3544067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7218" y="3831055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7218" y="4118139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9444704" y="5851398"/>
            <a:ext cx="2309527" cy="594265"/>
            <a:chOff x="9444704" y="5851398"/>
            <a:chExt cx="2309527" cy="594265"/>
          </a:xfrm>
        </p:grpSpPr>
        <p:sp>
          <p:nvSpPr>
            <p:cNvPr id="3" name="Rectangle 3"/>
            <p:cNvSpPr/>
            <p:nvPr/>
          </p:nvSpPr>
          <p:spPr>
            <a:xfrm>
              <a:off x="9444704" y="5851398"/>
              <a:ext cx="2309527" cy="59426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13284" y="6024086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CONTENTS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4512" y="915257"/>
            <a:ext cx="3157061" cy="4805172"/>
            <a:chOff x="1044512" y="915257"/>
            <a:chExt cx="3157061" cy="4805172"/>
          </a:xfrm>
        </p:grpSpPr>
        <p:sp>
          <p:nvSpPr>
            <p:cNvPr id="6" name="Rectangle 6"/>
            <p:cNvSpPr/>
            <p:nvPr/>
          </p:nvSpPr>
          <p:spPr>
            <a:xfrm>
              <a:off x="1044512" y="915257"/>
              <a:ext cx="3157061" cy="48051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8168" y="960887"/>
              <a:ext cx="2089523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10:00 – 11:15   01  OOOO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18168" y="1316455"/>
              <a:ext cx="2089523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10:00 – 11:15   01  OOOO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8168" y="1672119"/>
              <a:ext cx="2089523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10:00 – 11:15   01  OOOO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8168" y="3780287"/>
              <a:ext cx="950511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01 OOOOO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54640" y="915257"/>
            <a:ext cx="3209258" cy="4805172"/>
            <a:chOff x="4354640" y="915257"/>
            <a:chExt cx="3209258" cy="4805172"/>
          </a:xfrm>
        </p:grpSpPr>
        <p:sp>
          <p:nvSpPr>
            <p:cNvPr id="12" name="Rectangle 12"/>
            <p:cNvSpPr/>
            <p:nvPr/>
          </p:nvSpPr>
          <p:spPr>
            <a:xfrm>
              <a:off x="4354640" y="915257"/>
              <a:ext cx="3209258" cy="48051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28296" y="960887"/>
              <a:ext cx="2969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P13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8296" y="1316455"/>
              <a:ext cx="2969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P13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28296" y="1672119"/>
              <a:ext cx="2969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P13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8296" y="3780287"/>
              <a:ext cx="698434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25 Mins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9444704" y="5851398"/>
            <a:ext cx="2309527" cy="594265"/>
            <a:chOff x="9444704" y="5851398"/>
            <a:chExt cx="2309527" cy="594265"/>
          </a:xfrm>
        </p:grpSpPr>
        <p:sp>
          <p:nvSpPr>
            <p:cNvPr id="3" name="Rectangle 3"/>
            <p:cNvSpPr/>
            <p:nvPr/>
          </p:nvSpPr>
          <p:spPr>
            <a:xfrm>
              <a:off x="9444704" y="5851398"/>
              <a:ext cx="2309527" cy="59426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13284" y="6024086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CONTENTS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4512" y="915257"/>
            <a:ext cx="3157061" cy="4805172"/>
            <a:chOff x="1044512" y="915257"/>
            <a:chExt cx="3157061" cy="4805172"/>
          </a:xfrm>
        </p:grpSpPr>
        <p:sp>
          <p:nvSpPr>
            <p:cNvPr id="6" name="Rectangle 6"/>
            <p:cNvSpPr/>
            <p:nvPr/>
          </p:nvSpPr>
          <p:spPr>
            <a:xfrm>
              <a:off x="1044512" y="915257"/>
              <a:ext cx="3157061" cy="48051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8168" y="960887"/>
              <a:ext cx="2089523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10:00 – 11:15   01  OOOO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18168" y="1316455"/>
              <a:ext cx="2089523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10:00 – 11:15   01  OOOO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8168" y="1672119"/>
              <a:ext cx="2089523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10:00 – 11:15   01  OOOO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8168" y="3780287"/>
              <a:ext cx="950511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01 OOOOO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54640" y="915257"/>
            <a:ext cx="3209258" cy="4805172"/>
            <a:chOff x="4354640" y="915257"/>
            <a:chExt cx="3209258" cy="4805172"/>
          </a:xfrm>
        </p:grpSpPr>
        <p:sp>
          <p:nvSpPr>
            <p:cNvPr id="12" name="Rectangle 12"/>
            <p:cNvSpPr/>
            <p:nvPr/>
          </p:nvSpPr>
          <p:spPr>
            <a:xfrm>
              <a:off x="4354640" y="915257"/>
              <a:ext cx="3209258" cy="48051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28296" y="960887"/>
              <a:ext cx="2969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P13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8296" y="1316455"/>
              <a:ext cx="2969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P13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28296" y="1672119"/>
              <a:ext cx="2969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P13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8296" y="3780287"/>
              <a:ext cx="698434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25 Mins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1215783" y="6097048"/>
            <a:ext cx="320611" cy="401860"/>
            <a:chOff x="11215783" y="6097048"/>
            <a:chExt cx="320611" cy="40186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15783" y="6097048"/>
              <a:ext cx="320611" cy="40186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10540365" y="6085427"/>
            <a:ext cx="558260" cy="409384"/>
            <a:chOff x="10540365" y="6085427"/>
            <a:chExt cx="558260" cy="409384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40365" y="6085427"/>
              <a:ext cx="558260" cy="409384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041082" y="2310003"/>
            <a:ext cx="379762" cy="594265"/>
            <a:chOff x="1041082" y="2310003"/>
            <a:chExt cx="379762" cy="594265"/>
          </a:xfrm>
        </p:grpSpPr>
        <p:sp>
          <p:nvSpPr>
            <p:cNvPr id="7" name="Rectangle 7"/>
            <p:cNvSpPr/>
            <p:nvPr/>
          </p:nvSpPr>
          <p:spPr>
            <a:xfrm>
              <a:off x="1041082" y="2310003"/>
              <a:ext cx="379762" cy="59426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9662" y="2482691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“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56073" y="3341465"/>
            <a:ext cx="467487" cy="594265"/>
            <a:chOff x="5156073" y="3341465"/>
            <a:chExt cx="467487" cy="594265"/>
          </a:xfrm>
        </p:grpSpPr>
        <p:sp>
          <p:nvSpPr>
            <p:cNvPr id="10" name="Rectangle 10"/>
            <p:cNvSpPr/>
            <p:nvPr/>
          </p:nvSpPr>
          <p:spPr>
            <a:xfrm>
              <a:off x="5156073" y="3341465"/>
              <a:ext cx="467487" cy="59426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24653" y="3514154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”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45895" y="3462147"/>
            <a:ext cx="2545842" cy="874585"/>
            <a:chOff x="1445895" y="3462147"/>
            <a:chExt cx="2545842" cy="874585"/>
          </a:xfrm>
        </p:grpSpPr>
        <p:sp>
          <p:nvSpPr>
            <p:cNvPr id="13" name="Rectangle 13"/>
            <p:cNvSpPr/>
            <p:nvPr/>
          </p:nvSpPr>
          <p:spPr>
            <a:xfrm>
              <a:off x="1445895" y="3462147"/>
              <a:ext cx="2545842" cy="87458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14475" y="3634835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SUBTITLE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45895" y="2735866"/>
            <a:ext cx="3724180" cy="594265"/>
            <a:chOff x="1445895" y="2735866"/>
            <a:chExt cx="3724180" cy="594265"/>
          </a:xfrm>
        </p:grpSpPr>
        <p:sp>
          <p:nvSpPr>
            <p:cNvPr id="16" name="Rectangle 16"/>
            <p:cNvSpPr/>
            <p:nvPr/>
          </p:nvSpPr>
          <p:spPr>
            <a:xfrm>
              <a:off x="1445895" y="2735866"/>
              <a:ext cx="3724180" cy="59426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14475" y="2781586"/>
              <a:ext cx="15939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TITLE </a:t>
              </a:r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2" grpId="0"/>
      <p:bldP spid="15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1215783" y="6097048"/>
            <a:ext cx="320611" cy="401860"/>
            <a:chOff x="11215783" y="6097048"/>
            <a:chExt cx="320611" cy="40186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15783" y="6097048"/>
              <a:ext cx="320611" cy="40186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10540365" y="6085427"/>
            <a:ext cx="558260" cy="409384"/>
            <a:chOff x="10540365" y="6085427"/>
            <a:chExt cx="558260" cy="409384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40365" y="6085427"/>
              <a:ext cx="558260" cy="409384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445895" y="2735866"/>
            <a:ext cx="3724180" cy="594265"/>
            <a:chOff x="1445895" y="2735866"/>
            <a:chExt cx="3724180" cy="594265"/>
          </a:xfrm>
        </p:grpSpPr>
        <p:sp>
          <p:nvSpPr>
            <p:cNvPr id="7" name="Rectangle 7"/>
            <p:cNvSpPr/>
            <p:nvPr/>
          </p:nvSpPr>
          <p:spPr>
            <a:xfrm>
              <a:off x="1445895" y="2735866"/>
              <a:ext cx="3724180" cy="59426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4475" y="2781586"/>
              <a:ext cx="15939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01 TITLE </a:t>
              </a:r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TITLE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1082" y="2310003"/>
            <a:ext cx="379762" cy="594265"/>
            <a:chOff x="1041082" y="2310003"/>
            <a:chExt cx="379762" cy="594265"/>
          </a:xfrm>
        </p:grpSpPr>
        <p:sp>
          <p:nvSpPr>
            <p:cNvPr id="10" name="Rectangle 10"/>
            <p:cNvSpPr/>
            <p:nvPr/>
          </p:nvSpPr>
          <p:spPr>
            <a:xfrm>
              <a:off x="1041082" y="2310003"/>
              <a:ext cx="379762" cy="59426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09662" y="2482691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“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56073" y="3341465"/>
            <a:ext cx="467487" cy="594265"/>
            <a:chOff x="5156073" y="3341465"/>
            <a:chExt cx="467487" cy="594265"/>
          </a:xfrm>
        </p:grpSpPr>
        <p:sp>
          <p:nvSpPr>
            <p:cNvPr id="13" name="Rectangle 13"/>
            <p:cNvSpPr/>
            <p:nvPr/>
          </p:nvSpPr>
          <p:spPr>
            <a:xfrm>
              <a:off x="5156073" y="3341465"/>
              <a:ext cx="467487" cy="59426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4653" y="3514154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45895" y="3462147"/>
            <a:ext cx="2545842" cy="874585"/>
            <a:chOff x="1445895" y="3462147"/>
            <a:chExt cx="2545842" cy="874585"/>
          </a:xfrm>
        </p:grpSpPr>
        <p:sp>
          <p:nvSpPr>
            <p:cNvPr id="16" name="Rectangle 16"/>
            <p:cNvSpPr/>
            <p:nvPr/>
          </p:nvSpPr>
          <p:spPr>
            <a:xfrm>
              <a:off x="1445895" y="3462147"/>
              <a:ext cx="2545842" cy="87458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14475" y="3634835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0F974"/>
                  </a:solidFill>
                  <a:latin typeface="Segoe UI"/>
                  <a:ea typeface="Microsoft YaHei"/>
                  <a:cs typeface="Segoe UI"/>
                </a:rPr>
                <a:t>SUBTITLE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2" grpId="0"/>
      <p:bldP spid="15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065848" y="5997988"/>
            <a:ext cx="3559683" cy="540544"/>
            <a:chOff x="1065848" y="5997988"/>
            <a:chExt cx="3559683" cy="540544"/>
          </a:xfrm>
        </p:grpSpPr>
        <p:sp>
          <p:nvSpPr>
            <p:cNvPr id="3" name="Rectangle 3"/>
            <p:cNvSpPr/>
            <p:nvPr/>
          </p:nvSpPr>
          <p:spPr>
            <a:xfrm>
              <a:off x="1065848" y="5997988"/>
              <a:ext cx="3559683" cy="54054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42048" y="6043708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請在此</a:t>
              </a:r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寫下圖片說明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215783" y="6097048"/>
            <a:ext cx="320611" cy="401860"/>
            <a:chOff x="11215783" y="6097048"/>
            <a:chExt cx="320611" cy="40186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15783" y="6097048"/>
              <a:ext cx="320611" cy="40186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0540365" y="6085427"/>
            <a:ext cx="558260" cy="409384"/>
            <a:chOff x="10540365" y="6085427"/>
            <a:chExt cx="558260" cy="409384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40365" y="6085427"/>
              <a:ext cx="558260" cy="409384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0" y="0"/>
            <a:ext cx="12192000" cy="5722239"/>
            <a:chOff x="0" y="0"/>
            <a:chExt cx="12192000" cy="5722239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2192000" cy="5722239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065848" y="5997988"/>
            <a:ext cx="3559683" cy="540544"/>
            <a:chOff x="1065848" y="5997988"/>
            <a:chExt cx="3559683" cy="540544"/>
          </a:xfrm>
        </p:grpSpPr>
        <p:sp>
          <p:nvSpPr>
            <p:cNvPr id="3" name="Rectangle 3"/>
            <p:cNvSpPr/>
            <p:nvPr/>
          </p:nvSpPr>
          <p:spPr>
            <a:xfrm>
              <a:off x="1065848" y="5997988"/>
              <a:ext cx="3559683" cy="54054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42048" y="6043708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請在此</a:t>
              </a:r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寫下圖片說明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215783" y="6097048"/>
            <a:ext cx="320611" cy="401860"/>
            <a:chOff x="11215783" y="6097048"/>
            <a:chExt cx="320611" cy="40186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15783" y="6097048"/>
              <a:ext cx="320611" cy="40186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0540365" y="6085427"/>
            <a:ext cx="558260" cy="409384"/>
            <a:chOff x="10540365" y="6085427"/>
            <a:chExt cx="558260" cy="409384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40365" y="6085427"/>
              <a:ext cx="558260" cy="409384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0" y="0"/>
            <a:ext cx="12192000" cy="5722239"/>
            <a:chOff x="0" y="0"/>
            <a:chExt cx="12192000" cy="5722239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2192000" cy="5722239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697516" y="5815774"/>
            <a:ext cx="3559683" cy="540544"/>
            <a:chOff x="697516" y="5815774"/>
            <a:chExt cx="3559683" cy="540544"/>
          </a:xfrm>
        </p:grpSpPr>
        <p:sp>
          <p:nvSpPr>
            <p:cNvPr id="3" name="Rectangle 3"/>
            <p:cNvSpPr/>
            <p:nvPr/>
          </p:nvSpPr>
          <p:spPr>
            <a:xfrm>
              <a:off x="697516" y="5815774"/>
              <a:ext cx="3559683" cy="54054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6096" y="5861494"/>
              <a:ext cx="11138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Picture 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86500" y="5815774"/>
            <a:ext cx="3559683" cy="540544"/>
            <a:chOff x="6286500" y="5815774"/>
            <a:chExt cx="3559683" cy="540544"/>
          </a:xfrm>
        </p:grpSpPr>
        <p:sp>
          <p:nvSpPr>
            <p:cNvPr id="6" name="Rectangle 6"/>
            <p:cNvSpPr/>
            <p:nvPr/>
          </p:nvSpPr>
          <p:spPr>
            <a:xfrm>
              <a:off x="6286500" y="5815774"/>
              <a:ext cx="3559683" cy="54054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55080" y="5861494"/>
              <a:ext cx="11138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Picture B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215783" y="6097048"/>
            <a:ext cx="320611" cy="401860"/>
            <a:chOff x="11215783" y="6097048"/>
            <a:chExt cx="320611" cy="40186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15783" y="6097048"/>
              <a:ext cx="320611" cy="40186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0540365" y="6085427"/>
            <a:ext cx="558260" cy="409384"/>
            <a:chOff x="10540365" y="6085427"/>
            <a:chExt cx="558260" cy="409384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40365" y="6085427"/>
              <a:ext cx="558260" cy="409384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0" y="0"/>
            <a:ext cx="6096000" cy="5448300"/>
            <a:chOff x="0" y="0"/>
            <a:chExt cx="6096000" cy="5448300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6096000" cy="544830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6096000" y="0"/>
            <a:ext cx="6096000" cy="5448300"/>
            <a:chOff x="6096000" y="0"/>
            <a:chExt cx="6096000" cy="544830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6000" y="0"/>
              <a:ext cx="6096000" cy="54483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2" grpId="0"/>
      <p:bldP spid="14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0" y="3429"/>
            <a:ext cx="4071938" cy="4897755"/>
            <a:chOff x="0" y="3429"/>
            <a:chExt cx="4071938" cy="4897755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429"/>
              <a:ext cx="4071938" cy="4897755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4071938" y="0"/>
            <a:ext cx="4071938" cy="4901184"/>
            <a:chOff x="4071938" y="0"/>
            <a:chExt cx="4071938" cy="4901184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1938" y="0"/>
              <a:ext cx="4071938" cy="4901184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8120062" y="0"/>
            <a:ext cx="4071938" cy="4901184"/>
            <a:chOff x="8120062" y="0"/>
            <a:chExt cx="4071938" cy="4901184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20062" y="0"/>
              <a:ext cx="4071938" cy="4901184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771811" y="5229606"/>
            <a:ext cx="2528316" cy="540544"/>
            <a:chOff x="771811" y="5229606"/>
            <a:chExt cx="2528316" cy="540544"/>
          </a:xfrm>
        </p:grpSpPr>
        <p:sp>
          <p:nvSpPr>
            <p:cNvPr id="9" name="Rectangle 9"/>
            <p:cNvSpPr/>
            <p:nvPr/>
          </p:nvSpPr>
          <p:spPr>
            <a:xfrm>
              <a:off x="771811" y="5229606"/>
              <a:ext cx="2528316" cy="54054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79042" y="5275231"/>
              <a:ext cx="11138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Picture 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1842" y="5229606"/>
            <a:ext cx="2528316" cy="540544"/>
            <a:chOff x="4831842" y="5229606"/>
            <a:chExt cx="2528316" cy="540544"/>
          </a:xfrm>
        </p:grpSpPr>
        <p:sp>
          <p:nvSpPr>
            <p:cNvPr id="12" name="Rectangle 12"/>
            <p:cNvSpPr/>
            <p:nvPr/>
          </p:nvSpPr>
          <p:spPr>
            <a:xfrm>
              <a:off x="4831842" y="5229606"/>
              <a:ext cx="2528316" cy="54054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539073" y="5275231"/>
              <a:ext cx="11138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Picture B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891873" y="5229606"/>
            <a:ext cx="2528316" cy="540544"/>
            <a:chOff x="8891873" y="5229606"/>
            <a:chExt cx="2528316" cy="540544"/>
          </a:xfrm>
        </p:grpSpPr>
        <p:sp>
          <p:nvSpPr>
            <p:cNvPr id="15" name="Rectangle 15"/>
            <p:cNvSpPr/>
            <p:nvPr/>
          </p:nvSpPr>
          <p:spPr>
            <a:xfrm>
              <a:off x="8891873" y="5229606"/>
              <a:ext cx="2528316" cy="54054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599104" y="5275231"/>
              <a:ext cx="11138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Picture C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71811" y="5730716"/>
            <a:ext cx="2528316" cy="540544"/>
            <a:chOff x="771811" y="5730716"/>
            <a:chExt cx="2528316" cy="540544"/>
          </a:xfrm>
        </p:grpSpPr>
        <p:sp>
          <p:nvSpPr>
            <p:cNvPr id="18" name="Rectangle 18"/>
            <p:cNvSpPr/>
            <p:nvPr/>
          </p:nvSpPr>
          <p:spPr>
            <a:xfrm>
              <a:off x="771811" y="5730716"/>
              <a:ext cx="2528316" cy="54054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7931" y="5776346"/>
              <a:ext cx="171607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請在此</a:t>
              </a:r>
              <a:r>
                <a:rPr lang="zh-CN" sz="1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寫下圖片說明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831842" y="5730716"/>
            <a:ext cx="2528316" cy="540544"/>
            <a:chOff x="4831842" y="5730716"/>
            <a:chExt cx="2528316" cy="540544"/>
          </a:xfrm>
        </p:grpSpPr>
        <p:sp>
          <p:nvSpPr>
            <p:cNvPr id="21" name="Rectangle 21"/>
            <p:cNvSpPr/>
            <p:nvPr/>
          </p:nvSpPr>
          <p:spPr>
            <a:xfrm>
              <a:off x="4831842" y="5730716"/>
              <a:ext cx="2528316" cy="54054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37962" y="5776346"/>
              <a:ext cx="171607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請在此</a:t>
              </a:r>
              <a:r>
                <a:rPr lang="zh-CN" sz="1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寫下圖片說明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891873" y="5733669"/>
            <a:ext cx="2528316" cy="540544"/>
            <a:chOff x="8891873" y="5733669"/>
            <a:chExt cx="2528316" cy="540544"/>
          </a:xfrm>
        </p:grpSpPr>
        <p:sp>
          <p:nvSpPr>
            <p:cNvPr id="24" name="Rectangle 24"/>
            <p:cNvSpPr/>
            <p:nvPr/>
          </p:nvSpPr>
          <p:spPr>
            <a:xfrm>
              <a:off x="8891873" y="5733669"/>
              <a:ext cx="2528316" cy="54054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97993" y="5779394"/>
              <a:ext cx="171607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請在此</a:t>
              </a:r>
              <a:r>
                <a:rPr lang="zh-CN" sz="1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寫下圖片說明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215783" y="458248"/>
            <a:ext cx="320611" cy="401860"/>
            <a:chOff x="11215783" y="458248"/>
            <a:chExt cx="320611" cy="401860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15783" y="458248"/>
              <a:ext cx="320611" cy="40186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10540365" y="446627"/>
            <a:ext cx="558260" cy="409384"/>
            <a:chOff x="10540365" y="446627"/>
            <a:chExt cx="558260" cy="409384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40365" y="446627"/>
              <a:ext cx="558260" cy="409384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1" grpId="0"/>
      <p:bldP spid="14" grpId="0"/>
      <p:bldP spid="17" grpId="0"/>
      <p:bldP spid="20" grpId="0"/>
      <p:bldP spid="23" grpId="0"/>
      <p:bldP spid="26" grpId="0"/>
      <p:bldP spid="28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8610600" y="6356318"/>
            <a:ext cx="2743200" cy="411480"/>
            <a:chOff x="8610600" y="6356318"/>
            <a:chExt cx="2743200" cy="411480"/>
          </a:xfrm>
        </p:grpSpPr>
        <p:sp>
          <p:nvSpPr>
            <p:cNvPr id="3" name="Rectangle 3"/>
            <p:cNvSpPr/>
            <p:nvPr/>
          </p:nvSpPr>
          <p:spPr>
            <a:xfrm>
              <a:off x="8610600" y="6356318"/>
              <a:ext cx="2743200" cy="365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474" y="6402038"/>
              <a:ext cx="2497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13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0" y="0"/>
            <a:ext cx="6096000" cy="3429000"/>
            <a:chOff x="6096000" y="0"/>
            <a:chExt cx="6096000" cy="34290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0"/>
              <a:ext cx="6096000" cy="34290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0" y="3429000"/>
            <a:ext cx="6096000" cy="3429000"/>
            <a:chOff x="0" y="3429000"/>
            <a:chExt cx="6096000" cy="34290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429000"/>
              <a:ext cx="6096000" cy="3429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6096000" y="3429000"/>
            <a:ext cx="6096000" cy="3429000"/>
            <a:chOff x="6096000" y="3429000"/>
            <a:chExt cx="6096000" cy="34290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429000"/>
              <a:ext cx="6096000" cy="342900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0" y="0"/>
            <a:ext cx="6096000" cy="3429000"/>
            <a:chOff x="0" y="0"/>
            <a:chExt cx="6096000" cy="342900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6096000" cy="3429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11215783" y="6097048"/>
            <a:ext cx="320611" cy="401860"/>
            <a:chOff x="11215783" y="6097048"/>
            <a:chExt cx="320611" cy="401860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15783" y="6097048"/>
              <a:ext cx="320611" cy="40186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10540365" y="6085427"/>
            <a:ext cx="558260" cy="409384"/>
            <a:chOff x="10540365" y="6085427"/>
            <a:chExt cx="558260" cy="409384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40365" y="6085427"/>
              <a:ext cx="558260" cy="409384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02772" y="1324642"/>
            <a:ext cx="3559683" cy="876586"/>
            <a:chOff x="1602772" y="1324642"/>
            <a:chExt cx="3559683" cy="876586"/>
          </a:xfrm>
        </p:grpSpPr>
        <p:sp>
          <p:nvSpPr>
            <p:cNvPr id="6" name="Rectangle 6"/>
            <p:cNvSpPr/>
            <p:nvPr/>
          </p:nvSpPr>
          <p:spPr>
            <a:xfrm>
              <a:off x="1602772" y="1324642"/>
              <a:ext cx="3559683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71352" y="1497330"/>
              <a:ext cx="2926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這裡說明長條圖的內容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71352" y="1771650"/>
              <a:ext cx="23620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44193" y="2403920"/>
            <a:ext cx="9901428" cy="2323243"/>
            <a:chOff x="1544193" y="2403920"/>
            <a:chExt cx="9901428" cy="2323243"/>
          </a:xfrm>
        </p:grpSpPr>
        <p:sp>
          <p:nvSpPr>
            <p:cNvPr id="10" name="Rectangle 10"/>
            <p:cNvSpPr/>
            <p:nvPr/>
          </p:nvSpPr>
          <p:spPr>
            <a:xfrm>
              <a:off x="1544193" y="2403920"/>
              <a:ext cx="9901428" cy="2323243"/>
            </a:xfrm>
            <a:prstGeom prst="rect">
              <a:avLst/>
            </a:prstGeom>
            <a:noFill/>
            <a:ln w="9525">
              <a:solidFill>
                <a:srgbClr val="999999"/>
              </a:solidFill>
              <a:prstDash val="dash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12038" y="3452146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99999"/>
                  </a:solidFill>
                  <a:latin typeface="Segoe UI"/>
                  <a:ea typeface="Microsoft YaHei"/>
                  <a:cs typeface="Segoe UI"/>
                </a:rPr>
                <a:t>[chart]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43937" y="4998244"/>
            <a:ext cx="632650" cy="632650"/>
            <a:chOff x="2543937" y="4998244"/>
            <a:chExt cx="632650" cy="632650"/>
          </a:xfrm>
        </p:grpSpPr>
        <p:sp>
          <p:nvSpPr>
            <p:cNvPr id="13" name="Rectangle 13"/>
            <p:cNvSpPr/>
            <p:nvPr/>
          </p:nvSpPr>
          <p:spPr>
            <a:xfrm>
              <a:off x="2543937" y="4998244"/>
              <a:ext cx="632650" cy="632650"/>
            </a:xfrm>
            <a:prstGeom prst="roundRect">
              <a:avLst>
                <a:gd name="adj" fmla="val 16667"/>
              </a:avLst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273266" y="5114544"/>
            <a:ext cx="1932051" cy="401264"/>
            <a:chOff x="3273266" y="5114544"/>
            <a:chExt cx="1932051" cy="401264"/>
          </a:xfrm>
        </p:grpSpPr>
        <p:sp>
          <p:nvSpPr>
            <p:cNvPr id="15" name="Rectangle 15"/>
            <p:cNvSpPr/>
            <p:nvPr/>
          </p:nvSpPr>
          <p:spPr>
            <a:xfrm>
              <a:off x="3273266" y="5114544"/>
              <a:ext cx="1932051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52009" y="5160259"/>
              <a:ext cx="1791839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808080"/>
                  </a:solidFill>
                  <a:latin typeface="Open Sans"/>
                  <a:ea typeface="Microsoft YaHei"/>
                  <a:cs typeface="Open Sans"/>
                </a:rPr>
                <a:t xml:space="preserve">Lid est laborum dolo rumes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52009" y="5312659"/>
              <a:ext cx="1058598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808080"/>
                  </a:solidFill>
                  <a:latin typeface="Open Sans"/>
                  <a:ea typeface="Microsoft YaHei"/>
                  <a:cs typeface="Open Sans"/>
                </a:rPr>
                <a:t xml:space="preserve">fugats untras. 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06224" y="4998244"/>
            <a:ext cx="632650" cy="632650"/>
            <a:chOff x="5606224" y="4998244"/>
            <a:chExt cx="632650" cy="632650"/>
          </a:xfrm>
        </p:grpSpPr>
        <p:sp>
          <p:nvSpPr>
            <p:cNvPr id="19" name="Rectangle 19"/>
            <p:cNvSpPr/>
            <p:nvPr/>
          </p:nvSpPr>
          <p:spPr>
            <a:xfrm>
              <a:off x="5606224" y="4998244"/>
              <a:ext cx="632650" cy="632650"/>
            </a:xfrm>
            <a:prstGeom prst="roundRect">
              <a:avLst>
                <a:gd name="adj" fmla="val 16667"/>
              </a:avLst>
            </a:prstGeom>
            <a:solidFill>
              <a:srgbClr val="3BBB8E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335554" y="5114544"/>
            <a:ext cx="1932051" cy="401264"/>
            <a:chOff x="6335554" y="5114544"/>
            <a:chExt cx="1932051" cy="401264"/>
          </a:xfrm>
        </p:grpSpPr>
        <p:sp>
          <p:nvSpPr>
            <p:cNvPr id="21" name="Rectangle 21"/>
            <p:cNvSpPr/>
            <p:nvPr/>
          </p:nvSpPr>
          <p:spPr>
            <a:xfrm>
              <a:off x="6335554" y="5114544"/>
              <a:ext cx="1932051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4297" y="5160259"/>
              <a:ext cx="1791839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808080"/>
                  </a:solidFill>
                  <a:latin typeface="Open Sans"/>
                  <a:ea typeface="Microsoft YaHei"/>
                  <a:cs typeface="Open Sans"/>
                </a:rPr>
                <a:t xml:space="preserve">Lid est laborum dolo rumes 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4297" y="5312659"/>
              <a:ext cx="1058598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808080"/>
                  </a:solidFill>
                  <a:latin typeface="Open Sans"/>
                  <a:ea typeface="Microsoft YaHei"/>
                  <a:cs typeface="Open Sans"/>
                </a:rPr>
                <a:t xml:space="preserve">fugats untras. 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784146" y="4998244"/>
            <a:ext cx="632650" cy="632650"/>
            <a:chOff x="8784146" y="4998244"/>
            <a:chExt cx="632650" cy="632650"/>
          </a:xfrm>
        </p:grpSpPr>
        <p:sp>
          <p:nvSpPr>
            <p:cNvPr id="25" name="Rectangle 25"/>
            <p:cNvSpPr/>
            <p:nvPr/>
          </p:nvSpPr>
          <p:spPr>
            <a:xfrm>
              <a:off x="8784146" y="4998244"/>
              <a:ext cx="632650" cy="632650"/>
            </a:xfrm>
            <a:prstGeom prst="roundRect">
              <a:avLst>
                <a:gd name="adj" fmla="val 16667"/>
              </a:avLst>
            </a:prstGeom>
            <a:solidFill>
              <a:srgbClr val="9AE992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513570" y="5114544"/>
            <a:ext cx="1932051" cy="401264"/>
            <a:chOff x="9513570" y="5114544"/>
            <a:chExt cx="1932051" cy="401264"/>
          </a:xfrm>
        </p:grpSpPr>
        <p:sp>
          <p:nvSpPr>
            <p:cNvPr id="27" name="Rectangle 27"/>
            <p:cNvSpPr/>
            <p:nvPr/>
          </p:nvSpPr>
          <p:spPr>
            <a:xfrm>
              <a:off x="9513570" y="5114544"/>
              <a:ext cx="1932051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92313" y="5160259"/>
              <a:ext cx="1791839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808080"/>
                  </a:solidFill>
                  <a:latin typeface="Open Sans"/>
                  <a:ea typeface="Microsoft YaHei"/>
                  <a:cs typeface="Open Sans"/>
                </a:rPr>
                <a:t xml:space="preserve">Lid est laborum dolo rumes 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92313" y="5312659"/>
              <a:ext cx="1058598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808080"/>
                  </a:solidFill>
                  <a:latin typeface="Open Sans"/>
                  <a:ea typeface="Microsoft YaHei"/>
                  <a:cs typeface="Open Sans"/>
                </a:rPr>
                <a:t xml:space="preserve">fugats untras. 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31" name="Rectangle 31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4" grpId="0"/>
      <p:bldP spid="18" grpId="0"/>
      <p:bldP spid="20" grpId="0"/>
      <p:bldP spid="24" grpId="0"/>
      <p:bldP spid="26" grpId="0"/>
      <p:bldP spid="30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3" name="Rectangle 3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31283" y="986600"/>
            <a:ext cx="6291072" cy="4902708"/>
            <a:chOff x="4931283" y="986600"/>
            <a:chExt cx="6291072" cy="4902708"/>
          </a:xfrm>
        </p:grpSpPr>
        <p:grpSp>
          <p:nvGrpSpPr>
            <p:cNvPr id="8" name="Group 8"/>
            <p:cNvGrpSpPr/>
            <p:nvPr/>
          </p:nvGrpSpPr>
          <p:grpSpPr>
            <a:xfrm>
              <a:off x="7180802" y="986600"/>
              <a:ext cx="1792129" cy="1396651"/>
              <a:chOff x="7180802" y="986600"/>
              <a:chExt cx="1792129" cy="139665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180802" y="986600"/>
                <a:ext cx="1792129" cy="1396651"/>
              </a:xfrm>
              <a:custGeom>
                <a:avLst/>
                <a:gdLst/>
                <a:ahLst/>
                <a:cxnLst/>
                <a:rect l="l" t="t" r="r" b="b"/>
                <a:pathLst>
                  <a:path w="1792129" h="1396651">
                    <a:moveTo>
                      <a:pt x="896017" y="0"/>
                    </a:moveTo>
                    <a:lnTo>
                      <a:pt x="1792129" y="1396651"/>
                    </a:lnTo>
                    <a:lnTo>
                      <a:pt x="0" y="1396651"/>
                    </a:lnTo>
                    <a:lnTo>
                      <a:pt x="896017" y="0"/>
                    </a:lnTo>
                    <a:close/>
                  </a:path>
                </a:pathLst>
              </a:custGeom>
              <a:solidFill>
                <a:srgbClr val="9AE99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62015" y="1715362"/>
                <a:ext cx="829607" cy="2845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CONTENT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6430328" y="2486120"/>
              <a:ext cx="3293078" cy="1066800"/>
              <a:chOff x="6430328" y="2486120"/>
              <a:chExt cx="3293078" cy="1066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430328" y="2486120"/>
                <a:ext cx="3293078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3293078" h="1066800">
                    <a:moveTo>
                      <a:pt x="684467" y="0"/>
                    </a:moveTo>
                    <a:lnTo>
                      <a:pt x="2608612" y="0"/>
                    </a:lnTo>
                    <a:lnTo>
                      <a:pt x="3293078" y="1066800"/>
                    </a:lnTo>
                    <a:lnTo>
                      <a:pt x="0" y="1066800"/>
                    </a:lnTo>
                    <a:lnTo>
                      <a:pt x="684467" y="0"/>
                    </a:lnTo>
                    <a:close/>
                  </a:path>
                </a:pathLst>
              </a:custGeom>
              <a:solidFill>
                <a:srgbClr val="6EDAA8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62015" y="2912845"/>
                <a:ext cx="829607" cy="2845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CONTENT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679853" y="3655886"/>
              <a:ext cx="4794028" cy="1066705"/>
              <a:chOff x="5679853" y="3655886"/>
              <a:chExt cx="4794028" cy="106670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679853" y="3655886"/>
                <a:ext cx="4794028" cy="1066705"/>
              </a:xfrm>
              <a:custGeom>
                <a:avLst/>
                <a:gdLst/>
                <a:ahLst/>
                <a:cxnLst/>
                <a:rect l="l" t="t" r="r" b="b"/>
                <a:pathLst>
                  <a:path w="4794028" h="1066705">
                    <a:moveTo>
                      <a:pt x="684467" y="0"/>
                    </a:moveTo>
                    <a:lnTo>
                      <a:pt x="4109561" y="0"/>
                    </a:lnTo>
                    <a:lnTo>
                      <a:pt x="4794028" y="1066705"/>
                    </a:lnTo>
                    <a:lnTo>
                      <a:pt x="0" y="1066705"/>
                    </a:lnTo>
                    <a:lnTo>
                      <a:pt x="684467" y="0"/>
                    </a:lnTo>
                    <a:close/>
                  </a:path>
                </a:pathLst>
              </a:custGeom>
              <a:solidFill>
                <a:srgbClr val="3BBB8E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62015" y="4082515"/>
                <a:ext cx="829607" cy="2845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CONTENT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931283" y="4825556"/>
              <a:ext cx="6291072" cy="1063752"/>
              <a:chOff x="4931283" y="4825556"/>
              <a:chExt cx="6291072" cy="106375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931283" y="4825556"/>
                <a:ext cx="6291072" cy="1063752"/>
              </a:xfrm>
              <a:custGeom>
                <a:avLst/>
                <a:gdLst/>
                <a:ahLst/>
                <a:cxnLst/>
                <a:rect l="l" t="t" r="r" b="b"/>
                <a:pathLst>
                  <a:path w="6291072" h="1063752">
                    <a:moveTo>
                      <a:pt x="682561" y="0"/>
                    </a:moveTo>
                    <a:lnTo>
                      <a:pt x="5608606" y="0"/>
                    </a:lnTo>
                    <a:lnTo>
                      <a:pt x="6291072" y="1063752"/>
                    </a:lnTo>
                    <a:lnTo>
                      <a:pt x="0" y="1063752"/>
                    </a:lnTo>
                    <a:lnTo>
                      <a:pt x="682561" y="0"/>
                    </a:lnTo>
                    <a:close/>
                  </a:path>
                </a:pathLst>
              </a:custGeom>
              <a:solidFill>
                <a:srgbClr val="009056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62015" y="5250756"/>
                <a:ext cx="829607" cy="2845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CONTENT</a:t>
                </a:r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19" name="Rectangle 19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02772" y="1324642"/>
            <a:ext cx="3559683" cy="876586"/>
            <a:chOff x="1602772" y="1324642"/>
            <a:chExt cx="3559683" cy="876586"/>
          </a:xfrm>
        </p:grpSpPr>
        <p:sp>
          <p:nvSpPr>
            <p:cNvPr id="22" name="Rectangle 22"/>
            <p:cNvSpPr/>
            <p:nvPr/>
          </p:nvSpPr>
          <p:spPr>
            <a:xfrm>
              <a:off x="1602772" y="1324642"/>
              <a:ext cx="3559683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71352" y="1497330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這裡說明表格內容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71352" y="1771650"/>
              <a:ext cx="23620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 rot="-5400000">
            <a:off x="3345323" y="3018996"/>
            <a:ext cx="831247" cy="2340483"/>
            <a:chOff x="3345466" y="3018949"/>
            <a:chExt cx="831247" cy="2340483"/>
          </a:xfrm>
        </p:grpSpPr>
        <p:sp>
          <p:nvSpPr>
            <p:cNvPr id="26" name="Rectangle 26"/>
            <p:cNvSpPr/>
            <p:nvPr/>
          </p:nvSpPr>
          <p:spPr>
            <a:xfrm>
              <a:off x="3345466" y="3018949"/>
              <a:ext cx="831247" cy="2340483"/>
            </a:xfrm>
            <a:prstGeom prst="rect">
              <a:avLst/>
            </a:prstGeom>
            <a:solidFill>
              <a:srgbClr val="F3FC78"/>
            </a:solidFill>
            <a:ln w="9525">
              <a:solidFill>
                <a:srgbClr val="F3FC78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2766632" y="3764375"/>
            <a:ext cx="1953673" cy="876586"/>
            <a:chOff x="2766632" y="3764375"/>
            <a:chExt cx="1953673" cy="876586"/>
          </a:xfrm>
        </p:grpSpPr>
        <p:sp>
          <p:nvSpPr>
            <p:cNvPr id="28" name="Rectangle 28"/>
            <p:cNvSpPr/>
            <p:nvPr/>
          </p:nvSpPr>
          <p:spPr>
            <a:xfrm>
              <a:off x="2766632" y="3764375"/>
              <a:ext cx="1953673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835116" y="3810095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9056"/>
                  </a:solidFill>
                  <a:latin typeface="Segoe UI"/>
                  <a:ea typeface="Microsoft YaHei"/>
                  <a:cs typeface="Segoe UI"/>
                </a:rPr>
                <a:t>重要訊息標示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35116" y="4084415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9056"/>
                  </a:solidFill>
                  <a:latin typeface="Segoe UI"/>
                  <a:ea typeface="Microsoft YaHei"/>
                  <a:cs typeface="Segoe UI"/>
                </a:rPr>
                <a:t>Key points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1" grpId="0"/>
      <p:bldP spid="25" grpId="0"/>
      <p:bldP spid="27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26133" y="1537335"/>
            <a:ext cx="3559683" cy="902684"/>
            <a:chOff x="1826133" y="1537335"/>
            <a:chExt cx="3559683" cy="902684"/>
          </a:xfrm>
        </p:grpSpPr>
        <p:sp>
          <p:nvSpPr>
            <p:cNvPr id="6" name="Rectangle 6"/>
            <p:cNvSpPr/>
            <p:nvPr/>
          </p:nvSpPr>
          <p:spPr>
            <a:xfrm>
              <a:off x="1826133" y="1537335"/>
              <a:ext cx="3559683" cy="90268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02238" y="1583055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這裡說明第一項的內容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02238" y="1765935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內容內容內容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10200" y="911924"/>
            <a:ext cx="7632192" cy="7548372"/>
            <a:chOff x="5410200" y="911924"/>
            <a:chExt cx="7632192" cy="7548372"/>
          </a:xfrm>
        </p:grpSpPr>
        <p:sp>
          <p:nvSpPr>
            <p:cNvPr id="10" name="Ellipse 10"/>
            <p:cNvSpPr/>
            <p:nvPr/>
          </p:nvSpPr>
          <p:spPr>
            <a:xfrm>
              <a:off x="5410200" y="911924"/>
              <a:ext cx="7632192" cy="7548372"/>
            </a:xfrm>
            <a:prstGeom prst="ellipse">
              <a:avLst/>
            </a:prstGeom>
            <a:solidFill>
              <a:srgbClr val="9AE992">
                <a:alpha val="4745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729698" y="2216848"/>
            <a:ext cx="4993196" cy="4938522"/>
            <a:chOff x="6729698" y="2216848"/>
            <a:chExt cx="4993196" cy="4938522"/>
          </a:xfrm>
        </p:grpSpPr>
        <p:sp>
          <p:nvSpPr>
            <p:cNvPr id="12" name="Ellipse 12"/>
            <p:cNvSpPr/>
            <p:nvPr/>
          </p:nvSpPr>
          <p:spPr>
            <a:xfrm>
              <a:off x="6729698" y="2216848"/>
              <a:ext cx="4993196" cy="4938522"/>
            </a:xfrm>
            <a:prstGeom prst="ellipse">
              <a:avLst/>
            </a:prstGeom>
            <a:solidFill>
              <a:srgbClr val="3BBB8E">
                <a:alpha val="6549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790783" y="3266408"/>
            <a:ext cx="2871026" cy="2839402"/>
            <a:chOff x="7790783" y="3266408"/>
            <a:chExt cx="2871026" cy="2839402"/>
          </a:xfrm>
        </p:grpSpPr>
        <p:sp>
          <p:nvSpPr>
            <p:cNvPr id="14" name="Ellipse 14"/>
            <p:cNvSpPr/>
            <p:nvPr/>
          </p:nvSpPr>
          <p:spPr>
            <a:xfrm>
              <a:off x="7790783" y="3266408"/>
              <a:ext cx="2871026" cy="2839402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388286" y="3655124"/>
            <a:ext cx="1676019" cy="636460"/>
            <a:chOff x="8388286" y="3655124"/>
            <a:chExt cx="1676019" cy="636460"/>
          </a:xfrm>
        </p:grpSpPr>
        <p:sp>
          <p:nvSpPr>
            <p:cNvPr id="16" name="Rectangle 16"/>
            <p:cNvSpPr/>
            <p:nvPr/>
          </p:nvSpPr>
          <p:spPr>
            <a:xfrm>
              <a:off x="8388286" y="3655124"/>
              <a:ext cx="1676019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95766" y="3803904"/>
              <a:ext cx="86106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10.5K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88286" y="2510123"/>
            <a:ext cx="1676019" cy="636365"/>
            <a:chOff x="8388286" y="2510123"/>
            <a:chExt cx="1676019" cy="636365"/>
          </a:xfrm>
        </p:grpSpPr>
        <p:sp>
          <p:nvSpPr>
            <p:cNvPr id="19" name="Rectangle 19"/>
            <p:cNvSpPr/>
            <p:nvPr/>
          </p:nvSpPr>
          <p:spPr>
            <a:xfrm>
              <a:off x="8388286" y="2510123"/>
              <a:ext cx="1676019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55761" y="2658808"/>
              <a:ext cx="9410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20.5K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8286" y="1411891"/>
            <a:ext cx="1676019" cy="636365"/>
            <a:chOff x="8388286" y="1411891"/>
            <a:chExt cx="1676019" cy="636365"/>
          </a:xfrm>
        </p:grpSpPr>
        <p:sp>
          <p:nvSpPr>
            <p:cNvPr id="22" name="Rectangle 22"/>
            <p:cNvSpPr/>
            <p:nvPr/>
          </p:nvSpPr>
          <p:spPr>
            <a:xfrm>
              <a:off x="8388286" y="1411891"/>
              <a:ext cx="1676019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55761" y="1560576"/>
              <a:ext cx="9410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30.5K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43425" y="1946148"/>
            <a:ext cx="1953101" cy="1"/>
            <a:chOff x="4543425" y="1946148"/>
            <a:chExt cx="1953101" cy="1"/>
          </a:xfrm>
        </p:grpSpPr>
        <p:sp>
          <p:nvSpPr>
            <p:cNvPr id="25" name="Line 25"/>
            <p:cNvSpPr/>
            <p:nvPr/>
          </p:nvSpPr>
          <p:spPr>
            <a:xfrm>
              <a:off x="4543425" y="1946148"/>
              <a:ext cx="1953101" cy="1"/>
            </a:xfrm>
            <a:prstGeom prst="line">
              <a:avLst/>
            </a:prstGeom>
            <a:noFill/>
            <a:ln w="15240">
              <a:solidFill>
                <a:srgbClr val="D9D9D9"/>
              </a:solidFill>
              <a:headEnd type="oval" w="lg" len="lg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543425" y="3081909"/>
            <a:ext cx="2665476" cy="1"/>
            <a:chOff x="4543425" y="3081909"/>
            <a:chExt cx="2665476" cy="1"/>
          </a:xfrm>
        </p:grpSpPr>
        <p:sp>
          <p:nvSpPr>
            <p:cNvPr id="27" name="Line 27"/>
            <p:cNvSpPr/>
            <p:nvPr/>
          </p:nvSpPr>
          <p:spPr>
            <a:xfrm>
              <a:off x="4543425" y="3081909"/>
              <a:ext cx="2665476" cy="1"/>
            </a:xfrm>
            <a:prstGeom prst="line">
              <a:avLst/>
            </a:prstGeom>
            <a:noFill/>
            <a:ln w="15240">
              <a:solidFill>
                <a:srgbClr val="D9D9D9"/>
              </a:solidFill>
              <a:headEnd type="oval" w="lg" len="lg"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543425" y="4069842"/>
            <a:ext cx="3247358" cy="1"/>
            <a:chOff x="4543425" y="4069842"/>
            <a:chExt cx="3247358" cy="1"/>
          </a:xfrm>
        </p:grpSpPr>
        <p:sp>
          <p:nvSpPr>
            <p:cNvPr id="29" name="Line 29"/>
            <p:cNvSpPr/>
            <p:nvPr/>
          </p:nvSpPr>
          <p:spPr>
            <a:xfrm>
              <a:off x="4543425" y="4069842"/>
              <a:ext cx="3247358" cy="1"/>
            </a:xfrm>
            <a:prstGeom prst="line">
              <a:avLst/>
            </a:prstGeom>
            <a:noFill/>
            <a:ln w="15240">
              <a:solidFill>
                <a:srgbClr val="D9D9D9"/>
              </a:solidFill>
              <a:headEnd type="oval" w="lg" len="lg"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826133" y="2673096"/>
            <a:ext cx="3559683" cy="902684"/>
            <a:chOff x="1826133" y="2673096"/>
            <a:chExt cx="3559683" cy="902684"/>
          </a:xfrm>
        </p:grpSpPr>
        <p:sp>
          <p:nvSpPr>
            <p:cNvPr id="31" name="Rectangle 31"/>
            <p:cNvSpPr/>
            <p:nvPr/>
          </p:nvSpPr>
          <p:spPr>
            <a:xfrm>
              <a:off x="1826133" y="2673096"/>
              <a:ext cx="3559683" cy="90268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02238" y="2718816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這裡說明第二項的內容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02238" y="2901696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內容內容內容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826133" y="3661029"/>
            <a:ext cx="3559683" cy="902684"/>
            <a:chOff x="1826133" y="3661029"/>
            <a:chExt cx="3559683" cy="902684"/>
          </a:xfrm>
        </p:grpSpPr>
        <p:sp>
          <p:nvSpPr>
            <p:cNvPr id="35" name="Rectangle 35"/>
            <p:cNvSpPr/>
            <p:nvPr/>
          </p:nvSpPr>
          <p:spPr>
            <a:xfrm>
              <a:off x="1826133" y="3661029"/>
              <a:ext cx="3559683" cy="90268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902238" y="3706654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這裡說明第三項的內容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02238" y="3889534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內容內容內容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39" name="Rectangle 39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3" grpId="0"/>
      <p:bldP spid="15" grpId="0"/>
      <p:bldP spid="18" grpId="0"/>
      <p:bldP spid="21" grpId="0"/>
      <p:bldP spid="24" grpId="0"/>
      <p:bldP spid="26" grpId="0"/>
      <p:bldP spid="28" grpId="0"/>
      <p:bldP spid="30" grpId="0"/>
      <p:bldP spid="34" grpId="0"/>
      <p:bldP spid="38" grpId="0"/>
      <p:bldP spid="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783812" y="3429000"/>
            <a:ext cx="11408188" cy="3429000"/>
            <a:chOff x="783812" y="3429000"/>
            <a:chExt cx="11408188" cy="3429000"/>
          </a:xfrm>
        </p:grpSpPr>
        <p:sp>
          <p:nvSpPr>
            <p:cNvPr id="3" name="Rectangle 3"/>
            <p:cNvSpPr/>
            <p:nvPr/>
          </p:nvSpPr>
          <p:spPr>
            <a:xfrm>
              <a:off x="783812" y="3429000"/>
              <a:ext cx="11408188" cy="3429000"/>
            </a:xfrm>
            <a:prstGeom prst="rect">
              <a:avLst/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816322" y="3410522"/>
            <a:ext cx="10375678" cy="45720"/>
            <a:chOff x="1816322" y="3410522"/>
            <a:chExt cx="10375678" cy="45720"/>
          </a:xfrm>
        </p:grpSpPr>
        <p:sp>
          <p:nvSpPr>
            <p:cNvPr id="5" name="Rectangle 5"/>
            <p:cNvSpPr/>
            <p:nvPr/>
          </p:nvSpPr>
          <p:spPr>
            <a:xfrm>
              <a:off x="1816322" y="3410522"/>
              <a:ext cx="10375678" cy="4572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602772" y="673894"/>
            <a:ext cx="3559683" cy="482822"/>
            <a:chOff x="1602772" y="673894"/>
            <a:chExt cx="3559683" cy="482822"/>
          </a:xfrm>
        </p:grpSpPr>
        <p:sp>
          <p:nvSpPr>
            <p:cNvPr id="7" name="Rectangle 7"/>
            <p:cNvSpPr/>
            <p:nvPr/>
          </p:nvSpPr>
          <p:spPr>
            <a:xfrm>
              <a:off x="1602772" y="673894"/>
              <a:ext cx="3559683" cy="48282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3895" y="719609"/>
              <a:ext cx="600616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7262" y="3372612"/>
            <a:ext cx="115824" cy="115824"/>
            <a:chOff x="1717262" y="3372612"/>
            <a:chExt cx="115824" cy="115824"/>
          </a:xfrm>
        </p:grpSpPr>
        <p:sp>
          <p:nvSpPr>
            <p:cNvPr id="10" name="Ellipse 10"/>
            <p:cNvSpPr/>
            <p:nvPr/>
          </p:nvSpPr>
          <p:spPr>
            <a:xfrm>
              <a:off x="1717262" y="3372612"/>
              <a:ext cx="115824" cy="115824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653540" y="1180148"/>
            <a:ext cx="1003173" cy="497847"/>
            <a:chOff x="1653540" y="1180148"/>
            <a:chExt cx="1003173" cy="497847"/>
          </a:xfrm>
        </p:grpSpPr>
        <p:sp>
          <p:nvSpPr>
            <p:cNvPr id="12" name="Rectangle 12"/>
            <p:cNvSpPr/>
            <p:nvPr/>
          </p:nvSpPr>
          <p:spPr>
            <a:xfrm>
              <a:off x="1653540" y="1180148"/>
              <a:ext cx="1003173" cy="48282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24568" y="1352926"/>
              <a:ext cx="667814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Step 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53540" y="1536287"/>
            <a:ext cx="2301812" cy="902684"/>
            <a:chOff x="1653540" y="1536287"/>
            <a:chExt cx="2301812" cy="902684"/>
          </a:xfrm>
        </p:grpSpPr>
        <p:sp>
          <p:nvSpPr>
            <p:cNvPr id="15" name="Rectangle 15"/>
            <p:cNvSpPr/>
            <p:nvPr/>
          </p:nvSpPr>
          <p:spPr>
            <a:xfrm>
              <a:off x="1653540" y="1536287"/>
              <a:ext cx="2301812" cy="90268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29645" y="1582007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這裡說明第一項的內容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29645" y="1764887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內容內容內容內容內容內容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29645" y="1947767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內容內容內容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17262" y="2524506"/>
            <a:ext cx="1430464" cy="348996"/>
            <a:chOff x="1717262" y="2524506"/>
            <a:chExt cx="1430464" cy="348996"/>
          </a:xfrm>
        </p:grpSpPr>
        <p:sp>
          <p:nvSpPr>
            <p:cNvPr id="20" name="Rectangle 20"/>
            <p:cNvSpPr/>
            <p:nvPr/>
          </p:nvSpPr>
          <p:spPr>
            <a:xfrm>
              <a:off x="1717262" y="2524506"/>
              <a:ext cx="1430464" cy="348996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22062" y="2615094"/>
              <a:ext cx="621055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01204" y="3372612"/>
            <a:ext cx="115824" cy="115824"/>
            <a:chOff x="4301204" y="3372612"/>
            <a:chExt cx="115824" cy="115824"/>
          </a:xfrm>
        </p:grpSpPr>
        <p:sp>
          <p:nvSpPr>
            <p:cNvPr id="23" name="Ellipse 23"/>
            <p:cNvSpPr/>
            <p:nvPr/>
          </p:nvSpPr>
          <p:spPr>
            <a:xfrm>
              <a:off x="4301204" y="3372612"/>
              <a:ext cx="115824" cy="115824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892290" y="3380613"/>
            <a:ext cx="115824" cy="115824"/>
            <a:chOff x="6892290" y="3380613"/>
            <a:chExt cx="115824" cy="115824"/>
          </a:xfrm>
        </p:grpSpPr>
        <p:sp>
          <p:nvSpPr>
            <p:cNvPr id="25" name="Ellipse 25"/>
            <p:cNvSpPr/>
            <p:nvPr/>
          </p:nvSpPr>
          <p:spPr>
            <a:xfrm>
              <a:off x="6892290" y="3380613"/>
              <a:ext cx="115824" cy="115824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484233" y="3380613"/>
            <a:ext cx="115824" cy="115824"/>
            <a:chOff x="9484233" y="3380613"/>
            <a:chExt cx="115824" cy="115824"/>
          </a:xfrm>
        </p:grpSpPr>
        <p:sp>
          <p:nvSpPr>
            <p:cNvPr id="27" name="Ellipse 27"/>
            <p:cNvSpPr/>
            <p:nvPr/>
          </p:nvSpPr>
          <p:spPr>
            <a:xfrm>
              <a:off x="9484233" y="3380613"/>
              <a:ext cx="115824" cy="115824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168045" y="3963352"/>
            <a:ext cx="1003173" cy="497848"/>
            <a:chOff x="4168045" y="3963352"/>
            <a:chExt cx="1003173" cy="497848"/>
          </a:xfrm>
        </p:grpSpPr>
        <p:sp>
          <p:nvSpPr>
            <p:cNvPr id="29" name="Rectangle 29"/>
            <p:cNvSpPr/>
            <p:nvPr/>
          </p:nvSpPr>
          <p:spPr>
            <a:xfrm>
              <a:off x="4168045" y="3963352"/>
              <a:ext cx="1003173" cy="48282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39168" y="4136131"/>
              <a:ext cx="723812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Step 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168045" y="4319492"/>
            <a:ext cx="2301812" cy="902684"/>
            <a:chOff x="4168045" y="4319492"/>
            <a:chExt cx="2301812" cy="902684"/>
          </a:xfrm>
        </p:grpSpPr>
        <p:sp>
          <p:nvSpPr>
            <p:cNvPr id="32" name="Rectangle 32"/>
            <p:cNvSpPr/>
            <p:nvPr/>
          </p:nvSpPr>
          <p:spPr>
            <a:xfrm>
              <a:off x="4168045" y="4319492"/>
              <a:ext cx="2301812" cy="90268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44245" y="4365212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這裡說明第一項的內容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44245" y="4548092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內容內容內容內容內容內容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44245" y="4730972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內容內容內容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31767" y="5307711"/>
            <a:ext cx="1430464" cy="348996"/>
            <a:chOff x="4231767" y="5307711"/>
            <a:chExt cx="1430464" cy="348996"/>
          </a:xfrm>
        </p:grpSpPr>
        <p:sp>
          <p:nvSpPr>
            <p:cNvPr id="37" name="Rectangle 37"/>
            <p:cNvSpPr/>
            <p:nvPr/>
          </p:nvSpPr>
          <p:spPr>
            <a:xfrm>
              <a:off x="4231767" y="5307711"/>
              <a:ext cx="1430464" cy="348996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36567" y="5398299"/>
              <a:ext cx="621055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31425" y="1180148"/>
            <a:ext cx="1003173" cy="497847"/>
            <a:chOff x="6831425" y="1180148"/>
            <a:chExt cx="1003173" cy="497847"/>
          </a:xfrm>
        </p:grpSpPr>
        <p:sp>
          <p:nvSpPr>
            <p:cNvPr id="40" name="Rectangle 40"/>
            <p:cNvSpPr/>
            <p:nvPr/>
          </p:nvSpPr>
          <p:spPr>
            <a:xfrm>
              <a:off x="6831425" y="1180148"/>
              <a:ext cx="1003173" cy="48282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02548" y="1352926"/>
              <a:ext cx="723812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Step 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31425" y="1536287"/>
            <a:ext cx="2301812" cy="902684"/>
            <a:chOff x="6831425" y="1536287"/>
            <a:chExt cx="2301812" cy="902684"/>
          </a:xfrm>
        </p:grpSpPr>
        <p:sp>
          <p:nvSpPr>
            <p:cNvPr id="43" name="Rectangle 43"/>
            <p:cNvSpPr/>
            <p:nvPr/>
          </p:nvSpPr>
          <p:spPr>
            <a:xfrm>
              <a:off x="6831425" y="1536287"/>
              <a:ext cx="2301812" cy="90268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07625" y="1582007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這裡說明第一項的內容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7625" y="1764887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內容內容內容內容內容內容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7625" y="1947767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內容內容內容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895148" y="2524506"/>
            <a:ext cx="1430464" cy="348996"/>
            <a:chOff x="6895148" y="2524506"/>
            <a:chExt cx="1430464" cy="348996"/>
          </a:xfrm>
        </p:grpSpPr>
        <p:sp>
          <p:nvSpPr>
            <p:cNvPr id="48" name="Rectangle 48"/>
            <p:cNvSpPr/>
            <p:nvPr/>
          </p:nvSpPr>
          <p:spPr>
            <a:xfrm>
              <a:off x="6895148" y="2524506"/>
              <a:ext cx="1430464" cy="348996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99947" y="2615094"/>
              <a:ext cx="621055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423273" y="3944874"/>
            <a:ext cx="1003173" cy="497752"/>
            <a:chOff x="9423273" y="3944874"/>
            <a:chExt cx="1003173" cy="497752"/>
          </a:xfrm>
        </p:grpSpPr>
        <p:sp>
          <p:nvSpPr>
            <p:cNvPr id="51" name="Rectangle 51"/>
            <p:cNvSpPr/>
            <p:nvPr/>
          </p:nvSpPr>
          <p:spPr>
            <a:xfrm>
              <a:off x="9423273" y="3944874"/>
              <a:ext cx="1003173" cy="48282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94396" y="4117557"/>
              <a:ext cx="723812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Step 4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423273" y="4301014"/>
            <a:ext cx="2301812" cy="902684"/>
            <a:chOff x="9423273" y="4301014"/>
            <a:chExt cx="2301812" cy="902684"/>
          </a:xfrm>
        </p:grpSpPr>
        <p:sp>
          <p:nvSpPr>
            <p:cNvPr id="54" name="Rectangle 54"/>
            <p:cNvSpPr/>
            <p:nvPr/>
          </p:nvSpPr>
          <p:spPr>
            <a:xfrm>
              <a:off x="9423273" y="4301014"/>
              <a:ext cx="2301812" cy="90268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99473" y="4346638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這裡說明第一項的內容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99473" y="4529518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內容內容內容內容內容內容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99473" y="4712398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內容內容內容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487090" y="5289137"/>
            <a:ext cx="1430464" cy="348996"/>
            <a:chOff x="9487090" y="5289137"/>
            <a:chExt cx="1430464" cy="348996"/>
          </a:xfrm>
        </p:grpSpPr>
        <p:sp>
          <p:nvSpPr>
            <p:cNvPr id="59" name="Rectangle 59"/>
            <p:cNvSpPr/>
            <p:nvPr/>
          </p:nvSpPr>
          <p:spPr>
            <a:xfrm>
              <a:off x="9487090" y="5289137"/>
              <a:ext cx="1430464" cy="348996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891795" y="5379820"/>
              <a:ext cx="621055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62" name="Rectangle 62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1" grpId="0"/>
      <p:bldP spid="14" grpId="0"/>
      <p:bldP spid="19" grpId="0"/>
      <p:bldP spid="22" grpId="0"/>
      <p:bldP spid="24" grpId="0"/>
      <p:bldP spid="26" grpId="0"/>
      <p:bldP spid="28" grpId="0"/>
      <p:bldP spid="31" grpId="0"/>
      <p:bldP spid="36" grpId="0"/>
      <p:bldP spid="39" grpId="0"/>
      <p:bldP spid="42" grpId="0"/>
      <p:bldP spid="47" grpId="0"/>
      <p:bldP spid="50" grpId="0"/>
      <p:bldP spid="53" grpId="0"/>
      <p:bldP spid="58" grpId="0"/>
      <p:bldP spid="61" grpId="0"/>
      <p:bldP spid="6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49513" y="1742599"/>
            <a:ext cx="5844731" cy="3587496"/>
            <a:chOff x="5249513" y="1742599"/>
            <a:chExt cx="5844731" cy="3587496"/>
          </a:xfrm>
        </p:grpSpPr>
        <p:grpSp>
          <p:nvGrpSpPr>
            <p:cNvPr id="8" name="Group 8"/>
            <p:cNvGrpSpPr/>
            <p:nvPr/>
          </p:nvGrpSpPr>
          <p:grpSpPr>
            <a:xfrm>
              <a:off x="5249513" y="1742599"/>
              <a:ext cx="3587496" cy="3587496"/>
              <a:chOff x="5249513" y="1742599"/>
              <a:chExt cx="3587496" cy="3587496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5249513" y="1742599"/>
                <a:ext cx="3587496" cy="3587496"/>
              </a:xfrm>
              <a:prstGeom prst="ellipse">
                <a:avLst/>
              </a:prstGeom>
              <a:solidFill>
                <a:srgbClr val="6EDAA8">
                  <a:alpha val="74120"/>
                </a:srgbClr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924770" y="3353467"/>
                <a:ext cx="23698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dirty="0">
                    <a:solidFill>
                      <a:srgbClr val="1C7777"/>
                    </a:solidFill>
                    <a:latin typeface="Segoe UI"/>
                    <a:ea typeface="Microsoft YaHei"/>
                    <a:cs typeface="Segoe UI"/>
                  </a:rPr>
                  <a:t>A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7506748" y="1742599"/>
              <a:ext cx="3587496" cy="3587496"/>
              <a:chOff x="7506748" y="1742599"/>
              <a:chExt cx="3587496" cy="3587496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7506748" y="1742599"/>
                <a:ext cx="3587496" cy="3587496"/>
              </a:xfrm>
              <a:prstGeom prst="ellipse">
                <a:avLst/>
              </a:prstGeom>
              <a:solidFill>
                <a:srgbClr val="9AE992">
                  <a:alpha val="69800"/>
                </a:srgbClr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182005" y="3353467"/>
                <a:ext cx="23698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dirty="0">
                    <a:solidFill>
                      <a:srgbClr val="1C7777"/>
                    </a:solidFill>
                    <a:latin typeface="Segoe UI"/>
                    <a:ea typeface="Microsoft YaHei"/>
                    <a:cs typeface="Segoe UI"/>
                  </a:rPr>
                  <a:t>B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506748" y="2142934"/>
              <a:ext cx="1330261" cy="2786729"/>
              <a:chOff x="7506748" y="2142934"/>
              <a:chExt cx="1330261" cy="278672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506748" y="2142934"/>
                <a:ext cx="1330261" cy="2786729"/>
              </a:xfrm>
              <a:custGeom>
                <a:avLst/>
                <a:gdLst/>
                <a:ahLst/>
                <a:cxnLst/>
                <a:rect l="l" t="t" r="r" b="b"/>
                <a:pathLst>
                  <a:path w="1330261" h="2786729">
                    <a:moveTo>
                      <a:pt x="665131" y="0"/>
                    </a:moveTo>
                    <a:lnTo>
                      <a:pt x="677513" y="9239"/>
                    </a:lnTo>
                    <a:cubicBezTo>
                      <a:pt x="1076135" y="338233"/>
                      <a:pt x="1330261" y="836200"/>
                      <a:pt x="1330261" y="1393412"/>
                    </a:cubicBezTo>
                    <a:cubicBezTo>
                      <a:pt x="1330261" y="1950625"/>
                      <a:pt x="1076135" y="2448497"/>
                      <a:pt x="677513" y="2777490"/>
                    </a:cubicBezTo>
                    <a:lnTo>
                      <a:pt x="665131" y="2786729"/>
                    </a:lnTo>
                    <a:lnTo>
                      <a:pt x="652748" y="2777490"/>
                    </a:lnTo>
                    <a:cubicBezTo>
                      <a:pt x="254127" y="2448497"/>
                      <a:pt x="0" y="1950625"/>
                      <a:pt x="0" y="1393412"/>
                    </a:cubicBezTo>
                    <a:cubicBezTo>
                      <a:pt x="0" y="836200"/>
                      <a:pt x="254127" y="338233"/>
                      <a:pt x="652748" y="9239"/>
                    </a:cubicBezTo>
                    <a:lnTo>
                      <a:pt x="665131" y="0"/>
                    </a:lnTo>
                    <a:close/>
                  </a:path>
                </a:pathLst>
              </a:custGeom>
              <a:solidFill>
                <a:srgbClr val="00AA64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053388" y="3353467"/>
                <a:ext cx="23698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C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1602772" y="1324642"/>
            <a:ext cx="3559683" cy="876586"/>
            <a:chOff x="1602772" y="1324642"/>
            <a:chExt cx="3559683" cy="876586"/>
          </a:xfrm>
        </p:grpSpPr>
        <p:sp>
          <p:nvSpPr>
            <p:cNvPr id="16" name="Rectangle 16"/>
            <p:cNvSpPr/>
            <p:nvPr/>
          </p:nvSpPr>
          <p:spPr>
            <a:xfrm>
              <a:off x="1602772" y="1324642"/>
              <a:ext cx="3559683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71352" y="1497330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這裡說明表格內容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71352" y="1771650"/>
              <a:ext cx="23620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20" name="Rectangle 20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9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6171057" y="-712946"/>
            <a:ext cx="3219355" cy="8822531"/>
            <a:chOff x="6171057" y="-712851"/>
            <a:chExt cx="3219355" cy="8822531"/>
          </a:xfrm>
        </p:grpSpPr>
        <p:sp>
          <p:nvSpPr>
            <p:cNvPr id="6" name="Freeform 6"/>
            <p:cNvSpPr/>
            <p:nvPr/>
          </p:nvSpPr>
          <p:spPr>
            <a:xfrm>
              <a:off x="6171057" y="-712851"/>
              <a:ext cx="3219355" cy="882253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E7FFD2">
                <a:alpha val="60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602772" y="1927384"/>
            <a:ext cx="3541966" cy="3541966"/>
            <a:chOff x="1602772" y="1927384"/>
            <a:chExt cx="3541966" cy="3541966"/>
          </a:xfrm>
        </p:grpSpPr>
        <p:sp>
          <p:nvSpPr>
            <p:cNvPr id="8" name="Ellipse 8"/>
            <p:cNvSpPr/>
            <p:nvPr/>
          </p:nvSpPr>
          <p:spPr>
            <a:xfrm>
              <a:off x="1602772" y="1927384"/>
              <a:ext cx="3541966" cy="3541966"/>
            </a:xfrm>
            <a:prstGeom prst="ellipse">
              <a:avLst/>
            </a:prstGeom>
            <a:solidFill>
              <a:srgbClr val="9AE992"/>
            </a:solidFill>
            <a:ln w="152400">
              <a:solidFill>
                <a:srgbClr val="FFFFFF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2100929" y="2425541"/>
            <a:ext cx="2545652" cy="2545652"/>
            <a:chOff x="2100929" y="2425541"/>
            <a:chExt cx="2545652" cy="2545652"/>
          </a:xfrm>
        </p:grpSpPr>
        <p:sp>
          <p:nvSpPr>
            <p:cNvPr id="10" name="Ellipse 10"/>
            <p:cNvSpPr/>
            <p:nvPr/>
          </p:nvSpPr>
          <p:spPr>
            <a:xfrm>
              <a:off x="2100929" y="2425541"/>
              <a:ext cx="2545652" cy="2545652"/>
            </a:xfrm>
            <a:prstGeom prst="ellipse">
              <a:avLst/>
            </a:prstGeom>
            <a:solidFill>
              <a:srgbClr val="3BBB8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581751" y="2906363"/>
            <a:ext cx="1584008" cy="1584008"/>
            <a:chOff x="2581751" y="2906363"/>
            <a:chExt cx="1584008" cy="1584008"/>
          </a:xfrm>
        </p:grpSpPr>
        <p:sp>
          <p:nvSpPr>
            <p:cNvPr id="12" name="Ellipse 12"/>
            <p:cNvSpPr/>
            <p:nvPr/>
          </p:nvSpPr>
          <p:spPr>
            <a:xfrm>
              <a:off x="2581751" y="2906363"/>
              <a:ext cx="1584008" cy="1584008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982087" y="2088737"/>
            <a:ext cx="783336" cy="370784"/>
            <a:chOff x="2982087" y="2088737"/>
            <a:chExt cx="783336" cy="370784"/>
          </a:xfrm>
        </p:grpSpPr>
        <p:sp>
          <p:nvSpPr>
            <p:cNvPr id="14" name="Rectangle 14"/>
            <p:cNvSpPr/>
            <p:nvPr/>
          </p:nvSpPr>
          <p:spPr>
            <a:xfrm>
              <a:off x="2982087" y="2088737"/>
              <a:ext cx="783336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84647" y="2134452"/>
              <a:ext cx="578217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WHAT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030569" y="2560606"/>
            <a:ext cx="686372" cy="370879"/>
            <a:chOff x="3030569" y="2560606"/>
            <a:chExt cx="686372" cy="370879"/>
          </a:xfrm>
        </p:grpSpPr>
        <p:sp>
          <p:nvSpPr>
            <p:cNvPr id="17" name="Rectangle 17"/>
            <p:cNvSpPr/>
            <p:nvPr/>
          </p:nvSpPr>
          <p:spPr>
            <a:xfrm>
              <a:off x="3030569" y="2560606"/>
              <a:ext cx="686372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23845" y="2606416"/>
              <a:ext cx="499819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HOW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042571" y="3558540"/>
            <a:ext cx="662369" cy="370784"/>
            <a:chOff x="3042571" y="3558540"/>
            <a:chExt cx="662369" cy="370784"/>
          </a:xfrm>
        </p:grpSpPr>
        <p:sp>
          <p:nvSpPr>
            <p:cNvPr id="20" name="Rectangle 20"/>
            <p:cNvSpPr/>
            <p:nvPr/>
          </p:nvSpPr>
          <p:spPr>
            <a:xfrm>
              <a:off x="3042571" y="3558540"/>
              <a:ext cx="662369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46245" y="3604255"/>
              <a:ext cx="455021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WHY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219408" y="2528697"/>
            <a:ext cx="3376232" cy="426720"/>
            <a:chOff x="8219408" y="2528697"/>
            <a:chExt cx="3376232" cy="426720"/>
          </a:xfrm>
        </p:grpSpPr>
        <p:sp>
          <p:nvSpPr>
            <p:cNvPr id="23" name="Rectangle 23"/>
            <p:cNvSpPr/>
            <p:nvPr/>
          </p:nvSpPr>
          <p:spPr>
            <a:xfrm>
              <a:off x="8234648" y="2528697"/>
              <a:ext cx="3360992" cy="41681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19408" y="2528697"/>
              <a:ext cx="18627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 xml:space="preserve"> why 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的內容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9408" y="2711577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內容內容內容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19408" y="3472529"/>
            <a:ext cx="3376232" cy="426720"/>
            <a:chOff x="8219408" y="3472529"/>
            <a:chExt cx="3376232" cy="426720"/>
          </a:xfrm>
        </p:grpSpPr>
        <p:sp>
          <p:nvSpPr>
            <p:cNvPr id="27" name="Rectangle 27"/>
            <p:cNvSpPr/>
            <p:nvPr/>
          </p:nvSpPr>
          <p:spPr>
            <a:xfrm>
              <a:off x="8234648" y="3472529"/>
              <a:ext cx="3360992" cy="41681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19408" y="3472529"/>
              <a:ext cx="18627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 xml:space="preserve"> how 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的內容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19408" y="3655409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內容內容內容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89578" y="3356705"/>
            <a:ext cx="678752" cy="678752"/>
            <a:chOff x="7289578" y="3356705"/>
            <a:chExt cx="678752" cy="678752"/>
          </a:xfrm>
        </p:grpSpPr>
        <p:sp>
          <p:nvSpPr>
            <p:cNvPr id="31" name="Ellipse 31"/>
            <p:cNvSpPr/>
            <p:nvPr/>
          </p:nvSpPr>
          <p:spPr>
            <a:xfrm>
              <a:off x="7289578" y="3356705"/>
              <a:ext cx="678752" cy="678752"/>
            </a:xfrm>
            <a:prstGeom prst="ellipse">
              <a:avLst/>
            </a:prstGeom>
            <a:solidFill>
              <a:srgbClr val="3BBB8E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8219408" y="4416362"/>
            <a:ext cx="3376232" cy="426720"/>
            <a:chOff x="8219408" y="4416362"/>
            <a:chExt cx="3376232" cy="426720"/>
          </a:xfrm>
        </p:grpSpPr>
        <p:sp>
          <p:nvSpPr>
            <p:cNvPr id="33" name="Rectangle 33"/>
            <p:cNvSpPr/>
            <p:nvPr/>
          </p:nvSpPr>
          <p:spPr>
            <a:xfrm>
              <a:off x="8234648" y="4416362"/>
              <a:ext cx="3360992" cy="41681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19408" y="4416362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 xml:space="preserve"> what 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的內容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19408" y="4599242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內容內容內容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35256" y="4518755"/>
            <a:ext cx="708088" cy="325160"/>
            <a:chOff x="6235256" y="4518755"/>
            <a:chExt cx="708088" cy="325160"/>
          </a:xfrm>
        </p:grpSpPr>
        <p:sp>
          <p:nvSpPr>
            <p:cNvPr id="37" name="Rectangle 37"/>
            <p:cNvSpPr/>
            <p:nvPr/>
          </p:nvSpPr>
          <p:spPr>
            <a:xfrm>
              <a:off x="6235256" y="4518755"/>
              <a:ext cx="708088" cy="24622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0191" y="4518846"/>
              <a:ext cx="578217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WHAT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35256" y="3572923"/>
            <a:ext cx="708088" cy="325159"/>
            <a:chOff x="6235256" y="3572923"/>
            <a:chExt cx="708088" cy="325159"/>
          </a:xfrm>
        </p:grpSpPr>
        <p:sp>
          <p:nvSpPr>
            <p:cNvPr id="40" name="Rectangle 40"/>
            <p:cNvSpPr/>
            <p:nvPr/>
          </p:nvSpPr>
          <p:spPr>
            <a:xfrm>
              <a:off x="6235256" y="3572923"/>
              <a:ext cx="708088" cy="24622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39390" y="3573013"/>
              <a:ext cx="499819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HOW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35256" y="2627181"/>
            <a:ext cx="708088" cy="325069"/>
            <a:chOff x="6235256" y="2627181"/>
            <a:chExt cx="708088" cy="325069"/>
          </a:xfrm>
        </p:grpSpPr>
        <p:sp>
          <p:nvSpPr>
            <p:cNvPr id="43" name="Rectangle 43"/>
            <p:cNvSpPr/>
            <p:nvPr/>
          </p:nvSpPr>
          <p:spPr>
            <a:xfrm>
              <a:off x="6235256" y="2627186"/>
              <a:ext cx="708088" cy="24622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61789" y="2627181"/>
              <a:ext cx="455021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WHY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646581" y="4641914"/>
            <a:ext cx="1242441" cy="1"/>
            <a:chOff x="4646581" y="4641914"/>
            <a:chExt cx="1242441" cy="1"/>
          </a:xfrm>
        </p:grpSpPr>
        <p:sp>
          <p:nvSpPr>
            <p:cNvPr id="46" name="Line 46"/>
            <p:cNvSpPr/>
            <p:nvPr/>
          </p:nvSpPr>
          <p:spPr>
            <a:xfrm flipH="1">
              <a:off x="4646581" y="4641914"/>
              <a:ext cx="1242441" cy="1"/>
            </a:xfrm>
            <a:prstGeom prst="line">
              <a:avLst/>
            </a:prstGeom>
            <a:noFill/>
            <a:ln w="9525">
              <a:solidFill>
                <a:srgbClr val="4D9FF3"/>
              </a:solidFill>
              <a:headEnd type="oval" w="lg" len="lg"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4646581" y="3696081"/>
            <a:ext cx="1242441" cy="2286"/>
            <a:chOff x="4646581" y="3696081"/>
            <a:chExt cx="1242441" cy="2286"/>
          </a:xfrm>
        </p:grpSpPr>
        <p:sp>
          <p:nvSpPr>
            <p:cNvPr id="48" name="Line 48"/>
            <p:cNvSpPr/>
            <p:nvPr/>
          </p:nvSpPr>
          <p:spPr>
            <a:xfrm flipH="1">
              <a:off x="4646581" y="3696081"/>
              <a:ext cx="1242441" cy="2286"/>
            </a:xfrm>
            <a:prstGeom prst="line">
              <a:avLst/>
            </a:prstGeom>
            <a:noFill/>
            <a:ln w="9525">
              <a:solidFill>
                <a:srgbClr val="4D9FF3"/>
              </a:solidFill>
              <a:headEnd type="oval" w="lg" len="lg"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369939" y="3224117"/>
            <a:ext cx="5225701" cy="953358"/>
            <a:chOff x="6369939" y="3224117"/>
            <a:chExt cx="5225701" cy="953358"/>
          </a:xfrm>
        </p:grpSpPr>
        <p:sp>
          <p:nvSpPr>
            <p:cNvPr id="50" name="Line 50"/>
            <p:cNvSpPr/>
            <p:nvPr/>
          </p:nvSpPr>
          <p:spPr>
            <a:xfrm>
              <a:off x="6369939" y="3224117"/>
              <a:ext cx="5225701" cy="9525"/>
            </a:xfrm>
            <a:custGeom>
              <a:avLst/>
              <a:gdLst/>
              <a:ahLst/>
              <a:cxnLst/>
              <a:rect l="l" t="t" r="r" b="b"/>
              <a:pathLst>
                <a:path w="5225701" h="9525">
                  <a:moveTo>
                    <a:pt x="0" y="0"/>
                  </a:moveTo>
                  <a:lnTo>
                    <a:pt x="5225701" y="0"/>
                  </a:lnTo>
                </a:path>
              </a:pathLst>
            </a:custGeom>
            <a:noFill/>
            <a:ln w="3172">
              <a:solidFill>
                <a:srgbClr val="BFBFBF"/>
              </a:solidFill>
              <a:prstDash val="dash"/>
            </a:ln>
          </p:spPr>
        </p:sp>
        <p:sp>
          <p:nvSpPr>
            <p:cNvPr id="51" name="Line 51"/>
            <p:cNvSpPr/>
            <p:nvPr/>
          </p:nvSpPr>
          <p:spPr>
            <a:xfrm>
              <a:off x="6369939" y="4167950"/>
              <a:ext cx="5225701" cy="9525"/>
            </a:xfrm>
            <a:custGeom>
              <a:avLst/>
              <a:gdLst/>
              <a:ahLst/>
              <a:cxnLst/>
              <a:rect l="l" t="t" r="r" b="b"/>
              <a:pathLst>
                <a:path w="5225701" h="9525">
                  <a:moveTo>
                    <a:pt x="0" y="0"/>
                  </a:moveTo>
                  <a:lnTo>
                    <a:pt x="5225701" y="0"/>
                  </a:lnTo>
                </a:path>
              </a:pathLst>
            </a:custGeom>
            <a:noFill/>
            <a:ln w="3172">
              <a:solidFill>
                <a:srgbClr val="BFBFBF"/>
              </a:solidFill>
              <a:prstDash val="dash"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7289578" y="4302538"/>
            <a:ext cx="678752" cy="678752"/>
            <a:chOff x="7289578" y="4302538"/>
            <a:chExt cx="678752" cy="678752"/>
          </a:xfrm>
        </p:grpSpPr>
        <p:sp>
          <p:nvSpPr>
            <p:cNvPr id="53" name="Ellipse 53"/>
            <p:cNvSpPr/>
            <p:nvPr/>
          </p:nvSpPr>
          <p:spPr>
            <a:xfrm>
              <a:off x="7289578" y="4302538"/>
              <a:ext cx="678752" cy="678752"/>
            </a:xfrm>
            <a:prstGeom prst="ellipse">
              <a:avLst/>
            </a:prstGeom>
            <a:solidFill>
              <a:srgbClr val="9AE992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7289578" y="2410873"/>
            <a:ext cx="678752" cy="678752"/>
            <a:chOff x="7289578" y="2410873"/>
            <a:chExt cx="678752" cy="678752"/>
          </a:xfrm>
        </p:grpSpPr>
        <p:sp>
          <p:nvSpPr>
            <p:cNvPr id="55" name="Ellipse 55"/>
            <p:cNvSpPr/>
            <p:nvPr/>
          </p:nvSpPr>
          <p:spPr>
            <a:xfrm>
              <a:off x="7289578" y="2410873"/>
              <a:ext cx="678752" cy="678752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7488746" y="4502372"/>
            <a:ext cx="288131" cy="288131"/>
            <a:chOff x="7488746" y="4502372"/>
            <a:chExt cx="288131" cy="288131"/>
          </a:xfrm>
        </p:grpSpPr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8746" y="4502372"/>
              <a:ext cx="288131" cy="288131"/>
            </a:xfrm>
            <a:prstGeom prst="rect">
              <a:avLst/>
            </a:prstGeom>
          </p:spPr>
        </p:pic>
      </p:grpSp>
      <p:grpSp>
        <p:nvGrpSpPr>
          <p:cNvPr id="60" name="Group 60"/>
          <p:cNvGrpSpPr/>
          <p:nvPr/>
        </p:nvGrpSpPr>
        <p:grpSpPr>
          <a:xfrm>
            <a:off x="7488746" y="3558540"/>
            <a:ext cx="288131" cy="288131"/>
            <a:chOff x="7488746" y="3558540"/>
            <a:chExt cx="288131" cy="288131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88746" y="3558540"/>
              <a:ext cx="288131" cy="288131"/>
            </a:xfrm>
            <a:prstGeom prst="rect">
              <a:avLst/>
            </a:prstGeom>
          </p:spPr>
        </p:pic>
      </p:grpSp>
      <p:grpSp>
        <p:nvGrpSpPr>
          <p:cNvPr id="62" name="Group 62"/>
          <p:cNvGrpSpPr/>
          <p:nvPr/>
        </p:nvGrpSpPr>
        <p:grpSpPr>
          <a:xfrm>
            <a:off x="7488746" y="2597563"/>
            <a:ext cx="288131" cy="288131"/>
            <a:chOff x="7488746" y="2597563"/>
            <a:chExt cx="288131" cy="288131"/>
          </a:xfrm>
        </p:grpSpPr>
        <p:pic>
          <p:nvPicPr>
            <p:cNvPr id="61" name="Image 6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88746" y="2597563"/>
              <a:ext cx="288131" cy="288131"/>
            </a:xfrm>
            <a:prstGeom prst="rect">
              <a:avLst/>
            </a:prstGeom>
          </p:spPr>
        </p:pic>
      </p:grpSp>
      <p:grpSp>
        <p:nvGrpSpPr>
          <p:cNvPr id="65" name="Group 65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63" name="Rectangle 63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6" grpId="0"/>
      <p:bldP spid="19" grpId="0"/>
      <p:bldP spid="22" grpId="0"/>
      <p:bldP spid="26" grpId="0"/>
      <p:bldP spid="30" grpId="0"/>
      <p:bldP spid="32" grpId="0"/>
      <p:bldP spid="36" grpId="0"/>
      <p:bldP spid="39" grpId="0"/>
      <p:bldP spid="42" grpId="0"/>
      <p:bldP spid="45" grpId="0"/>
      <p:bldP spid="47" grpId="0"/>
      <p:bldP spid="49" grpId="0"/>
      <p:bldP spid="52" grpId="0"/>
      <p:bldP spid="54" grpId="0"/>
      <p:bldP spid="56" grpId="0"/>
      <p:bldP spid="58" grpId="0"/>
      <p:bldP spid="60" grpId="0"/>
      <p:bldP spid="62" grpId="0"/>
      <p:bldP spid="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457164" y="909447"/>
            <a:ext cx="7569232" cy="4066032"/>
            <a:chOff x="2457164" y="909447"/>
            <a:chExt cx="7569232" cy="406603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7164" y="909447"/>
              <a:ext cx="7569136" cy="4066032"/>
            </a:xfrm>
            <a:custGeom>
              <a:avLst/>
              <a:gdLst/>
              <a:ahLst/>
              <a:cxnLst/>
              <a:rect l="l" t="t" r="r" b="b"/>
              <a:pathLst>
                <a:path w="7569136" h="4066032">
                  <a:moveTo>
                    <a:pt x="0" y="0"/>
                  </a:moveTo>
                  <a:lnTo>
                    <a:pt x="7569232" y="0"/>
                  </a:lnTo>
                  <a:lnTo>
                    <a:pt x="7569232" y="4066032"/>
                  </a:lnTo>
                  <a:lnTo>
                    <a:pt x="0" y="406603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4" name="Freeform 4"/>
            <p:cNvSpPr/>
            <p:nvPr/>
          </p:nvSpPr>
          <p:spPr>
            <a:xfrm>
              <a:off x="2457164" y="909447"/>
              <a:ext cx="7569232" cy="4066032"/>
            </a:xfrm>
            <a:custGeom>
              <a:avLst/>
              <a:gdLst/>
              <a:ahLst/>
              <a:cxnLst/>
              <a:rect l="l" t="t" r="r" b="b"/>
              <a:pathLst>
                <a:path w="7569232" h="4066032">
                  <a:moveTo>
                    <a:pt x="0" y="0"/>
                  </a:moveTo>
                  <a:lnTo>
                    <a:pt x="7569232" y="0"/>
                  </a:lnTo>
                  <a:lnTo>
                    <a:pt x="7569232" y="4066032"/>
                  </a:lnTo>
                  <a:lnTo>
                    <a:pt x="0" y="406603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433542" y="5499449"/>
            <a:ext cx="3559683" cy="876586"/>
            <a:chOff x="2433542" y="5499449"/>
            <a:chExt cx="3559683" cy="876586"/>
          </a:xfrm>
        </p:grpSpPr>
        <p:sp>
          <p:nvSpPr>
            <p:cNvPr id="6" name="Rectangle 6"/>
            <p:cNvSpPr/>
            <p:nvPr/>
          </p:nvSpPr>
          <p:spPr>
            <a:xfrm>
              <a:off x="2433542" y="5499449"/>
              <a:ext cx="3559683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509742" y="5672138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這裡說明世界地圖分佈的詳細內容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09742" y="5855017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10" name="Rectangle 10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24886" y="3211163"/>
            <a:ext cx="348996" cy="465392"/>
            <a:chOff x="6324886" y="3211163"/>
            <a:chExt cx="348996" cy="465392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4886" y="3211163"/>
              <a:ext cx="348996" cy="465392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8401145" y="2367344"/>
            <a:ext cx="348996" cy="465392"/>
            <a:chOff x="8401145" y="2367344"/>
            <a:chExt cx="348996" cy="465392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01145" y="2367344"/>
              <a:ext cx="348996" cy="465392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3876770" y="1901952"/>
            <a:ext cx="348996" cy="465392"/>
            <a:chOff x="3876770" y="1901952"/>
            <a:chExt cx="348996" cy="465392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76770" y="1901952"/>
              <a:ext cx="348996" cy="465392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4" grpId="0"/>
      <p:bldP spid="16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4532852" y="0"/>
            <a:ext cx="7359301" cy="7359301"/>
            <a:chOff x="4532852" y="0"/>
            <a:chExt cx="7359301" cy="7359301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32852" y="0"/>
              <a:ext cx="7359301" cy="7359301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602772" y="1495901"/>
            <a:ext cx="2870359" cy="1776889"/>
            <a:chOff x="1602772" y="1495901"/>
            <a:chExt cx="2870359" cy="1776889"/>
          </a:xfrm>
        </p:grpSpPr>
        <p:sp>
          <p:nvSpPr>
            <p:cNvPr id="5" name="Rectangle 5"/>
            <p:cNvSpPr/>
            <p:nvPr/>
          </p:nvSpPr>
          <p:spPr>
            <a:xfrm>
              <a:off x="1602772" y="1495901"/>
              <a:ext cx="2870359" cy="177688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678972" y="166859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這裡說明地圖分佈的詳細內容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02772" y="673894"/>
            <a:ext cx="3559683" cy="482822"/>
            <a:chOff x="1602772" y="673894"/>
            <a:chExt cx="3559683" cy="482822"/>
          </a:xfrm>
        </p:grpSpPr>
        <p:sp>
          <p:nvSpPr>
            <p:cNvPr id="8" name="Rectangle 8"/>
            <p:cNvSpPr/>
            <p:nvPr/>
          </p:nvSpPr>
          <p:spPr>
            <a:xfrm>
              <a:off x="1602772" y="673894"/>
              <a:ext cx="3559683" cy="48282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73895" y="719609"/>
              <a:ext cx="600616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19466242" y="12699873"/>
            <a:ext cx="831247" cy="1953673"/>
            <a:chOff x="19466242" y="12699873"/>
            <a:chExt cx="831247" cy="1953673"/>
          </a:xfrm>
        </p:grpSpPr>
        <p:sp>
          <p:nvSpPr>
            <p:cNvPr id="11" name="Rectangle 11"/>
            <p:cNvSpPr/>
            <p:nvPr/>
          </p:nvSpPr>
          <p:spPr>
            <a:xfrm>
              <a:off x="19466242" y="12699873"/>
              <a:ext cx="831247" cy="1953673"/>
            </a:xfrm>
            <a:prstGeom prst="rect">
              <a:avLst/>
            </a:prstGeom>
            <a:solidFill>
              <a:srgbClr val="F3FC78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906988" y="2065687"/>
            <a:ext cx="1953673" cy="876586"/>
            <a:chOff x="7906988" y="2065687"/>
            <a:chExt cx="1953673" cy="876586"/>
          </a:xfrm>
        </p:grpSpPr>
        <p:sp>
          <p:nvSpPr>
            <p:cNvPr id="13" name="Rectangle 13"/>
            <p:cNvSpPr/>
            <p:nvPr/>
          </p:nvSpPr>
          <p:spPr>
            <a:xfrm>
              <a:off x="7906988" y="2065687"/>
              <a:ext cx="1953673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75568" y="2111407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重要訊息標示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75568" y="2385727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Key points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17" name="Rectangle 17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092482" y="5581936"/>
            <a:ext cx="380619" cy="380619"/>
            <a:chOff x="3092482" y="5581936"/>
            <a:chExt cx="380619" cy="380619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92482" y="5581936"/>
              <a:ext cx="380619" cy="380619"/>
            </a:xfrm>
            <a:prstGeom prst="rect">
              <a:avLst/>
            </a:prstGeom>
          </p:spPr>
        </p:pic>
      </p:grpSp>
      <p:grpSp>
        <p:nvGrpSpPr>
          <p:cNvPr id="23" name="Group 23"/>
          <p:cNvGrpSpPr/>
          <p:nvPr/>
        </p:nvGrpSpPr>
        <p:grpSpPr>
          <a:xfrm>
            <a:off x="4215479" y="5583269"/>
            <a:ext cx="272034" cy="379286"/>
            <a:chOff x="4215479" y="5583269"/>
            <a:chExt cx="272034" cy="379286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15479" y="5583269"/>
              <a:ext cx="272034" cy="379286"/>
            </a:xfrm>
            <a:prstGeom prst="rect">
              <a:avLst/>
            </a:prstGeom>
          </p:spPr>
        </p:pic>
      </p:grpSp>
      <p:grpSp>
        <p:nvGrpSpPr>
          <p:cNvPr id="25" name="Group 25"/>
          <p:cNvGrpSpPr/>
          <p:nvPr/>
        </p:nvGrpSpPr>
        <p:grpSpPr>
          <a:xfrm>
            <a:off x="2442210" y="5583269"/>
            <a:ext cx="430435" cy="379286"/>
            <a:chOff x="2442210" y="5583269"/>
            <a:chExt cx="430435" cy="379286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42210" y="5583269"/>
              <a:ext cx="430435" cy="379286"/>
            </a:xfrm>
            <a:prstGeom prst="rect">
              <a:avLst/>
            </a:prstGeom>
          </p:spPr>
        </p:pic>
      </p:grpSp>
      <p:grpSp>
        <p:nvGrpSpPr>
          <p:cNvPr id="27" name="Group 27"/>
          <p:cNvGrpSpPr/>
          <p:nvPr/>
        </p:nvGrpSpPr>
        <p:grpSpPr>
          <a:xfrm>
            <a:off x="3700653" y="5564029"/>
            <a:ext cx="298894" cy="398526"/>
            <a:chOff x="3700653" y="5564029"/>
            <a:chExt cx="298894" cy="398526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00653" y="5564029"/>
              <a:ext cx="298894" cy="398526"/>
            </a:xfrm>
            <a:prstGeom prst="rect">
              <a:avLst/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1840706" y="5581936"/>
            <a:ext cx="380619" cy="380619"/>
            <a:chOff x="1840706" y="5581936"/>
            <a:chExt cx="380619" cy="380619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40706" y="5581936"/>
              <a:ext cx="380619" cy="380619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6784658" y="2743200"/>
            <a:ext cx="371284" cy="495014"/>
            <a:chOff x="6784658" y="2743200"/>
            <a:chExt cx="371284" cy="495014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84658" y="2743200"/>
              <a:ext cx="371284" cy="495014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2" grpId="0"/>
      <p:bldP spid="16" grpId="0"/>
      <p:bldP spid="19" grpId="0"/>
      <p:bldP spid="21" grpId="0"/>
      <p:bldP spid="23" grpId="0"/>
      <p:bldP spid="25" grpId="0"/>
      <p:bldP spid="27" grpId="0"/>
      <p:bldP spid="29" grpId="0"/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4139756" y="1117108"/>
            <a:ext cx="2734246" cy="2002711"/>
            <a:chOff x="4139756" y="1117108"/>
            <a:chExt cx="2734246" cy="2002711"/>
          </a:xfrm>
        </p:grpSpPr>
        <p:sp>
          <p:nvSpPr>
            <p:cNvPr id="3" name="Freeform 3"/>
            <p:cNvSpPr/>
            <p:nvPr/>
          </p:nvSpPr>
          <p:spPr>
            <a:xfrm>
              <a:off x="4139756" y="1117108"/>
              <a:ext cx="2734246" cy="2002711"/>
            </a:xfrm>
            <a:custGeom>
              <a:avLst/>
              <a:gdLst/>
              <a:ahLst/>
              <a:cxnLst/>
              <a:rect l="l" t="t" r="r" b="b"/>
              <a:pathLst>
                <a:path w="2734246" h="2002711">
                  <a:moveTo>
                    <a:pt x="0" y="2002711"/>
                  </a:moveTo>
                  <a:cubicBezTo>
                    <a:pt x="95501" y="1382648"/>
                    <a:pt x="443892" y="829964"/>
                    <a:pt x="962139" y="476384"/>
                  </a:cubicBezTo>
                  <a:cubicBezTo>
                    <a:pt x="1480386" y="122805"/>
                    <a:pt x="2122067" y="0"/>
                    <a:pt x="2734246" y="137239"/>
                  </a:cubicBezTo>
                </a:path>
              </a:pathLst>
            </a:custGeom>
            <a:solidFill>
              <a:srgbClr val="4472C4"/>
            </a:solidFill>
            <a:ln w="19050">
              <a:solidFill>
                <a:srgbClr val="D9D9D9"/>
              </a:solidFill>
              <a:prstDash val="dash"/>
              <a:headEnd type="oval" w="lg" len="lg"/>
              <a:tailEnd type="oval" w="lg" len="lg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697158" y="1813751"/>
            <a:ext cx="3301746" cy="3301746"/>
            <a:chOff x="4697158" y="1813751"/>
            <a:chExt cx="3301746" cy="3301746"/>
          </a:xfrm>
        </p:grpSpPr>
        <p:sp>
          <p:nvSpPr>
            <p:cNvPr id="5" name="Ellipse 5"/>
            <p:cNvSpPr/>
            <p:nvPr/>
          </p:nvSpPr>
          <p:spPr>
            <a:xfrm>
              <a:off x="4697158" y="1813751"/>
              <a:ext cx="3301746" cy="3301746"/>
            </a:xfrm>
            <a:prstGeom prst="ellipse">
              <a:avLst/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422172" y="1562005"/>
            <a:ext cx="700850" cy="700850"/>
            <a:chOff x="4422172" y="1562005"/>
            <a:chExt cx="700850" cy="700850"/>
          </a:xfrm>
        </p:grpSpPr>
        <p:sp>
          <p:nvSpPr>
            <p:cNvPr id="7" name="Ellipse 7"/>
            <p:cNvSpPr/>
            <p:nvPr/>
          </p:nvSpPr>
          <p:spPr>
            <a:xfrm>
              <a:off x="4422172" y="1562005"/>
              <a:ext cx="700850" cy="700850"/>
            </a:xfrm>
            <a:prstGeom prst="ellipse">
              <a:avLst/>
            </a:prstGeom>
            <a:solidFill>
              <a:srgbClr val="3BBB8E"/>
            </a:solidFill>
            <a:ln w="101603">
              <a:solidFill>
                <a:srgbClr val="FFFFF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70174" y="1760034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22172" y="4635151"/>
            <a:ext cx="700850" cy="700850"/>
            <a:chOff x="4422172" y="4635151"/>
            <a:chExt cx="700850" cy="700850"/>
          </a:xfrm>
        </p:grpSpPr>
        <p:sp>
          <p:nvSpPr>
            <p:cNvPr id="10" name="Ellipse 10"/>
            <p:cNvSpPr/>
            <p:nvPr/>
          </p:nvSpPr>
          <p:spPr>
            <a:xfrm>
              <a:off x="4422172" y="4635151"/>
              <a:ext cx="700850" cy="700850"/>
            </a:xfrm>
            <a:prstGeom prst="ellipse">
              <a:avLst/>
            </a:prstGeom>
            <a:solidFill>
              <a:srgbClr val="009056"/>
            </a:solidFill>
            <a:ln w="101603">
              <a:solidFill>
                <a:srgbClr val="FFFF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05183" y="4833180"/>
              <a:ext cx="134827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05617" y="1562005"/>
            <a:ext cx="700850" cy="700850"/>
            <a:chOff x="7605617" y="1562005"/>
            <a:chExt cx="700850" cy="700850"/>
          </a:xfrm>
        </p:grpSpPr>
        <p:sp>
          <p:nvSpPr>
            <p:cNvPr id="13" name="Ellipse 13"/>
            <p:cNvSpPr/>
            <p:nvPr/>
          </p:nvSpPr>
          <p:spPr>
            <a:xfrm>
              <a:off x="7605617" y="1562005"/>
              <a:ext cx="700850" cy="700850"/>
            </a:xfrm>
            <a:prstGeom prst="ellipse">
              <a:avLst/>
            </a:prstGeom>
            <a:solidFill>
              <a:srgbClr val="009056"/>
            </a:solidFill>
            <a:ln w="101603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3620" y="1760034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05617" y="4635151"/>
            <a:ext cx="700850" cy="700850"/>
            <a:chOff x="7605617" y="4635151"/>
            <a:chExt cx="700850" cy="700850"/>
          </a:xfrm>
        </p:grpSpPr>
        <p:sp>
          <p:nvSpPr>
            <p:cNvPr id="16" name="Ellipse 16"/>
            <p:cNvSpPr/>
            <p:nvPr/>
          </p:nvSpPr>
          <p:spPr>
            <a:xfrm>
              <a:off x="7605617" y="4635151"/>
              <a:ext cx="700850" cy="700850"/>
            </a:xfrm>
            <a:prstGeom prst="ellipse">
              <a:avLst/>
            </a:prstGeom>
            <a:solidFill>
              <a:srgbClr val="3BBB8E"/>
            </a:solidFill>
            <a:ln w="101603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53620" y="4833180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69053" y="1779175"/>
            <a:ext cx="2242376" cy="1221867"/>
            <a:chOff x="1569053" y="1779175"/>
            <a:chExt cx="2242376" cy="1221867"/>
          </a:xfrm>
        </p:grpSpPr>
        <p:sp>
          <p:nvSpPr>
            <p:cNvPr id="19" name="Rectangle 19"/>
            <p:cNvSpPr/>
            <p:nvPr/>
          </p:nvSpPr>
          <p:spPr>
            <a:xfrm>
              <a:off x="1569053" y="1779175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45253" y="1951863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這裡說明第二項內容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5253" y="2134743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33716" y="1299400"/>
            <a:ext cx="2242376" cy="436340"/>
            <a:chOff x="1533716" y="1299400"/>
            <a:chExt cx="2242376" cy="436340"/>
          </a:xfrm>
        </p:grpSpPr>
        <p:sp>
          <p:nvSpPr>
            <p:cNvPr id="23" name="Rectangle 23"/>
            <p:cNvSpPr/>
            <p:nvPr/>
          </p:nvSpPr>
          <p:spPr>
            <a:xfrm>
              <a:off x="1533716" y="1299400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E7FFD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59801" y="1410848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16282" y="1779175"/>
            <a:ext cx="2242376" cy="1221867"/>
            <a:chOff x="9116282" y="1779175"/>
            <a:chExt cx="2242376" cy="1221867"/>
          </a:xfrm>
        </p:grpSpPr>
        <p:sp>
          <p:nvSpPr>
            <p:cNvPr id="26" name="Rectangle 26"/>
            <p:cNvSpPr/>
            <p:nvPr/>
          </p:nvSpPr>
          <p:spPr>
            <a:xfrm>
              <a:off x="9116282" y="1779175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92482" y="1951863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這裡說明第三項內容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92482" y="2134743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80944" y="1299400"/>
            <a:ext cx="2242376" cy="436340"/>
            <a:chOff x="9080944" y="1299400"/>
            <a:chExt cx="2242376" cy="436340"/>
          </a:xfrm>
        </p:grpSpPr>
        <p:sp>
          <p:nvSpPr>
            <p:cNvPr id="30" name="Rectangle 30"/>
            <p:cNvSpPr/>
            <p:nvPr/>
          </p:nvSpPr>
          <p:spPr>
            <a:xfrm>
              <a:off x="9080944" y="1299400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E7FFD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06935" y="1410848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69053" y="4587430"/>
            <a:ext cx="2242376" cy="1221867"/>
            <a:chOff x="1569053" y="4587430"/>
            <a:chExt cx="2242376" cy="1221867"/>
          </a:xfrm>
        </p:grpSpPr>
        <p:sp>
          <p:nvSpPr>
            <p:cNvPr id="33" name="Rectangle 33"/>
            <p:cNvSpPr/>
            <p:nvPr/>
          </p:nvSpPr>
          <p:spPr>
            <a:xfrm>
              <a:off x="1569053" y="4587430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645253" y="4760119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這裡說明第一項內容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45253" y="4942999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33716" y="4107656"/>
            <a:ext cx="2242376" cy="436340"/>
            <a:chOff x="1533716" y="4107656"/>
            <a:chExt cx="2242376" cy="436340"/>
          </a:xfrm>
        </p:grpSpPr>
        <p:sp>
          <p:nvSpPr>
            <p:cNvPr id="37" name="Rectangle 37"/>
            <p:cNvSpPr/>
            <p:nvPr/>
          </p:nvSpPr>
          <p:spPr>
            <a:xfrm>
              <a:off x="1533716" y="4107656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E7FFD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59801" y="4219104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116282" y="4587430"/>
            <a:ext cx="2242376" cy="1221867"/>
            <a:chOff x="9116282" y="4587430"/>
            <a:chExt cx="2242376" cy="1221867"/>
          </a:xfrm>
        </p:grpSpPr>
        <p:sp>
          <p:nvSpPr>
            <p:cNvPr id="40" name="Rectangle 40"/>
            <p:cNvSpPr/>
            <p:nvPr/>
          </p:nvSpPr>
          <p:spPr>
            <a:xfrm>
              <a:off x="9116282" y="4587430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92482" y="4760119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這裡說明第四項內容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92482" y="4942999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80944" y="4107656"/>
            <a:ext cx="2242376" cy="436340"/>
            <a:chOff x="9080944" y="4107656"/>
            <a:chExt cx="2242376" cy="436340"/>
          </a:xfrm>
        </p:grpSpPr>
        <p:sp>
          <p:nvSpPr>
            <p:cNvPr id="44" name="Rectangle 44"/>
            <p:cNvSpPr/>
            <p:nvPr/>
          </p:nvSpPr>
          <p:spPr>
            <a:xfrm>
              <a:off x="9080944" y="4107656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E7FFD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06935" y="4219104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47" name="Rectangle 47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929568" y="2029873"/>
            <a:ext cx="2869502" cy="2869502"/>
            <a:chOff x="4929568" y="2029873"/>
            <a:chExt cx="2869502" cy="2869502"/>
          </a:xfrm>
        </p:grpSpPr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9568" y="2029873"/>
              <a:ext cx="2869502" cy="2869502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2" grpId="0"/>
      <p:bldP spid="15" grpId="0"/>
      <p:bldP spid="18" grpId="0"/>
      <p:bldP spid="22" grpId="0"/>
      <p:bldP spid="25" grpId="0"/>
      <p:bldP spid="29" grpId="0"/>
      <p:bldP spid="32" grpId="0"/>
      <p:bldP spid="36" grpId="0"/>
      <p:bldP spid="39" grpId="0"/>
      <p:bldP spid="43" grpId="0"/>
      <p:bldP spid="46" grpId="0"/>
      <p:bldP spid="49" grpId="0"/>
      <p:bldP spid="5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4139756" y="1117108"/>
            <a:ext cx="2734246" cy="2002711"/>
            <a:chOff x="4139756" y="1117108"/>
            <a:chExt cx="2734246" cy="2002711"/>
          </a:xfrm>
        </p:grpSpPr>
        <p:sp>
          <p:nvSpPr>
            <p:cNvPr id="3" name="Freeform 3"/>
            <p:cNvSpPr/>
            <p:nvPr/>
          </p:nvSpPr>
          <p:spPr>
            <a:xfrm>
              <a:off x="4139756" y="1117108"/>
              <a:ext cx="2734246" cy="2002711"/>
            </a:xfrm>
            <a:custGeom>
              <a:avLst/>
              <a:gdLst/>
              <a:ahLst/>
              <a:cxnLst/>
              <a:rect l="l" t="t" r="r" b="b"/>
              <a:pathLst>
                <a:path w="2734246" h="2002711">
                  <a:moveTo>
                    <a:pt x="0" y="2002711"/>
                  </a:moveTo>
                  <a:cubicBezTo>
                    <a:pt x="95501" y="1382648"/>
                    <a:pt x="443892" y="829964"/>
                    <a:pt x="962139" y="476384"/>
                  </a:cubicBezTo>
                  <a:cubicBezTo>
                    <a:pt x="1480386" y="122805"/>
                    <a:pt x="2122067" y="0"/>
                    <a:pt x="2734246" y="137239"/>
                  </a:cubicBezTo>
                </a:path>
              </a:pathLst>
            </a:custGeom>
            <a:solidFill>
              <a:srgbClr val="4472C4"/>
            </a:solidFill>
            <a:ln w="19050">
              <a:solidFill>
                <a:srgbClr val="D9D9D9"/>
              </a:solidFill>
              <a:prstDash val="dash"/>
              <a:headEnd type="oval" w="lg" len="lg"/>
              <a:tailEnd type="oval" w="lg" len="lg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697158" y="1813751"/>
            <a:ext cx="3301746" cy="3301746"/>
            <a:chOff x="4697158" y="1813751"/>
            <a:chExt cx="3301746" cy="3301746"/>
          </a:xfrm>
        </p:grpSpPr>
        <p:sp>
          <p:nvSpPr>
            <p:cNvPr id="5" name="Ellipse 5"/>
            <p:cNvSpPr/>
            <p:nvPr/>
          </p:nvSpPr>
          <p:spPr>
            <a:xfrm>
              <a:off x="4697158" y="1813751"/>
              <a:ext cx="3301746" cy="3301746"/>
            </a:xfrm>
            <a:prstGeom prst="ellipse">
              <a:avLst/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422172" y="1562005"/>
            <a:ext cx="700850" cy="700850"/>
            <a:chOff x="4422172" y="1562005"/>
            <a:chExt cx="700850" cy="700850"/>
          </a:xfrm>
        </p:grpSpPr>
        <p:sp>
          <p:nvSpPr>
            <p:cNvPr id="7" name="Ellipse 7"/>
            <p:cNvSpPr/>
            <p:nvPr/>
          </p:nvSpPr>
          <p:spPr>
            <a:xfrm>
              <a:off x="4422172" y="1562005"/>
              <a:ext cx="700850" cy="700850"/>
            </a:xfrm>
            <a:prstGeom prst="ellipse">
              <a:avLst/>
            </a:prstGeom>
            <a:solidFill>
              <a:srgbClr val="3BBB8E"/>
            </a:solidFill>
            <a:ln w="101603">
              <a:solidFill>
                <a:srgbClr val="FFFFF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70174" y="1760034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22172" y="4635151"/>
            <a:ext cx="700850" cy="700850"/>
            <a:chOff x="4422172" y="4635151"/>
            <a:chExt cx="700850" cy="700850"/>
          </a:xfrm>
        </p:grpSpPr>
        <p:sp>
          <p:nvSpPr>
            <p:cNvPr id="10" name="Ellipse 10"/>
            <p:cNvSpPr/>
            <p:nvPr/>
          </p:nvSpPr>
          <p:spPr>
            <a:xfrm>
              <a:off x="4422172" y="4635151"/>
              <a:ext cx="700850" cy="700850"/>
            </a:xfrm>
            <a:prstGeom prst="ellipse">
              <a:avLst/>
            </a:prstGeom>
            <a:solidFill>
              <a:srgbClr val="009056"/>
            </a:solidFill>
            <a:ln w="101603">
              <a:solidFill>
                <a:srgbClr val="FFFF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05183" y="4833180"/>
              <a:ext cx="134827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05617" y="1562005"/>
            <a:ext cx="700850" cy="700850"/>
            <a:chOff x="7605617" y="1562005"/>
            <a:chExt cx="700850" cy="700850"/>
          </a:xfrm>
        </p:grpSpPr>
        <p:sp>
          <p:nvSpPr>
            <p:cNvPr id="13" name="Ellipse 13"/>
            <p:cNvSpPr/>
            <p:nvPr/>
          </p:nvSpPr>
          <p:spPr>
            <a:xfrm>
              <a:off x="7605617" y="1562005"/>
              <a:ext cx="700850" cy="700850"/>
            </a:xfrm>
            <a:prstGeom prst="ellipse">
              <a:avLst/>
            </a:prstGeom>
            <a:solidFill>
              <a:srgbClr val="009056"/>
            </a:solidFill>
            <a:ln w="101603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3620" y="1760034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05617" y="4635151"/>
            <a:ext cx="700850" cy="700850"/>
            <a:chOff x="7605617" y="4635151"/>
            <a:chExt cx="700850" cy="700850"/>
          </a:xfrm>
        </p:grpSpPr>
        <p:sp>
          <p:nvSpPr>
            <p:cNvPr id="16" name="Ellipse 16"/>
            <p:cNvSpPr/>
            <p:nvPr/>
          </p:nvSpPr>
          <p:spPr>
            <a:xfrm>
              <a:off x="7605617" y="4635151"/>
              <a:ext cx="700850" cy="700850"/>
            </a:xfrm>
            <a:prstGeom prst="ellipse">
              <a:avLst/>
            </a:prstGeom>
            <a:solidFill>
              <a:srgbClr val="3BBB8E"/>
            </a:solidFill>
            <a:ln w="101603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53620" y="4833180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69053" y="1779175"/>
            <a:ext cx="2242376" cy="1221867"/>
            <a:chOff x="1569053" y="1779175"/>
            <a:chExt cx="2242376" cy="1221867"/>
          </a:xfrm>
        </p:grpSpPr>
        <p:sp>
          <p:nvSpPr>
            <p:cNvPr id="19" name="Rectangle 19"/>
            <p:cNvSpPr/>
            <p:nvPr/>
          </p:nvSpPr>
          <p:spPr>
            <a:xfrm>
              <a:off x="1569053" y="1779175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45253" y="1951863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這裡說明第二項內容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5253" y="2134743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33716" y="1299400"/>
            <a:ext cx="2242376" cy="436340"/>
            <a:chOff x="1533716" y="1299400"/>
            <a:chExt cx="2242376" cy="436340"/>
          </a:xfrm>
        </p:grpSpPr>
        <p:sp>
          <p:nvSpPr>
            <p:cNvPr id="23" name="Rectangle 23"/>
            <p:cNvSpPr/>
            <p:nvPr/>
          </p:nvSpPr>
          <p:spPr>
            <a:xfrm>
              <a:off x="1533716" y="1299400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E7FFD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59801" y="1410848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16282" y="1779175"/>
            <a:ext cx="2242376" cy="1221867"/>
            <a:chOff x="9116282" y="1779175"/>
            <a:chExt cx="2242376" cy="1221867"/>
          </a:xfrm>
        </p:grpSpPr>
        <p:sp>
          <p:nvSpPr>
            <p:cNvPr id="26" name="Rectangle 26"/>
            <p:cNvSpPr/>
            <p:nvPr/>
          </p:nvSpPr>
          <p:spPr>
            <a:xfrm>
              <a:off x="9116282" y="1779175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92482" y="1951863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這裡說明第三項內容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92482" y="2134743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80944" y="1299400"/>
            <a:ext cx="2242376" cy="436340"/>
            <a:chOff x="9080944" y="1299400"/>
            <a:chExt cx="2242376" cy="436340"/>
          </a:xfrm>
        </p:grpSpPr>
        <p:sp>
          <p:nvSpPr>
            <p:cNvPr id="30" name="Rectangle 30"/>
            <p:cNvSpPr/>
            <p:nvPr/>
          </p:nvSpPr>
          <p:spPr>
            <a:xfrm>
              <a:off x="9080944" y="1299400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E7FFD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06935" y="1410848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69053" y="4587430"/>
            <a:ext cx="2242376" cy="1221867"/>
            <a:chOff x="1569053" y="4587430"/>
            <a:chExt cx="2242376" cy="1221867"/>
          </a:xfrm>
        </p:grpSpPr>
        <p:sp>
          <p:nvSpPr>
            <p:cNvPr id="33" name="Rectangle 33"/>
            <p:cNvSpPr/>
            <p:nvPr/>
          </p:nvSpPr>
          <p:spPr>
            <a:xfrm>
              <a:off x="1569053" y="4587430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645253" y="4760119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這裡說明第一項內容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45253" y="4942999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33716" y="4107656"/>
            <a:ext cx="2242376" cy="436340"/>
            <a:chOff x="1533716" y="4107656"/>
            <a:chExt cx="2242376" cy="436340"/>
          </a:xfrm>
        </p:grpSpPr>
        <p:sp>
          <p:nvSpPr>
            <p:cNvPr id="37" name="Rectangle 37"/>
            <p:cNvSpPr/>
            <p:nvPr/>
          </p:nvSpPr>
          <p:spPr>
            <a:xfrm>
              <a:off x="1533716" y="4107656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E7FFD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59801" y="4219104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116282" y="4587430"/>
            <a:ext cx="2242376" cy="1221867"/>
            <a:chOff x="9116282" y="4587430"/>
            <a:chExt cx="2242376" cy="1221867"/>
          </a:xfrm>
        </p:grpSpPr>
        <p:sp>
          <p:nvSpPr>
            <p:cNvPr id="40" name="Rectangle 40"/>
            <p:cNvSpPr/>
            <p:nvPr/>
          </p:nvSpPr>
          <p:spPr>
            <a:xfrm>
              <a:off x="9116282" y="4587430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92482" y="4760119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這裡說明第四項內容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92482" y="4942999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80944" y="4107656"/>
            <a:ext cx="2242376" cy="436340"/>
            <a:chOff x="9080944" y="4107656"/>
            <a:chExt cx="2242376" cy="436340"/>
          </a:xfrm>
        </p:grpSpPr>
        <p:sp>
          <p:nvSpPr>
            <p:cNvPr id="44" name="Rectangle 44"/>
            <p:cNvSpPr/>
            <p:nvPr/>
          </p:nvSpPr>
          <p:spPr>
            <a:xfrm>
              <a:off x="9080944" y="4107656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E7FFD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06935" y="4219104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47" name="Rectangle 47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882324" y="2002346"/>
            <a:ext cx="2947130" cy="2947130"/>
            <a:chOff x="4882324" y="2002346"/>
            <a:chExt cx="2947130" cy="2947130"/>
          </a:xfrm>
        </p:grpSpPr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2324" y="2002346"/>
              <a:ext cx="2947130" cy="294713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2" grpId="0"/>
      <p:bldP spid="15" grpId="0"/>
      <p:bldP spid="18" grpId="0"/>
      <p:bldP spid="22" grpId="0"/>
      <p:bldP spid="25" grpId="0"/>
      <p:bldP spid="29" grpId="0"/>
      <p:bldP spid="32" grpId="0"/>
      <p:bldP spid="36" grpId="0"/>
      <p:bldP spid="39" grpId="0"/>
      <p:bldP spid="43" grpId="0"/>
      <p:bldP spid="46" grpId="0"/>
      <p:bldP spid="49" grpId="0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4139756" y="1117108"/>
            <a:ext cx="2734246" cy="2002711"/>
            <a:chOff x="4139756" y="1117108"/>
            <a:chExt cx="2734246" cy="2002711"/>
          </a:xfrm>
        </p:grpSpPr>
        <p:sp>
          <p:nvSpPr>
            <p:cNvPr id="3" name="Freeform 3"/>
            <p:cNvSpPr/>
            <p:nvPr/>
          </p:nvSpPr>
          <p:spPr>
            <a:xfrm>
              <a:off x="4139756" y="1117108"/>
              <a:ext cx="2734246" cy="2002711"/>
            </a:xfrm>
            <a:custGeom>
              <a:avLst/>
              <a:gdLst/>
              <a:ahLst/>
              <a:cxnLst/>
              <a:rect l="l" t="t" r="r" b="b"/>
              <a:pathLst>
                <a:path w="2734246" h="2002711">
                  <a:moveTo>
                    <a:pt x="0" y="2002711"/>
                  </a:moveTo>
                  <a:cubicBezTo>
                    <a:pt x="95501" y="1382648"/>
                    <a:pt x="443892" y="829964"/>
                    <a:pt x="962139" y="476384"/>
                  </a:cubicBezTo>
                  <a:cubicBezTo>
                    <a:pt x="1480386" y="122805"/>
                    <a:pt x="2122067" y="0"/>
                    <a:pt x="2734246" y="137239"/>
                  </a:cubicBezTo>
                </a:path>
              </a:pathLst>
            </a:custGeom>
            <a:solidFill>
              <a:srgbClr val="4472C4"/>
            </a:solidFill>
            <a:ln w="19050">
              <a:solidFill>
                <a:srgbClr val="D9D9D9"/>
              </a:solidFill>
              <a:prstDash val="dash"/>
              <a:headEnd type="oval" w="lg" len="lg"/>
              <a:tailEnd type="oval" w="lg" len="lg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697158" y="1813751"/>
            <a:ext cx="3301746" cy="3301746"/>
            <a:chOff x="4697158" y="1813751"/>
            <a:chExt cx="3301746" cy="3301746"/>
          </a:xfrm>
        </p:grpSpPr>
        <p:sp>
          <p:nvSpPr>
            <p:cNvPr id="5" name="Ellipse 5"/>
            <p:cNvSpPr/>
            <p:nvPr/>
          </p:nvSpPr>
          <p:spPr>
            <a:xfrm>
              <a:off x="4697158" y="1813751"/>
              <a:ext cx="3301746" cy="3301746"/>
            </a:xfrm>
            <a:prstGeom prst="ellipse">
              <a:avLst/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422172" y="1562005"/>
            <a:ext cx="700850" cy="700850"/>
            <a:chOff x="4422172" y="1562005"/>
            <a:chExt cx="700850" cy="700850"/>
          </a:xfrm>
        </p:grpSpPr>
        <p:sp>
          <p:nvSpPr>
            <p:cNvPr id="7" name="Ellipse 7"/>
            <p:cNvSpPr/>
            <p:nvPr/>
          </p:nvSpPr>
          <p:spPr>
            <a:xfrm>
              <a:off x="4422172" y="1562005"/>
              <a:ext cx="700850" cy="700850"/>
            </a:xfrm>
            <a:prstGeom prst="ellipse">
              <a:avLst/>
            </a:prstGeom>
            <a:solidFill>
              <a:srgbClr val="3BBB8E"/>
            </a:solidFill>
            <a:ln w="101603">
              <a:solidFill>
                <a:srgbClr val="FFFFF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70174" y="1760034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22172" y="4635151"/>
            <a:ext cx="700850" cy="700850"/>
            <a:chOff x="4422172" y="4635151"/>
            <a:chExt cx="700850" cy="700850"/>
          </a:xfrm>
        </p:grpSpPr>
        <p:sp>
          <p:nvSpPr>
            <p:cNvPr id="10" name="Ellipse 10"/>
            <p:cNvSpPr/>
            <p:nvPr/>
          </p:nvSpPr>
          <p:spPr>
            <a:xfrm>
              <a:off x="4422172" y="4635151"/>
              <a:ext cx="700850" cy="700850"/>
            </a:xfrm>
            <a:prstGeom prst="ellipse">
              <a:avLst/>
            </a:prstGeom>
            <a:solidFill>
              <a:srgbClr val="009056"/>
            </a:solidFill>
            <a:ln w="101603">
              <a:solidFill>
                <a:srgbClr val="FFFF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05183" y="4833180"/>
              <a:ext cx="134827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05617" y="1562005"/>
            <a:ext cx="700850" cy="700850"/>
            <a:chOff x="7605617" y="1562005"/>
            <a:chExt cx="700850" cy="700850"/>
          </a:xfrm>
        </p:grpSpPr>
        <p:sp>
          <p:nvSpPr>
            <p:cNvPr id="13" name="Ellipse 13"/>
            <p:cNvSpPr/>
            <p:nvPr/>
          </p:nvSpPr>
          <p:spPr>
            <a:xfrm>
              <a:off x="7605617" y="1562005"/>
              <a:ext cx="700850" cy="700850"/>
            </a:xfrm>
            <a:prstGeom prst="ellipse">
              <a:avLst/>
            </a:prstGeom>
            <a:solidFill>
              <a:srgbClr val="009056"/>
            </a:solidFill>
            <a:ln w="101603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3620" y="1760034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05617" y="4635151"/>
            <a:ext cx="700850" cy="700850"/>
            <a:chOff x="7605617" y="4635151"/>
            <a:chExt cx="700850" cy="700850"/>
          </a:xfrm>
        </p:grpSpPr>
        <p:sp>
          <p:nvSpPr>
            <p:cNvPr id="16" name="Ellipse 16"/>
            <p:cNvSpPr/>
            <p:nvPr/>
          </p:nvSpPr>
          <p:spPr>
            <a:xfrm>
              <a:off x="7605617" y="4635151"/>
              <a:ext cx="700850" cy="700850"/>
            </a:xfrm>
            <a:prstGeom prst="ellipse">
              <a:avLst/>
            </a:prstGeom>
            <a:solidFill>
              <a:srgbClr val="3BBB8E"/>
            </a:solidFill>
            <a:ln w="101603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53620" y="4833180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69053" y="1779175"/>
            <a:ext cx="2242376" cy="1221867"/>
            <a:chOff x="1569053" y="1779175"/>
            <a:chExt cx="2242376" cy="1221867"/>
          </a:xfrm>
        </p:grpSpPr>
        <p:sp>
          <p:nvSpPr>
            <p:cNvPr id="19" name="Rectangle 19"/>
            <p:cNvSpPr/>
            <p:nvPr/>
          </p:nvSpPr>
          <p:spPr>
            <a:xfrm>
              <a:off x="1569053" y="1779175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45253" y="1951863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這裡說明第二項內容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5253" y="2134743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33716" y="1299400"/>
            <a:ext cx="2242376" cy="436340"/>
            <a:chOff x="1533716" y="1299400"/>
            <a:chExt cx="2242376" cy="436340"/>
          </a:xfrm>
        </p:grpSpPr>
        <p:sp>
          <p:nvSpPr>
            <p:cNvPr id="23" name="Rectangle 23"/>
            <p:cNvSpPr/>
            <p:nvPr/>
          </p:nvSpPr>
          <p:spPr>
            <a:xfrm>
              <a:off x="1533716" y="1299400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F5F3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59801" y="1410848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16282" y="1779175"/>
            <a:ext cx="2242376" cy="1221867"/>
            <a:chOff x="9116282" y="1779175"/>
            <a:chExt cx="2242376" cy="1221867"/>
          </a:xfrm>
        </p:grpSpPr>
        <p:sp>
          <p:nvSpPr>
            <p:cNvPr id="26" name="Rectangle 26"/>
            <p:cNvSpPr/>
            <p:nvPr/>
          </p:nvSpPr>
          <p:spPr>
            <a:xfrm>
              <a:off x="9116282" y="1779175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92482" y="1951863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這裡說明第三項內容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92482" y="2134743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80944" y="1299400"/>
            <a:ext cx="2242376" cy="436340"/>
            <a:chOff x="9080944" y="1299400"/>
            <a:chExt cx="2242376" cy="436340"/>
          </a:xfrm>
        </p:grpSpPr>
        <p:sp>
          <p:nvSpPr>
            <p:cNvPr id="30" name="Rectangle 30"/>
            <p:cNvSpPr/>
            <p:nvPr/>
          </p:nvSpPr>
          <p:spPr>
            <a:xfrm>
              <a:off x="9080944" y="1299400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F5F3F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06935" y="1410848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69053" y="4587430"/>
            <a:ext cx="2242376" cy="1221867"/>
            <a:chOff x="1569053" y="4587430"/>
            <a:chExt cx="2242376" cy="1221867"/>
          </a:xfrm>
        </p:grpSpPr>
        <p:sp>
          <p:nvSpPr>
            <p:cNvPr id="33" name="Rectangle 33"/>
            <p:cNvSpPr/>
            <p:nvPr/>
          </p:nvSpPr>
          <p:spPr>
            <a:xfrm>
              <a:off x="1569053" y="4587430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645253" y="4760119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這裡說明第一項內容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45253" y="4942999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33716" y="4107656"/>
            <a:ext cx="2242376" cy="436340"/>
            <a:chOff x="1533716" y="4107656"/>
            <a:chExt cx="2242376" cy="436340"/>
          </a:xfrm>
        </p:grpSpPr>
        <p:sp>
          <p:nvSpPr>
            <p:cNvPr id="37" name="Rectangle 37"/>
            <p:cNvSpPr/>
            <p:nvPr/>
          </p:nvSpPr>
          <p:spPr>
            <a:xfrm>
              <a:off x="1533716" y="4107656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F5F3F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59801" y="4219104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116282" y="4587430"/>
            <a:ext cx="2242376" cy="1221867"/>
            <a:chOff x="9116282" y="4587430"/>
            <a:chExt cx="2242376" cy="1221867"/>
          </a:xfrm>
        </p:grpSpPr>
        <p:sp>
          <p:nvSpPr>
            <p:cNvPr id="40" name="Rectangle 40"/>
            <p:cNvSpPr/>
            <p:nvPr/>
          </p:nvSpPr>
          <p:spPr>
            <a:xfrm>
              <a:off x="9116282" y="4587430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92482" y="4760119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這裡說明第四項內容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92482" y="4942999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80944" y="4107656"/>
            <a:ext cx="2242376" cy="436340"/>
            <a:chOff x="9080944" y="4107656"/>
            <a:chExt cx="2242376" cy="436340"/>
          </a:xfrm>
        </p:grpSpPr>
        <p:sp>
          <p:nvSpPr>
            <p:cNvPr id="44" name="Rectangle 44"/>
            <p:cNvSpPr/>
            <p:nvPr/>
          </p:nvSpPr>
          <p:spPr>
            <a:xfrm>
              <a:off x="9080944" y="4107656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F5F3F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06935" y="4219104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47" name="Rectangle 47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877086" y="2000250"/>
            <a:ext cx="2947130" cy="2947130"/>
            <a:chOff x="4877086" y="2000250"/>
            <a:chExt cx="2947130" cy="2947130"/>
          </a:xfrm>
        </p:grpSpPr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7086" y="2000250"/>
              <a:ext cx="2947130" cy="294713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2" grpId="0"/>
      <p:bldP spid="15" grpId="0"/>
      <p:bldP spid="18" grpId="0"/>
      <p:bldP spid="22" grpId="0"/>
      <p:bldP spid="25" grpId="0"/>
      <p:bldP spid="29" grpId="0"/>
      <p:bldP spid="32" grpId="0"/>
      <p:bldP spid="36" grpId="0"/>
      <p:bldP spid="39" grpId="0"/>
      <p:bldP spid="43" grpId="0"/>
      <p:bldP spid="46" grpId="0"/>
      <p:bldP spid="49" grpId="0"/>
      <p:bldP spid="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4139756" y="1117108"/>
            <a:ext cx="2734246" cy="2002711"/>
            <a:chOff x="4139756" y="1117108"/>
            <a:chExt cx="2734246" cy="2002711"/>
          </a:xfrm>
        </p:grpSpPr>
        <p:sp>
          <p:nvSpPr>
            <p:cNvPr id="3" name="Freeform 3"/>
            <p:cNvSpPr/>
            <p:nvPr/>
          </p:nvSpPr>
          <p:spPr>
            <a:xfrm>
              <a:off x="4139756" y="1117108"/>
              <a:ext cx="2734246" cy="2002711"/>
            </a:xfrm>
            <a:custGeom>
              <a:avLst/>
              <a:gdLst/>
              <a:ahLst/>
              <a:cxnLst/>
              <a:rect l="l" t="t" r="r" b="b"/>
              <a:pathLst>
                <a:path w="2734246" h="2002711">
                  <a:moveTo>
                    <a:pt x="0" y="2002711"/>
                  </a:moveTo>
                  <a:cubicBezTo>
                    <a:pt x="95501" y="1382648"/>
                    <a:pt x="443892" y="829964"/>
                    <a:pt x="962139" y="476384"/>
                  </a:cubicBezTo>
                  <a:cubicBezTo>
                    <a:pt x="1480386" y="122805"/>
                    <a:pt x="2122067" y="0"/>
                    <a:pt x="2734246" y="137239"/>
                  </a:cubicBezTo>
                </a:path>
              </a:pathLst>
            </a:custGeom>
            <a:solidFill>
              <a:srgbClr val="4472C4"/>
            </a:solidFill>
            <a:ln w="19050">
              <a:solidFill>
                <a:srgbClr val="D9D9D9"/>
              </a:solidFill>
              <a:prstDash val="dash"/>
              <a:headEnd type="oval" w="lg" len="lg"/>
              <a:tailEnd type="oval" w="lg" len="lg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697158" y="1813751"/>
            <a:ext cx="3301746" cy="3301746"/>
            <a:chOff x="4697158" y="1813751"/>
            <a:chExt cx="3301746" cy="3301746"/>
          </a:xfrm>
        </p:grpSpPr>
        <p:sp>
          <p:nvSpPr>
            <p:cNvPr id="5" name="Ellipse 5"/>
            <p:cNvSpPr/>
            <p:nvPr/>
          </p:nvSpPr>
          <p:spPr>
            <a:xfrm>
              <a:off x="4697158" y="1813751"/>
              <a:ext cx="3301746" cy="3301746"/>
            </a:xfrm>
            <a:prstGeom prst="ellipse">
              <a:avLst/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422172" y="1562005"/>
            <a:ext cx="700850" cy="700850"/>
            <a:chOff x="4422172" y="1562005"/>
            <a:chExt cx="700850" cy="700850"/>
          </a:xfrm>
        </p:grpSpPr>
        <p:sp>
          <p:nvSpPr>
            <p:cNvPr id="7" name="Ellipse 7"/>
            <p:cNvSpPr/>
            <p:nvPr/>
          </p:nvSpPr>
          <p:spPr>
            <a:xfrm>
              <a:off x="4422172" y="1562005"/>
              <a:ext cx="700850" cy="700850"/>
            </a:xfrm>
            <a:prstGeom prst="ellipse">
              <a:avLst/>
            </a:prstGeom>
            <a:solidFill>
              <a:srgbClr val="3BBB8E"/>
            </a:solidFill>
            <a:ln w="101603">
              <a:solidFill>
                <a:srgbClr val="FFFFF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70174" y="1760034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22172" y="4635151"/>
            <a:ext cx="700850" cy="700850"/>
            <a:chOff x="4422172" y="4635151"/>
            <a:chExt cx="700850" cy="700850"/>
          </a:xfrm>
        </p:grpSpPr>
        <p:sp>
          <p:nvSpPr>
            <p:cNvPr id="10" name="Ellipse 10"/>
            <p:cNvSpPr/>
            <p:nvPr/>
          </p:nvSpPr>
          <p:spPr>
            <a:xfrm>
              <a:off x="4422172" y="4635151"/>
              <a:ext cx="700850" cy="700850"/>
            </a:xfrm>
            <a:prstGeom prst="ellipse">
              <a:avLst/>
            </a:prstGeom>
            <a:solidFill>
              <a:srgbClr val="009056"/>
            </a:solidFill>
            <a:ln w="101603">
              <a:solidFill>
                <a:srgbClr val="FFFF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05183" y="4833180"/>
              <a:ext cx="134827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05617" y="1562005"/>
            <a:ext cx="700850" cy="700850"/>
            <a:chOff x="7605617" y="1562005"/>
            <a:chExt cx="700850" cy="700850"/>
          </a:xfrm>
        </p:grpSpPr>
        <p:sp>
          <p:nvSpPr>
            <p:cNvPr id="13" name="Ellipse 13"/>
            <p:cNvSpPr/>
            <p:nvPr/>
          </p:nvSpPr>
          <p:spPr>
            <a:xfrm>
              <a:off x="7605617" y="1562005"/>
              <a:ext cx="700850" cy="700850"/>
            </a:xfrm>
            <a:prstGeom prst="ellipse">
              <a:avLst/>
            </a:prstGeom>
            <a:solidFill>
              <a:srgbClr val="009056"/>
            </a:solidFill>
            <a:ln w="101603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3620" y="1760034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05617" y="4635151"/>
            <a:ext cx="700850" cy="700850"/>
            <a:chOff x="7605617" y="4635151"/>
            <a:chExt cx="700850" cy="700850"/>
          </a:xfrm>
        </p:grpSpPr>
        <p:sp>
          <p:nvSpPr>
            <p:cNvPr id="16" name="Ellipse 16"/>
            <p:cNvSpPr/>
            <p:nvPr/>
          </p:nvSpPr>
          <p:spPr>
            <a:xfrm>
              <a:off x="7605617" y="4635151"/>
              <a:ext cx="700850" cy="700850"/>
            </a:xfrm>
            <a:prstGeom prst="ellipse">
              <a:avLst/>
            </a:prstGeom>
            <a:solidFill>
              <a:srgbClr val="3BBB8E"/>
            </a:solidFill>
            <a:ln w="101603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53620" y="4833180"/>
              <a:ext cx="20484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69053" y="1779175"/>
            <a:ext cx="2242376" cy="1221867"/>
            <a:chOff x="1569053" y="1779175"/>
            <a:chExt cx="2242376" cy="1221867"/>
          </a:xfrm>
        </p:grpSpPr>
        <p:sp>
          <p:nvSpPr>
            <p:cNvPr id="19" name="Rectangle 19"/>
            <p:cNvSpPr/>
            <p:nvPr/>
          </p:nvSpPr>
          <p:spPr>
            <a:xfrm>
              <a:off x="1569053" y="1779175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45253" y="1951863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這裡說明第二項內容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5253" y="2134743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33716" y="1299400"/>
            <a:ext cx="2242376" cy="436340"/>
            <a:chOff x="1533716" y="1299400"/>
            <a:chExt cx="2242376" cy="436340"/>
          </a:xfrm>
        </p:grpSpPr>
        <p:sp>
          <p:nvSpPr>
            <p:cNvPr id="23" name="Rectangle 23"/>
            <p:cNvSpPr/>
            <p:nvPr/>
          </p:nvSpPr>
          <p:spPr>
            <a:xfrm>
              <a:off x="1533716" y="1299400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F5F3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59801" y="1410848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16282" y="1779175"/>
            <a:ext cx="2242376" cy="1221867"/>
            <a:chOff x="9116282" y="1779175"/>
            <a:chExt cx="2242376" cy="1221867"/>
          </a:xfrm>
        </p:grpSpPr>
        <p:sp>
          <p:nvSpPr>
            <p:cNvPr id="26" name="Rectangle 26"/>
            <p:cNvSpPr/>
            <p:nvPr/>
          </p:nvSpPr>
          <p:spPr>
            <a:xfrm>
              <a:off x="9116282" y="1779175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92482" y="1951863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這裡說明第三項內容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92482" y="2134743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80944" y="1299400"/>
            <a:ext cx="2242376" cy="436340"/>
            <a:chOff x="9080944" y="1299400"/>
            <a:chExt cx="2242376" cy="436340"/>
          </a:xfrm>
        </p:grpSpPr>
        <p:sp>
          <p:nvSpPr>
            <p:cNvPr id="30" name="Rectangle 30"/>
            <p:cNvSpPr/>
            <p:nvPr/>
          </p:nvSpPr>
          <p:spPr>
            <a:xfrm>
              <a:off x="9080944" y="1299400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F5F3F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06935" y="1410848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69053" y="4587430"/>
            <a:ext cx="2242376" cy="1221867"/>
            <a:chOff x="1569053" y="4587430"/>
            <a:chExt cx="2242376" cy="1221867"/>
          </a:xfrm>
        </p:grpSpPr>
        <p:sp>
          <p:nvSpPr>
            <p:cNvPr id="33" name="Rectangle 33"/>
            <p:cNvSpPr/>
            <p:nvPr/>
          </p:nvSpPr>
          <p:spPr>
            <a:xfrm>
              <a:off x="1569053" y="4587430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645253" y="4760119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這裡說明第一項內容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45253" y="4942999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33716" y="4107656"/>
            <a:ext cx="2242376" cy="436340"/>
            <a:chOff x="1533716" y="4107656"/>
            <a:chExt cx="2242376" cy="436340"/>
          </a:xfrm>
        </p:grpSpPr>
        <p:sp>
          <p:nvSpPr>
            <p:cNvPr id="37" name="Rectangle 37"/>
            <p:cNvSpPr/>
            <p:nvPr/>
          </p:nvSpPr>
          <p:spPr>
            <a:xfrm>
              <a:off x="1533716" y="4107656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F5F3F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59801" y="4219104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116282" y="4587430"/>
            <a:ext cx="2242376" cy="1221867"/>
            <a:chOff x="9116282" y="4587430"/>
            <a:chExt cx="2242376" cy="1221867"/>
          </a:xfrm>
        </p:grpSpPr>
        <p:sp>
          <p:nvSpPr>
            <p:cNvPr id="40" name="Rectangle 40"/>
            <p:cNvSpPr/>
            <p:nvPr/>
          </p:nvSpPr>
          <p:spPr>
            <a:xfrm>
              <a:off x="9116282" y="4587430"/>
              <a:ext cx="2242376" cy="12218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92482" y="4760119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這裡說明第四項內容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92482" y="4942999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80944" y="4107656"/>
            <a:ext cx="2242376" cy="436340"/>
            <a:chOff x="9080944" y="4107656"/>
            <a:chExt cx="2242376" cy="436340"/>
          </a:xfrm>
        </p:grpSpPr>
        <p:sp>
          <p:nvSpPr>
            <p:cNvPr id="44" name="Rectangle 44"/>
            <p:cNvSpPr/>
            <p:nvPr/>
          </p:nvSpPr>
          <p:spPr>
            <a:xfrm>
              <a:off x="9080944" y="4107656"/>
              <a:ext cx="2242376" cy="436340"/>
            </a:xfrm>
            <a:prstGeom prst="roundRect">
              <a:avLst>
                <a:gd name="adj" fmla="val 22200"/>
              </a:avLst>
            </a:prstGeom>
            <a:solidFill>
              <a:srgbClr val="F5F3F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06935" y="4219104"/>
              <a:ext cx="7903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47" name="Rectangle 47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84230" y="1991106"/>
            <a:ext cx="2947035" cy="2947035"/>
            <a:chOff x="4884230" y="1991106"/>
            <a:chExt cx="2947035" cy="2947035"/>
          </a:xfrm>
        </p:grpSpPr>
        <p:sp>
          <p:nvSpPr>
            <p:cNvPr id="50" name="Ellipse 50"/>
            <p:cNvSpPr/>
            <p:nvPr/>
          </p:nvSpPr>
          <p:spPr>
            <a:xfrm>
              <a:off x="4884230" y="1991106"/>
              <a:ext cx="2947035" cy="2947035"/>
            </a:xfrm>
            <a:prstGeom prst="ellipse">
              <a:avLst/>
            </a:prstGeom>
            <a:gradFill>
              <a:gsLst>
                <a:gs pos="100000">
                  <a:srgbClr val="9AE992"/>
                </a:gs>
                <a:gs pos="0">
                  <a:srgbClr val="009056"/>
                </a:gs>
                <a:gs pos="34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24523" y="3327464"/>
              <a:ext cx="106644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PROJECT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2" grpId="0"/>
      <p:bldP spid="15" grpId="0"/>
      <p:bldP spid="18" grpId="0"/>
      <p:bldP spid="22" grpId="0"/>
      <p:bldP spid="25" grpId="0"/>
      <p:bldP spid="29" grpId="0"/>
      <p:bldP spid="32" grpId="0"/>
      <p:bldP spid="36" grpId="0"/>
      <p:bldP spid="39" grpId="0"/>
      <p:bldP spid="43" grpId="0"/>
      <p:bldP spid="46" grpId="0"/>
      <p:bldP spid="49" grpId="0"/>
      <p:bldP spid="5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6105430" y="2846165"/>
            <a:ext cx="1309973" cy="397288"/>
            <a:chOff x="6105430" y="2846165"/>
            <a:chExt cx="1309973" cy="397288"/>
          </a:xfrm>
        </p:grpSpPr>
        <p:sp>
          <p:nvSpPr>
            <p:cNvPr id="3" name="Line 3"/>
            <p:cNvSpPr/>
            <p:nvPr/>
          </p:nvSpPr>
          <p:spPr>
            <a:xfrm flipV="1">
              <a:off x="6105430" y="2846165"/>
              <a:ext cx="1309973" cy="397288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105430" y="3628168"/>
            <a:ext cx="1309973" cy="397288"/>
            <a:chOff x="6105430" y="3628168"/>
            <a:chExt cx="1309973" cy="397288"/>
          </a:xfrm>
        </p:grpSpPr>
        <p:sp>
          <p:nvSpPr>
            <p:cNvPr id="5" name="Line 5"/>
            <p:cNvSpPr/>
            <p:nvPr/>
          </p:nvSpPr>
          <p:spPr>
            <a:xfrm>
              <a:off x="6105430" y="3628168"/>
              <a:ext cx="1309973" cy="397288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851565" y="1290256"/>
            <a:ext cx="4277487" cy="4277487"/>
            <a:chOff x="1851565" y="1290256"/>
            <a:chExt cx="4277487" cy="4277487"/>
          </a:xfrm>
        </p:grpSpPr>
        <p:sp>
          <p:nvSpPr>
            <p:cNvPr id="7" name="Ellipse 7"/>
            <p:cNvSpPr/>
            <p:nvPr/>
          </p:nvSpPr>
          <p:spPr>
            <a:xfrm>
              <a:off x="1851565" y="1290256"/>
              <a:ext cx="4277487" cy="4277487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45000">
                  <a:srgbClr val="3BBB8E"/>
                </a:gs>
                <a:gs pos="100000">
                  <a:srgbClr val="C3FFC0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039166" y="1322927"/>
            <a:ext cx="3502628" cy="693706"/>
            <a:chOff x="7039166" y="1322927"/>
            <a:chExt cx="3502628" cy="693706"/>
          </a:xfrm>
        </p:grpSpPr>
        <p:sp>
          <p:nvSpPr>
            <p:cNvPr id="9" name="Rectangle 9"/>
            <p:cNvSpPr/>
            <p:nvPr/>
          </p:nvSpPr>
          <p:spPr>
            <a:xfrm>
              <a:off x="7039166" y="1322927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15403" y="2499455"/>
            <a:ext cx="3502628" cy="693706"/>
            <a:chOff x="7415403" y="2499455"/>
            <a:chExt cx="3502628" cy="693706"/>
          </a:xfrm>
        </p:grpSpPr>
        <p:sp>
          <p:nvSpPr>
            <p:cNvPr id="11" name="Rectangle 11"/>
            <p:cNvSpPr/>
            <p:nvPr/>
          </p:nvSpPr>
          <p:spPr>
            <a:xfrm>
              <a:off x="7415403" y="2499455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415403" y="3675983"/>
            <a:ext cx="3502628" cy="693706"/>
            <a:chOff x="7415403" y="3675983"/>
            <a:chExt cx="3502628" cy="693706"/>
          </a:xfrm>
        </p:grpSpPr>
        <p:sp>
          <p:nvSpPr>
            <p:cNvPr id="13" name="Rectangle 13"/>
            <p:cNvSpPr/>
            <p:nvPr/>
          </p:nvSpPr>
          <p:spPr>
            <a:xfrm>
              <a:off x="7415403" y="3675983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039166" y="4852416"/>
            <a:ext cx="3502628" cy="693706"/>
            <a:chOff x="7039166" y="4852416"/>
            <a:chExt cx="3502628" cy="693706"/>
          </a:xfrm>
        </p:grpSpPr>
        <p:sp>
          <p:nvSpPr>
            <p:cNvPr id="15" name="Rectangle 15"/>
            <p:cNvSpPr/>
            <p:nvPr/>
          </p:nvSpPr>
          <p:spPr>
            <a:xfrm>
              <a:off x="7039166" y="4852416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841111" y="1669828"/>
            <a:ext cx="1179481" cy="693610"/>
            <a:chOff x="5841111" y="1669828"/>
            <a:chExt cx="1179481" cy="693610"/>
          </a:xfrm>
        </p:grpSpPr>
        <p:sp>
          <p:nvSpPr>
            <p:cNvPr id="17" name="Line 17"/>
            <p:cNvSpPr/>
            <p:nvPr/>
          </p:nvSpPr>
          <p:spPr>
            <a:xfrm flipV="1">
              <a:off x="5841111" y="1669828"/>
              <a:ext cx="1179481" cy="693610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985064" y="1618202"/>
            <a:ext cx="108204" cy="108204"/>
            <a:chOff x="6985064" y="1618202"/>
            <a:chExt cx="108204" cy="108204"/>
          </a:xfrm>
        </p:grpSpPr>
        <p:sp>
          <p:nvSpPr>
            <p:cNvPr id="19" name="Ellipse 19"/>
            <p:cNvSpPr/>
            <p:nvPr/>
          </p:nvSpPr>
          <p:spPr>
            <a:xfrm>
              <a:off x="6985064" y="1618202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361301" y="2792158"/>
            <a:ext cx="108204" cy="108204"/>
            <a:chOff x="7361301" y="2792158"/>
            <a:chExt cx="108204" cy="108204"/>
          </a:xfrm>
        </p:grpSpPr>
        <p:sp>
          <p:nvSpPr>
            <p:cNvPr id="21" name="Ellipse 21"/>
            <p:cNvSpPr/>
            <p:nvPr/>
          </p:nvSpPr>
          <p:spPr>
            <a:xfrm>
              <a:off x="7361301" y="2792158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361301" y="3968686"/>
            <a:ext cx="108204" cy="108204"/>
            <a:chOff x="7361301" y="3968686"/>
            <a:chExt cx="108204" cy="108204"/>
          </a:xfrm>
        </p:grpSpPr>
        <p:sp>
          <p:nvSpPr>
            <p:cNvPr id="23" name="Ellipse 23"/>
            <p:cNvSpPr/>
            <p:nvPr/>
          </p:nvSpPr>
          <p:spPr>
            <a:xfrm>
              <a:off x="7361301" y="3968686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827395" y="4501229"/>
            <a:ext cx="1179481" cy="693610"/>
            <a:chOff x="5827395" y="4501229"/>
            <a:chExt cx="1179481" cy="693610"/>
          </a:xfrm>
        </p:grpSpPr>
        <p:sp>
          <p:nvSpPr>
            <p:cNvPr id="25" name="Line 25"/>
            <p:cNvSpPr/>
            <p:nvPr/>
          </p:nvSpPr>
          <p:spPr>
            <a:xfrm>
              <a:off x="5827395" y="4501229"/>
              <a:ext cx="1179481" cy="693610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985064" y="5145215"/>
            <a:ext cx="108204" cy="108204"/>
            <a:chOff x="6985064" y="5145215"/>
            <a:chExt cx="108204" cy="108204"/>
          </a:xfrm>
        </p:grpSpPr>
        <p:sp>
          <p:nvSpPr>
            <p:cNvPr id="27" name="Ellipse 27"/>
            <p:cNvSpPr/>
            <p:nvPr/>
          </p:nvSpPr>
          <p:spPr>
            <a:xfrm>
              <a:off x="6985064" y="5145215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313200" y="1386935"/>
            <a:ext cx="2754630" cy="538544"/>
            <a:chOff x="7313200" y="1386935"/>
            <a:chExt cx="2754630" cy="538544"/>
          </a:xfrm>
        </p:grpSpPr>
        <p:sp>
          <p:nvSpPr>
            <p:cNvPr id="29" name="Rectangle 29"/>
            <p:cNvSpPr/>
            <p:nvPr/>
          </p:nvSpPr>
          <p:spPr>
            <a:xfrm>
              <a:off x="7313200" y="1386935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81780" y="155971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這裡說明第一個要點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69244" y="2576512"/>
            <a:ext cx="2754630" cy="538544"/>
            <a:chOff x="7669244" y="2576512"/>
            <a:chExt cx="2754630" cy="538544"/>
          </a:xfrm>
        </p:grpSpPr>
        <p:sp>
          <p:nvSpPr>
            <p:cNvPr id="32" name="Rectangle 32"/>
            <p:cNvSpPr/>
            <p:nvPr/>
          </p:nvSpPr>
          <p:spPr>
            <a:xfrm>
              <a:off x="7669244" y="2576512"/>
              <a:ext cx="2671191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37824" y="2749296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這裡說明第二個要點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69244" y="3753040"/>
            <a:ext cx="2764346" cy="538449"/>
            <a:chOff x="7669244" y="3753040"/>
            <a:chExt cx="2764346" cy="538449"/>
          </a:xfrm>
        </p:grpSpPr>
        <p:sp>
          <p:nvSpPr>
            <p:cNvPr id="35" name="Rectangle 35"/>
            <p:cNvSpPr/>
            <p:nvPr/>
          </p:nvSpPr>
          <p:spPr>
            <a:xfrm>
              <a:off x="7669244" y="3753040"/>
              <a:ext cx="2764346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37824" y="392572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這裡說明第三個要點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13200" y="4903851"/>
            <a:ext cx="2754630" cy="538448"/>
            <a:chOff x="7313200" y="4903851"/>
            <a:chExt cx="2754630" cy="538448"/>
          </a:xfrm>
        </p:grpSpPr>
        <p:sp>
          <p:nvSpPr>
            <p:cNvPr id="38" name="Rectangle 38"/>
            <p:cNvSpPr/>
            <p:nvPr/>
          </p:nvSpPr>
          <p:spPr>
            <a:xfrm>
              <a:off x="7313200" y="4903851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81780" y="507653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這裡說明第四個要點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41" name="Rectangle 41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055400" y="1490662"/>
            <a:ext cx="3876675" cy="3876675"/>
            <a:chOff x="2055400" y="1490662"/>
            <a:chExt cx="3876675" cy="3876675"/>
          </a:xfrm>
        </p:grpSpPr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5400" y="1490662"/>
              <a:ext cx="3876675" cy="38766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1" grpId="0"/>
      <p:bldP spid="34" grpId="0"/>
      <p:bldP spid="37" grpId="0"/>
      <p:bldP spid="40" grpId="0"/>
      <p:bldP spid="43" grpId="0"/>
      <p:bldP spid="4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6105430" y="2846165"/>
            <a:ext cx="1309973" cy="397288"/>
            <a:chOff x="6105430" y="2846165"/>
            <a:chExt cx="1309973" cy="397288"/>
          </a:xfrm>
        </p:grpSpPr>
        <p:sp>
          <p:nvSpPr>
            <p:cNvPr id="3" name="Line 3"/>
            <p:cNvSpPr/>
            <p:nvPr/>
          </p:nvSpPr>
          <p:spPr>
            <a:xfrm flipV="1">
              <a:off x="6105430" y="2846165"/>
              <a:ext cx="1309973" cy="397288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105430" y="3628168"/>
            <a:ext cx="1309973" cy="397288"/>
            <a:chOff x="6105430" y="3628168"/>
            <a:chExt cx="1309973" cy="397288"/>
          </a:xfrm>
        </p:grpSpPr>
        <p:sp>
          <p:nvSpPr>
            <p:cNvPr id="5" name="Line 5"/>
            <p:cNvSpPr/>
            <p:nvPr/>
          </p:nvSpPr>
          <p:spPr>
            <a:xfrm>
              <a:off x="6105430" y="3628168"/>
              <a:ext cx="1309973" cy="397288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851565" y="1290256"/>
            <a:ext cx="4277487" cy="4277487"/>
            <a:chOff x="1851565" y="1290256"/>
            <a:chExt cx="4277487" cy="4277487"/>
          </a:xfrm>
        </p:grpSpPr>
        <p:sp>
          <p:nvSpPr>
            <p:cNvPr id="7" name="Ellipse 7"/>
            <p:cNvSpPr/>
            <p:nvPr/>
          </p:nvSpPr>
          <p:spPr>
            <a:xfrm>
              <a:off x="1851565" y="1290256"/>
              <a:ext cx="4277487" cy="4277487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45000">
                  <a:srgbClr val="3BBB8E"/>
                </a:gs>
                <a:gs pos="100000">
                  <a:srgbClr val="C3FFC0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039166" y="1322927"/>
            <a:ext cx="3502628" cy="693706"/>
            <a:chOff x="7039166" y="1322927"/>
            <a:chExt cx="3502628" cy="693706"/>
          </a:xfrm>
        </p:grpSpPr>
        <p:sp>
          <p:nvSpPr>
            <p:cNvPr id="9" name="Rectangle 9"/>
            <p:cNvSpPr/>
            <p:nvPr/>
          </p:nvSpPr>
          <p:spPr>
            <a:xfrm>
              <a:off x="7039166" y="1322927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15403" y="2499455"/>
            <a:ext cx="3502628" cy="693706"/>
            <a:chOff x="7415403" y="2499455"/>
            <a:chExt cx="3502628" cy="693706"/>
          </a:xfrm>
        </p:grpSpPr>
        <p:sp>
          <p:nvSpPr>
            <p:cNvPr id="11" name="Rectangle 11"/>
            <p:cNvSpPr/>
            <p:nvPr/>
          </p:nvSpPr>
          <p:spPr>
            <a:xfrm>
              <a:off x="7415403" y="2499455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415403" y="3675983"/>
            <a:ext cx="3502628" cy="693706"/>
            <a:chOff x="7415403" y="3675983"/>
            <a:chExt cx="3502628" cy="693706"/>
          </a:xfrm>
        </p:grpSpPr>
        <p:sp>
          <p:nvSpPr>
            <p:cNvPr id="13" name="Rectangle 13"/>
            <p:cNvSpPr/>
            <p:nvPr/>
          </p:nvSpPr>
          <p:spPr>
            <a:xfrm>
              <a:off x="7415403" y="3675983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039166" y="4852416"/>
            <a:ext cx="3502628" cy="693706"/>
            <a:chOff x="7039166" y="4852416"/>
            <a:chExt cx="3502628" cy="693706"/>
          </a:xfrm>
        </p:grpSpPr>
        <p:sp>
          <p:nvSpPr>
            <p:cNvPr id="15" name="Rectangle 15"/>
            <p:cNvSpPr/>
            <p:nvPr/>
          </p:nvSpPr>
          <p:spPr>
            <a:xfrm>
              <a:off x="7039166" y="4852416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841111" y="1669828"/>
            <a:ext cx="1179481" cy="693610"/>
            <a:chOff x="5841111" y="1669828"/>
            <a:chExt cx="1179481" cy="693610"/>
          </a:xfrm>
        </p:grpSpPr>
        <p:sp>
          <p:nvSpPr>
            <p:cNvPr id="17" name="Line 17"/>
            <p:cNvSpPr/>
            <p:nvPr/>
          </p:nvSpPr>
          <p:spPr>
            <a:xfrm flipV="1">
              <a:off x="5841111" y="1669828"/>
              <a:ext cx="1179481" cy="693610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985064" y="1618202"/>
            <a:ext cx="108204" cy="108204"/>
            <a:chOff x="6985064" y="1618202"/>
            <a:chExt cx="108204" cy="108204"/>
          </a:xfrm>
        </p:grpSpPr>
        <p:sp>
          <p:nvSpPr>
            <p:cNvPr id="19" name="Ellipse 19"/>
            <p:cNvSpPr/>
            <p:nvPr/>
          </p:nvSpPr>
          <p:spPr>
            <a:xfrm>
              <a:off x="6985064" y="1618202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361301" y="2792158"/>
            <a:ext cx="108204" cy="108204"/>
            <a:chOff x="7361301" y="2792158"/>
            <a:chExt cx="108204" cy="108204"/>
          </a:xfrm>
        </p:grpSpPr>
        <p:sp>
          <p:nvSpPr>
            <p:cNvPr id="21" name="Ellipse 21"/>
            <p:cNvSpPr/>
            <p:nvPr/>
          </p:nvSpPr>
          <p:spPr>
            <a:xfrm>
              <a:off x="7361301" y="2792158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361301" y="3968686"/>
            <a:ext cx="108204" cy="108204"/>
            <a:chOff x="7361301" y="3968686"/>
            <a:chExt cx="108204" cy="108204"/>
          </a:xfrm>
        </p:grpSpPr>
        <p:sp>
          <p:nvSpPr>
            <p:cNvPr id="23" name="Ellipse 23"/>
            <p:cNvSpPr/>
            <p:nvPr/>
          </p:nvSpPr>
          <p:spPr>
            <a:xfrm>
              <a:off x="7361301" y="3968686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827395" y="4501229"/>
            <a:ext cx="1179481" cy="693610"/>
            <a:chOff x="5827395" y="4501229"/>
            <a:chExt cx="1179481" cy="693610"/>
          </a:xfrm>
        </p:grpSpPr>
        <p:sp>
          <p:nvSpPr>
            <p:cNvPr id="25" name="Line 25"/>
            <p:cNvSpPr/>
            <p:nvPr/>
          </p:nvSpPr>
          <p:spPr>
            <a:xfrm>
              <a:off x="5827395" y="4501229"/>
              <a:ext cx="1179481" cy="693610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985064" y="5145215"/>
            <a:ext cx="108204" cy="108204"/>
            <a:chOff x="6985064" y="5145215"/>
            <a:chExt cx="108204" cy="108204"/>
          </a:xfrm>
        </p:grpSpPr>
        <p:sp>
          <p:nvSpPr>
            <p:cNvPr id="27" name="Ellipse 27"/>
            <p:cNvSpPr/>
            <p:nvPr/>
          </p:nvSpPr>
          <p:spPr>
            <a:xfrm>
              <a:off x="6985064" y="5145215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313200" y="1386935"/>
            <a:ext cx="2754630" cy="538544"/>
            <a:chOff x="7313200" y="1386935"/>
            <a:chExt cx="2754630" cy="538544"/>
          </a:xfrm>
        </p:grpSpPr>
        <p:sp>
          <p:nvSpPr>
            <p:cNvPr id="29" name="Rectangle 29"/>
            <p:cNvSpPr/>
            <p:nvPr/>
          </p:nvSpPr>
          <p:spPr>
            <a:xfrm>
              <a:off x="7313200" y="1386935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81780" y="155971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這裡說明第一個要點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69244" y="2576512"/>
            <a:ext cx="2754630" cy="538544"/>
            <a:chOff x="7669244" y="2576512"/>
            <a:chExt cx="2754630" cy="538544"/>
          </a:xfrm>
        </p:grpSpPr>
        <p:sp>
          <p:nvSpPr>
            <p:cNvPr id="32" name="Rectangle 32"/>
            <p:cNvSpPr/>
            <p:nvPr/>
          </p:nvSpPr>
          <p:spPr>
            <a:xfrm>
              <a:off x="7669244" y="2576512"/>
              <a:ext cx="2671191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37824" y="2749296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這裡說明第二個要點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69244" y="3753040"/>
            <a:ext cx="2764346" cy="538449"/>
            <a:chOff x="7669244" y="3753040"/>
            <a:chExt cx="2764346" cy="538449"/>
          </a:xfrm>
        </p:grpSpPr>
        <p:sp>
          <p:nvSpPr>
            <p:cNvPr id="35" name="Rectangle 35"/>
            <p:cNvSpPr/>
            <p:nvPr/>
          </p:nvSpPr>
          <p:spPr>
            <a:xfrm>
              <a:off x="7669244" y="3753040"/>
              <a:ext cx="2764346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37824" y="392572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這裡說明第三個要點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13200" y="4903851"/>
            <a:ext cx="2754630" cy="538448"/>
            <a:chOff x="7313200" y="4903851"/>
            <a:chExt cx="2754630" cy="538448"/>
          </a:xfrm>
        </p:grpSpPr>
        <p:sp>
          <p:nvSpPr>
            <p:cNvPr id="38" name="Rectangle 38"/>
            <p:cNvSpPr/>
            <p:nvPr/>
          </p:nvSpPr>
          <p:spPr>
            <a:xfrm>
              <a:off x="7313200" y="4903851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81780" y="507653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這裡說明第四個要點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41" name="Rectangle 41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028063" y="1488186"/>
            <a:ext cx="3900773" cy="3900773"/>
            <a:chOff x="2028063" y="1488186"/>
            <a:chExt cx="3900773" cy="3900773"/>
          </a:xfrm>
        </p:grpSpPr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28063" y="1488186"/>
              <a:ext cx="3900773" cy="3900773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1" grpId="0"/>
      <p:bldP spid="34" grpId="0"/>
      <p:bldP spid="37" grpId="0"/>
      <p:bldP spid="40" grpId="0"/>
      <p:bldP spid="43" grpId="0"/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6105430" y="2846165"/>
            <a:ext cx="1309973" cy="397288"/>
            <a:chOff x="6105430" y="2846165"/>
            <a:chExt cx="1309973" cy="397288"/>
          </a:xfrm>
        </p:grpSpPr>
        <p:sp>
          <p:nvSpPr>
            <p:cNvPr id="3" name="Line 3"/>
            <p:cNvSpPr/>
            <p:nvPr/>
          </p:nvSpPr>
          <p:spPr>
            <a:xfrm flipV="1">
              <a:off x="6105430" y="2846165"/>
              <a:ext cx="1309973" cy="397288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105430" y="3628168"/>
            <a:ext cx="1309973" cy="397288"/>
            <a:chOff x="6105430" y="3628168"/>
            <a:chExt cx="1309973" cy="397288"/>
          </a:xfrm>
        </p:grpSpPr>
        <p:sp>
          <p:nvSpPr>
            <p:cNvPr id="5" name="Line 5"/>
            <p:cNvSpPr/>
            <p:nvPr/>
          </p:nvSpPr>
          <p:spPr>
            <a:xfrm>
              <a:off x="6105430" y="3628168"/>
              <a:ext cx="1309973" cy="397288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039166" y="1322927"/>
            <a:ext cx="3502628" cy="693706"/>
            <a:chOff x="7039166" y="1322927"/>
            <a:chExt cx="3502628" cy="693706"/>
          </a:xfrm>
        </p:grpSpPr>
        <p:sp>
          <p:nvSpPr>
            <p:cNvPr id="7" name="Rectangle 7"/>
            <p:cNvSpPr/>
            <p:nvPr/>
          </p:nvSpPr>
          <p:spPr>
            <a:xfrm>
              <a:off x="7039166" y="1322927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15403" y="2499455"/>
            <a:ext cx="3502628" cy="693706"/>
            <a:chOff x="7415403" y="2499455"/>
            <a:chExt cx="3502628" cy="693706"/>
          </a:xfrm>
        </p:grpSpPr>
        <p:sp>
          <p:nvSpPr>
            <p:cNvPr id="9" name="Rectangle 9"/>
            <p:cNvSpPr/>
            <p:nvPr/>
          </p:nvSpPr>
          <p:spPr>
            <a:xfrm>
              <a:off x="7415403" y="2499455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15403" y="3675983"/>
            <a:ext cx="3502628" cy="693706"/>
            <a:chOff x="7415403" y="3675983"/>
            <a:chExt cx="3502628" cy="693706"/>
          </a:xfrm>
        </p:grpSpPr>
        <p:sp>
          <p:nvSpPr>
            <p:cNvPr id="11" name="Rectangle 11"/>
            <p:cNvSpPr/>
            <p:nvPr/>
          </p:nvSpPr>
          <p:spPr>
            <a:xfrm>
              <a:off x="7415403" y="3675983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39166" y="4852416"/>
            <a:ext cx="3502628" cy="693706"/>
            <a:chOff x="7039166" y="4852416"/>
            <a:chExt cx="3502628" cy="693706"/>
          </a:xfrm>
        </p:grpSpPr>
        <p:sp>
          <p:nvSpPr>
            <p:cNvPr id="13" name="Rectangle 13"/>
            <p:cNvSpPr/>
            <p:nvPr/>
          </p:nvSpPr>
          <p:spPr>
            <a:xfrm>
              <a:off x="7039166" y="4852416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841111" y="1669828"/>
            <a:ext cx="1179481" cy="693610"/>
            <a:chOff x="5841111" y="1669828"/>
            <a:chExt cx="1179481" cy="693610"/>
          </a:xfrm>
        </p:grpSpPr>
        <p:sp>
          <p:nvSpPr>
            <p:cNvPr id="15" name="Line 15"/>
            <p:cNvSpPr/>
            <p:nvPr/>
          </p:nvSpPr>
          <p:spPr>
            <a:xfrm flipV="1">
              <a:off x="5841111" y="1669828"/>
              <a:ext cx="1179481" cy="693610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985064" y="1618202"/>
            <a:ext cx="108204" cy="108204"/>
            <a:chOff x="6985064" y="1618202"/>
            <a:chExt cx="108204" cy="108204"/>
          </a:xfrm>
        </p:grpSpPr>
        <p:sp>
          <p:nvSpPr>
            <p:cNvPr id="17" name="Ellipse 17"/>
            <p:cNvSpPr/>
            <p:nvPr/>
          </p:nvSpPr>
          <p:spPr>
            <a:xfrm>
              <a:off x="6985064" y="1618202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361301" y="2792158"/>
            <a:ext cx="108204" cy="108204"/>
            <a:chOff x="7361301" y="2792158"/>
            <a:chExt cx="108204" cy="108204"/>
          </a:xfrm>
        </p:grpSpPr>
        <p:sp>
          <p:nvSpPr>
            <p:cNvPr id="19" name="Ellipse 19"/>
            <p:cNvSpPr/>
            <p:nvPr/>
          </p:nvSpPr>
          <p:spPr>
            <a:xfrm>
              <a:off x="7361301" y="2792158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361301" y="3968686"/>
            <a:ext cx="108204" cy="108204"/>
            <a:chOff x="7361301" y="3968686"/>
            <a:chExt cx="108204" cy="108204"/>
          </a:xfrm>
        </p:grpSpPr>
        <p:sp>
          <p:nvSpPr>
            <p:cNvPr id="21" name="Ellipse 21"/>
            <p:cNvSpPr/>
            <p:nvPr/>
          </p:nvSpPr>
          <p:spPr>
            <a:xfrm>
              <a:off x="7361301" y="3968686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827395" y="4501229"/>
            <a:ext cx="1179481" cy="693610"/>
            <a:chOff x="5827395" y="4501229"/>
            <a:chExt cx="1179481" cy="693610"/>
          </a:xfrm>
        </p:grpSpPr>
        <p:sp>
          <p:nvSpPr>
            <p:cNvPr id="23" name="Line 23"/>
            <p:cNvSpPr/>
            <p:nvPr/>
          </p:nvSpPr>
          <p:spPr>
            <a:xfrm>
              <a:off x="5827395" y="4501229"/>
              <a:ext cx="1179481" cy="693610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985064" y="5145215"/>
            <a:ext cx="108204" cy="108204"/>
            <a:chOff x="6985064" y="5145215"/>
            <a:chExt cx="108204" cy="108204"/>
          </a:xfrm>
        </p:grpSpPr>
        <p:sp>
          <p:nvSpPr>
            <p:cNvPr id="25" name="Ellipse 25"/>
            <p:cNvSpPr/>
            <p:nvPr/>
          </p:nvSpPr>
          <p:spPr>
            <a:xfrm>
              <a:off x="6985064" y="5145215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313200" y="1386935"/>
            <a:ext cx="2754630" cy="538544"/>
            <a:chOff x="7313200" y="1386935"/>
            <a:chExt cx="2754630" cy="538544"/>
          </a:xfrm>
        </p:grpSpPr>
        <p:sp>
          <p:nvSpPr>
            <p:cNvPr id="27" name="Rectangle 27"/>
            <p:cNvSpPr/>
            <p:nvPr/>
          </p:nvSpPr>
          <p:spPr>
            <a:xfrm>
              <a:off x="7313200" y="1386935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81780" y="155971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這裡說明第一個要點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69244" y="2576512"/>
            <a:ext cx="2754630" cy="538544"/>
            <a:chOff x="7669244" y="2576512"/>
            <a:chExt cx="2754630" cy="538544"/>
          </a:xfrm>
        </p:grpSpPr>
        <p:sp>
          <p:nvSpPr>
            <p:cNvPr id="30" name="Rectangle 30"/>
            <p:cNvSpPr/>
            <p:nvPr/>
          </p:nvSpPr>
          <p:spPr>
            <a:xfrm>
              <a:off x="7669244" y="2576512"/>
              <a:ext cx="2671191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37824" y="2749296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這裡說明第二個要點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69244" y="3753040"/>
            <a:ext cx="2764346" cy="538449"/>
            <a:chOff x="7669244" y="3753040"/>
            <a:chExt cx="2764346" cy="538449"/>
          </a:xfrm>
        </p:grpSpPr>
        <p:sp>
          <p:nvSpPr>
            <p:cNvPr id="33" name="Rectangle 33"/>
            <p:cNvSpPr/>
            <p:nvPr/>
          </p:nvSpPr>
          <p:spPr>
            <a:xfrm>
              <a:off x="7669244" y="3753040"/>
              <a:ext cx="2764346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37824" y="392572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這裡說明第三個要點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313200" y="4903851"/>
            <a:ext cx="2754630" cy="538448"/>
            <a:chOff x="7313200" y="4903851"/>
            <a:chExt cx="2754630" cy="538448"/>
          </a:xfrm>
        </p:grpSpPr>
        <p:sp>
          <p:nvSpPr>
            <p:cNvPr id="36" name="Rectangle 36"/>
            <p:cNvSpPr/>
            <p:nvPr/>
          </p:nvSpPr>
          <p:spPr>
            <a:xfrm>
              <a:off x="7313200" y="4903851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81780" y="507653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這裡說明第四個要點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39" name="Rectangle 39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851565" y="1290256"/>
            <a:ext cx="4277487" cy="4277487"/>
            <a:chOff x="1851565" y="1290256"/>
            <a:chExt cx="4277487" cy="4277487"/>
          </a:xfrm>
        </p:grpSpPr>
        <p:sp>
          <p:nvSpPr>
            <p:cNvPr id="42" name="Ellipse 42"/>
            <p:cNvSpPr/>
            <p:nvPr/>
          </p:nvSpPr>
          <p:spPr>
            <a:xfrm>
              <a:off x="1851565" y="1290256"/>
              <a:ext cx="4277487" cy="4277487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45000">
                  <a:srgbClr val="3BBB8E"/>
                </a:gs>
                <a:gs pos="100000">
                  <a:srgbClr val="C3FFC0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2043875" y="1477328"/>
            <a:ext cx="3900773" cy="3900773"/>
            <a:chOff x="2043875" y="1477328"/>
            <a:chExt cx="3900773" cy="3900773"/>
          </a:xfrm>
        </p:grpSpPr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43875" y="1477328"/>
              <a:ext cx="3900773" cy="3900773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9" grpId="0"/>
      <p:bldP spid="32" grpId="0"/>
      <p:bldP spid="35" grpId="0"/>
      <p:bldP spid="38" grpId="0"/>
      <p:bldP spid="41" grpId="0"/>
      <p:bldP spid="43" grpId="0"/>
      <p:bldP spid="4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6105430" y="2846165"/>
            <a:ext cx="1309973" cy="397288"/>
            <a:chOff x="6105430" y="2846165"/>
            <a:chExt cx="1309973" cy="397288"/>
          </a:xfrm>
        </p:grpSpPr>
        <p:sp>
          <p:nvSpPr>
            <p:cNvPr id="3" name="Line 3"/>
            <p:cNvSpPr/>
            <p:nvPr/>
          </p:nvSpPr>
          <p:spPr>
            <a:xfrm flipV="1">
              <a:off x="6105430" y="2846165"/>
              <a:ext cx="1309973" cy="397288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105430" y="3628168"/>
            <a:ext cx="1309973" cy="397288"/>
            <a:chOff x="6105430" y="3628168"/>
            <a:chExt cx="1309973" cy="397288"/>
          </a:xfrm>
        </p:grpSpPr>
        <p:sp>
          <p:nvSpPr>
            <p:cNvPr id="5" name="Line 5"/>
            <p:cNvSpPr/>
            <p:nvPr/>
          </p:nvSpPr>
          <p:spPr>
            <a:xfrm>
              <a:off x="6105430" y="3628168"/>
              <a:ext cx="1309973" cy="397288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039166" y="1322927"/>
            <a:ext cx="3502628" cy="693706"/>
            <a:chOff x="7039166" y="1322927"/>
            <a:chExt cx="3502628" cy="693706"/>
          </a:xfrm>
        </p:grpSpPr>
        <p:sp>
          <p:nvSpPr>
            <p:cNvPr id="7" name="Rectangle 7"/>
            <p:cNvSpPr/>
            <p:nvPr/>
          </p:nvSpPr>
          <p:spPr>
            <a:xfrm>
              <a:off x="7039166" y="1322927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15403" y="2499455"/>
            <a:ext cx="3502628" cy="693706"/>
            <a:chOff x="7415403" y="2499455"/>
            <a:chExt cx="3502628" cy="693706"/>
          </a:xfrm>
        </p:grpSpPr>
        <p:sp>
          <p:nvSpPr>
            <p:cNvPr id="9" name="Rectangle 9"/>
            <p:cNvSpPr/>
            <p:nvPr/>
          </p:nvSpPr>
          <p:spPr>
            <a:xfrm>
              <a:off x="7415403" y="2499455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15403" y="3675983"/>
            <a:ext cx="3502628" cy="693706"/>
            <a:chOff x="7415403" y="3675983"/>
            <a:chExt cx="3502628" cy="693706"/>
          </a:xfrm>
        </p:grpSpPr>
        <p:sp>
          <p:nvSpPr>
            <p:cNvPr id="11" name="Rectangle 11"/>
            <p:cNvSpPr/>
            <p:nvPr/>
          </p:nvSpPr>
          <p:spPr>
            <a:xfrm>
              <a:off x="7415403" y="3675983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39166" y="4852416"/>
            <a:ext cx="3502628" cy="693706"/>
            <a:chOff x="7039166" y="4852416"/>
            <a:chExt cx="3502628" cy="693706"/>
          </a:xfrm>
        </p:grpSpPr>
        <p:sp>
          <p:nvSpPr>
            <p:cNvPr id="13" name="Rectangle 13"/>
            <p:cNvSpPr/>
            <p:nvPr/>
          </p:nvSpPr>
          <p:spPr>
            <a:xfrm>
              <a:off x="7039166" y="4852416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841111" y="1669828"/>
            <a:ext cx="1179481" cy="693610"/>
            <a:chOff x="5841111" y="1669828"/>
            <a:chExt cx="1179481" cy="693610"/>
          </a:xfrm>
        </p:grpSpPr>
        <p:sp>
          <p:nvSpPr>
            <p:cNvPr id="15" name="Line 15"/>
            <p:cNvSpPr/>
            <p:nvPr/>
          </p:nvSpPr>
          <p:spPr>
            <a:xfrm flipV="1">
              <a:off x="5841111" y="1669828"/>
              <a:ext cx="1179481" cy="693610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985064" y="1618202"/>
            <a:ext cx="108204" cy="108204"/>
            <a:chOff x="6985064" y="1618202"/>
            <a:chExt cx="108204" cy="108204"/>
          </a:xfrm>
        </p:grpSpPr>
        <p:sp>
          <p:nvSpPr>
            <p:cNvPr id="17" name="Ellipse 17"/>
            <p:cNvSpPr/>
            <p:nvPr/>
          </p:nvSpPr>
          <p:spPr>
            <a:xfrm>
              <a:off x="6985064" y="1618202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361301" y="2792158"/>
            <a:ext cx="108204" cy="108204"/>
            <a:chOff x="7361301" y="2792158"/>
            <a:chExt cx="108204" cy="108204"/>
          </a:xfrm>
        </p:grpSpPr>
        <p:sp>
          <p:nvSpPr>
            <p:cNvPr id="19" name="Ellipse 19"/>
            <p:cNvSpPr/>
            <p:nvPr/>
          </p:nvSpPr>
          <p:spPr>
            <a:xfrm>
              <a:off x="7361301" y="2792158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361301" y="3968686"/>
            <a:ext cx="108204" cy="108204"/>
            <a:chOff x="7361301" y="3968686"/>
            <a:chExt cx="108204" cy="108204"/>
          </a:xfrm>
        </p:grpSpPr>
        <p:sp>
          <p:nvSpPr>
            <p:cNvPr id="21" name="Ellipse 21"/>
            <p:cNvSpPr/>
            <p:nvPr/>
          </p:nvSpPr>
          <p:spPr>
            <a:xfrm>
              <a:off x="7361301" y="3968686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827395" y="4501229"/>
            <a:ext cx="1179481" cy="693610"/>
            <a:chOff x="5827395" y="4501229"/>
            <a:chExt cx="1179481" cy="693610"/>
          </a:xfrm>
        </p:grpSpPr>
        <p:sp>
          <p:nvSpPr>
            <p:cNvPr id="23" name="Line 23"/>
            <p:cNvSpPr/>
            <p:nvPr/>
          </p:nvSpPr>
          <p:spPr>
            <a:xfrm>
              <a:off x="5827395" y="4501229"/>
              <a:ext cx="1179481" cy="693610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985064" y="5145215"/>
            <a:ext cx="108204" cy="108204"/>
            <a:chOff x="6985064" y="5145215"/>
            <a:chExt cx="108204" cy="108204"/>
          </a:xfrm>
        </p:grpSpPr>
        <p:sp>
          <p:nvSpPr>
            <p:cNvPr id="25" name="Ellipse 25"/>
            <p:cNvSpPr/>
            <p:nvPr/>
          </p:nvSpPr>
          <p:spPr>
            <a:xfrm>
              <a:off x="6985064" y="5145215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313200" y="1386935"/>
            <a:ext cx="2754630" cy="538544"/>
            <a:chOff x="7313200" y="1386935"/>
            <a:chExt cx="2754630" cy="538544"/>
          </a:xfrm>
        </p:grpSpPr>
        <p:sp>
          <p:nvSpPr>
            <p:cNvPr id="27" name="Rectangle 27"/>
            <p:cNvSpPr/>
            <p:nvPr/>
          </p:nvSpPr>
          <p:spPr>
            <a:xfrm>
              <a:off x="7313200" y="1386935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81780" y="155971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這裡說明第一個要點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69244" y="2576512"/>
            <a:ext cx="2754630" cy="538544"/>
            <a:chOff x="7669244" y="2576512"/>
            <a:chExt cx="2754630" cy="538544"/>
          </a:xfrm>
        </p:grpSpPr>
        <p:sp>
          <p:nvSpPr>
            <p:cNvPr id="30" name="Rectangle 30"/>
            <p:cNvSpPr/>
            <p:nvPr/>
          </p:nvSpPr>
          <p:spPr>
            <a:xfrm>
              <a:off x="7669244" y="2576512"/>
              <a:ext cx="2671191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37824" y="2749296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這裡說明第二個要點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69244" y="3753040"/>
            <a:ext cx="2764346" cy="538449"/>
            <a:chOff x="7669244" y="3753040"/>
            <a:chExt cx="2764346" cy="538449"/>
          </a:xfrm>
        </p:grpSpPr>
        <p:sp>
          <p:nvSpPr>
            <p:cNvPr id="33" name="Rectangle 33"/>
            <p:cNvSpPr/>
            <p:nvPr/>
          </p:nvSpPr>
          <p:spPr>
            <a:xfrm>
              <a:off x="7669244" y="3753040"/>
              <a:ext cx="2764346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37824" y="392572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這裡說明第三個要點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313200" y="4903851"/>
            <a:ext cx="2754630" cy="538448"/>
            <a:chOff x="7313200" y="4903851"/>
            <a:chExt cx="2754630" cy="538448"/>
          </a:xfrm>
        </p:grpSpPr>
        <p:sp>
          <p:nvSpPr>
            <p:cNvPr id="36" name="Rectangle 36"/>
            <p:cNvSpPr/>
            <p:nvPr/>
          </p:nvSpPr>
          <p:spPr>
            <a:xfrm>
              <a:off x="7313200" y="4903851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81780" y="507653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這裡說明第四個要點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39" name="Rectangle 39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851565" y="1290256"/>
            <a:ext cx="4277487" cy="4277487"/>
            <a:chOff x="1851565" y="1290256"/>
            <a:chExt cx="4277487" cy="4277487"/>
          </a:xfrm>
        </p:grpSpPr>
        <p:sp>
          <p:nvSpPr>
            <p:cNvPr id="42" name="Ellipse 42"/>
            <p:cNvSpPr/>
            <p:nvPr/>
          </p:nvSpPr>
          <p:spPr>
            <a:xfrm>
              <a:off x="1851565" y="1290256"/>
              <a:ext cx="4277487" cy="4277487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45000">
                  <a:srgbClr val="3BBB8E"/>
                </a:gs>
                <a:gs pos="100000">
                  <a:srgbClr val="C3FFC0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2687764" y="3559778"/>
            <a:ext cx="2604992" cy="538448"/>
            <a:chOff x="2687764" y="3559778"/>
            <a:chExt cx="2604992" cy="538448"/>
          </a:xfrm>
        </p:grpSpPr>
        <p:sp>
          <p:nvSpPr>
            <p:cNvPr id="44" name="Rectangle 44"/>
            <p:cNvSpPr/>
            <p:nvPr/>
          </p:nvSpPr>
          <p:spPr>
            <a:xfrm>
              <a:off x="2687764" y="3559778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707291" y="3732466"/>
              <a:ext cx="256603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補充說明專案文字內容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687764" y="2876455"/>
            <a:ext cx="2604992" cy="782288"/>
            <a:chOff x="2687764" y="2876455"/>
            <a:chExt cx="2604992" cy="782288"/>
          </a:xfrm>
        </p:grpSpPr>
        <p:sp>
          <p:nvSpPr>
            <p:cNvPr id="47" name="Rectangle 47"/>
            <p:cNvSpPr/>
            <p:nvPr/>
          </p:nvSpPr>
          <p:spPr>
            <a:xfrm>
              <a:off x="2687764" y="2876455"/>
              <a:ext cx="2604992" cy="5875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01602" y="3049143"/>
              <a:ext cx="177741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PROJECT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9" grpId="0"/>
      <p:bldP spid="32" grpId="0"/>
      <p:bldP spid="35" grpId="0"/>
      <p:bldP spid="38" grpId="0"/>
      <p:bldP spid="41" grpId="0"/>
      <p:bldP spid="43" grpId="0"/>
      <p:bldP spid="46" grpId="0"/>
      <p:bldP spid="4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6105430" y="2846165"/>
            <a:ext cx="1309973" cy="397288"/>
            <a:chOff x="6105430" y="2846165"/>
            <a:chExt cx="1309973" cy="397288"/>
          </a:xfrm>
        </p:grpSpPr>
        <p:sp>
          <p:nvSpPr>
            <p:cNvPr id="3" name="Line 3"/>
            <p:cNvSpPr/>
            <p:nvPr/>
          </p:nvSpPr>
          <p:spPr>
            <a:xfrm flipV="1">
              <a:off x="6105430" y="2846165"/>
              <a:ext cx="1309973" cy="397288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105430" y="3628168"/>
            <a:ext cx="1309973" cy="397288"/>
            <a:chOff x="6105430" y="3628168"/>
            <a:chExt cx="1309973" cy="397288"/>
          </a:xfrm>
        </p:grpSpPr>
        <p:sp>
          <p:nvSpPr>
            <p:cNvPr id="5" name="Line 5"/>
            <p:cNvSpPr/>
            <p:nvPr/>
          </p:nvSpPr>
          <p:spPr>
            <a:xfrm>
              <a:off x="6105430" y="3628168"/>
              <a:ext cx="1309973" cy="397288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851565" y="1290256"/>
            <a:ext cx="4277487" cy="4277487"/>
            <a:chOff x="1851565" y="1290256"/>
            <a:chExt cx="4277487" cy="4277487"/>
          </a:xfrm>
        </p:grpSpPr>
        <p:sp>
          <p:nvSpPr>
            <p:cNvPr id="7" name="Ellipse 7"/>
            <p:cNvSpPr/>
            <p:nvPr/>
          </p:nvSpPr>
          <p:spPr>
            <a:xfrm>
              <a:off x="1851565" y="1290256"/>
              <a:ext cx="4277487" cy="4277487"/>
            </a:xfrm>
            <a:prstGeom prst="ellipse">
              <a:avLst/>
            </a:prstGeom>
            <a:gradFill>
              <a:gsLst>
                <a:gs pos="0">
                  <a:srgbClr val="00AA64"/>
                </a:gs>
                <a:gs pos="57999">
                  <a:srgbClr val="6EDAA8"/>
                </a:gs>
                <a:gs pos="100000">
                  <a:srgbClr val="BBF8B6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039166" y="1322927"/>
            <a:ext cx="3502628" cy="693706"/>
            <a:chOff x="7039166" y="1322927"/>
            <a:chExt cx="3502628" cy="693706"/>
          </a:xfrm>
        </p:grpSpPr>
        <p:sp>
          <p:nvSpPr>
            <p:cNvPr id="9" name="Rectangle 9"/>
            <p:cNvSpPr/>
            <p:nvPr/>
          </p:nvSpPr>
          <p:spPr>
            <a:xfrm>
              <a:off x="7039166" y="1322927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15403" y="2499455"/>
            <a:ext cx="3502628" cy="693706"/>
            <a:chOff x="7415403" y="2499455"/>
            <a:chExt cx="3502628" cy="693706"/>
          </a:xfrm>
        </p:grpSpPr>
        <p:sp>
          <p:nvSpPr>
            <p:cNvPr id="11" name="Rectangle 11"/>
            <p:cNvSpPr/>
            <p:nvPr/>
          </p:nvSpPr>
          <p:spPr>
            <a:xfrm>
              <a:off x="7415403" y="2499455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415403" y="3675983"/>
            <a:ext cx="3502628" cy="693706"/>
            <a:chOff x="7415403" y="3675983"/>
            <a:chExt cx="3502628" cy="693706"/>
          </a:xfrm>
        </p:grpSpPr>
        <p:sp>
          <p:nvSpPr>
            <p:cNvPr id="13" name="Rectangle 13"/>
            <p:cNvSpPr/>
            <p:nvPr/>
          </p:nvSpPr>
          <p:spPr>
            <a:xfrm>
              <a:off x="7415403" y="3675983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039166" y="4852416"/>
            <a:ext cx="3502628" cy="693706"/>
            <a:chOff x="7039166" y="4852416"/>
            <a:chExt cx="3502628" cy="693706"/>
          </a:xfrm>
        </p:grpSpPr>
        <p:sp>
          <p:nvSpPr>
            <p:cNvPr id="15" name="Rectangle 15"/>
            <p:cNvSpPr/>
            <p:nvPr/>
          </p:nvSpPr>
          <p:spPr>
            <a:xfrm>
              <a:off x="7039166" y="4852416"/>
              <a:ext cx="3502628" cy="693706"/>
            </a:xfrm>
            <a:prstGeom prst="roundRect">
              <a:avLst>
                <a:gd name="adj" fmla="val 16669"/>
              </a:avLst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841111" y="1669828"/>
            <a:ext cx="1179481" cy="693610"/>
            <a:chOff x="5841111" y="1669828"/>
            <a:chExt cx="1179481" cy="693610"/>
          </a:xfrm>
        </p:grpSpPr>
        <p:sp>
          <p:nvSpPr>
            <p:cNvPr id="17" name="Line 17"/>
            <p:cNvSpPr/>
            <p:nvPr/>
          </p:nvSpPr>
          <p:spPr>
            <a:xfrm flipV="1">
              <a:off x="5841111" y="1669828"/>
              <a:ext cx="1179481" cy="693610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985064" y="1618202"/>
            <a:ext cx="108204" cy="108204"/>
            <a:chOff x="6985064" y="1618202"/>
            <a:chExt cx="108204" cy="108204"/>
          </a:xfrm>
        </p:grpSpPr>
        <p:sp>
          <p:nvSpPr>
            <p:cNvPr id="19" name="Ellipse 19"/>
            <p:cNvSpPr/>
            <p:nvPr/>
          </p:nvSpPr>
          <p:spPr>
            <a:xfrm>
              <a:off x="6985064" y="1618202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361301" y="2792158"/>
            <a:ext cx="108204" cy="108204"/>
            <a:chOff x="7361301" y="2792158"/>
            <a:chExt cx="108204" cy="108204"/>
          </a:xfrm>
        </p:grpSpPr>
        <p:sp>
          <p:nvSpPr>
            <p:cNvPr id="21" name="Ellipse 21"/>
            <p:cNvSpPr/>
            <p:nvPr/>
          </p:nvSpPr>
          <p:spPr>
            <a:xfrm>
              <a:off x="7361301" y="2792158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361301" y="3968686"/>
            <a:ext cx="108204" cy="108204"/>
            <a:chOff x="7361301" y="3968686"/>
            <a:chExt cx="108204" cy="108204"/>
          </a:xfrm>
        </p:grpSpPr>
        <p:sp>
          <p:nvSpPr>
            <p:cNvPr id="23" name="Ellipse 23"/>
            <p:cNvSpPr/>
            <p:nvPr/>
          </p:nvSpPr>
          <p:spPr>
            <a:xfrm>
              <a:off x="7361301" y="3968686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827395" y="4501229"/>
            <a:ext cx="1179481" cy="693610"/>
            <a:chOff x="5827395" y="4501229"/>
            <a:chExt cx="1179481" cy="693610"/>
          </a:xfrm>
        </p:grpSpPr>
        <p:sp>
          <p:nvSpPr>
            <p:cNvPr id="25" name="Line 25"/>
            <p:cNvSpPr/>
            <p:nvPr/>
          </p:nvSpPr>
          <p:spPr>
            <a:xfrm>
              <a:off x="5827395" y="4501229"/>
              <a:ext cx="1179481" cy="693610"/>
            </a:xfrm>
            <a:prstGeom prst="line">
              <a:avLst/>
            </a:prstGeom>
            <a:noFill/>
            <a:ln w="19050" cap="flat">
              <a:solidFill>
                <a:srgbClr val="D9DAD9"/>
              </a:solidFill>
              <a:prstDash val="dash"/>
              <a:tailEnd type="oval" w="med" len="med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985064" y="5145215"/>
            <a:ext cx="108204" cy="108204"/>
            <a:chOff x="6985064" y="5145215"/>
            <a:chExt cx="108204" cy="108204"/>
          </a:xfrm>
        </p:grpSpPr>
        <p:sp>
          <p:nvSpPr>
            <p:cNvPr id="27" name="Ellipse 27"/>
            <p:cNvSpPr/>
            <p:nvPr/>
          </p:nvSpPr>
          <p:spPr>
            <a:xfrm>
              <a:off x="6985064" y="5145215"/>
              <a:ext cx="108204" cy="108204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313200" y="1386935"/>
            <a:ext cx="2754630" cy="538544"/>
            <a:chOff x="7313200" y="1386935"/>
            <a:chExt cx="2754630" cy="538544"/>
          </a:xfrm>
        </p:grpSpPr>
        <p:sp>
          <p:nvSpPr>
            <p:cNvPr id="29" name="Rectangle 29"/>
            <p:cNvSpPr/>
            <p:nvPr/>
          </p:nvSpPr>
          <p:spPr>
            <a:xfrm>
              <a:off x="7313200" y="1386935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81780" y="155971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這裡說明第一個要點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69244" y="2576512"/>
            <a:ext cx="2754630" cy="538544"/>
            <a:chOff x="7669244" y="2576512"/>
            <a:chExt cx="2754630" cy="538544"/>
          </a:xfrm>
        </p:grpSpPr>
        <p:sp>
          <p:nvSpPr>
            <p:cNvPr id="32" name="Rectangle 32"/>
            <p:cNvSpPr/>
            <p:nvPr/>
          </p:nvSpPr>
          <p:spPr>
            <a:xfrm>
              <a:off x="7669244" y="2576512"/>
              <a:ext cx="2671191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37824" y="2749296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這裡說明第二個要點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69244" y="3753040"/>
            <a:ext cx="2764346" cy="538449"/>
            <a:chOff x="7669244" y="3753040"/>
            <a:chExt cx="2764346" cy="538449"/>
          </a:xfrm>
        </p:grpSpPr>
        <p:sp>
          <p:nvSpPr>
            <p:cNvPr id="35" name="Rectangle 35"/>
            <p:cNvSpPr/>
            <p:nvPr/>
          </p:nvSpPr>
          <p:spPr>
            <a:xfrm>
              <a:off x="7669244" y="3753040"/>
              <a:ext cx="2764346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37824" y="392572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這裡說明第三個要點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13200" y="4903851"/>
            <a:ext cx="2754630" cy="538448"/>
            <a:chOff x="7313200" y="4903851"/>
            <a:chExt cx="2754630" cy="538448"/>
          </a:xfrm>
        </p:grpSpPr>
        <p:sp>
          <p:nvSpPr>
            <p:cNvPr id="38" name="Rectangle 38"/>
            <p:cNvSpPr/>
            <p:nvPr/>
          </p:nvSpPr>
          <p:spPr>
            <a:xfrm>
              <a:off x="7313200" y="4903851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81780" y="5076539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這裡說明第四個要點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41" name="Rectangle 41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687764" y="3559778"/>
            <a:ext cx="2604992" cy="538448"/>
            <a:chOff x="2687764" y="3559778"/>
            <a:chExt cx="2604992" cy="538448"/>
          </a:xfrm>
        </p:grpSpPr>
        <p:sp>
          <p:nvSpPr>
            <p:cNvPr id="44" name="Rectangle 44"/>
            <p:cNvSpPr/>
            <p:nvPr/>
          </p:nvSpPr>
          <p:spPr>
            <a:xfrm>
              <a:off x="2687764" y="3559778"/>
              <a:ext cx="2604992" cy="5340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707291" y="3732466"/>
              <a:ext cx="256603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補充說明專案文字內容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687764" y="2876455"/>
            <a:ext cx="2604992" cy="782288"/>
            <a:chOff x="2687764" y="2876455"/>
            <a:chExt cx="2604992" cy="782288"/>
          </a:xfrm>
        </p:grpSpPr>
        <p:sp>
          <p:nvSpPr>
            <p:cNvPr id="47" name="Rectangle 47"/>
            <p:cNvSpPr/>
            <p:nvPr/>
          </p:nvSpPr>
          <p:spPr>
            <a:xfrm>
              <a:off x="2687764" y="2876455"/>
              <a:ext cx="2604992" cy="5875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01602" y="3049143"/>
              <a:ext cx="177741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PROJECT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1" grpId="0"/>
      <p:bldP spid="34" grpId="0"/>
      <p:bldP spid="37" grpId="0"/>
      <p:bldP spid="40" grpId="0"/>
      <p:bldP spid="43" grpId="0"/>
      <p:bldP spid="46" grpId="0"/>
      <p:bldP spid="4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55602" y="0"/>
            <a:ext cx="6236398" cy="6858000"/>
            <a:chOff x="5955602" y="0"/>
            <a:chExt cx="6236398" cy="68580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5602" y="0"/>
              <a:ext cx="6236398" cy="6858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602772" y="1324642"/>
            <a:ext cx="3559683" cy="876586"/>
            <a:chOff x="1602772" y="1324642"/>
            <a:chExt cx="3559683" cy="876586"/>
          </a:xfrm>
        </p:grpSpPr>
        <p:sp>
          <p:nvSpPr>
            <p:cNvPr id="8" name="Rectangle 8"/>
            <p:cNvSpPr/>
            <p:nvPr/>
          </p:nvSpPr>
          <p:spPr>
            <a:xfrm>
              <a:off x="1602772" y="1324642"/>
              <a:ext cx="3559683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71352" y="1497330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這裡說明圖片內容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71352" y="1771650"/>
              <a:ext cx="23620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02772" y="4361307"/>
            <a:ext cx="3559683" cy="1564196"/>
            <a:chOff x="1602772" y="4361307"/>
            <a:chExt cx="3559683" cy="1564196"/>
          </a:xfrm>
        </p:grpSpPr>
        <p:sp>
          <p:nvSpPr>
            <p:cNvPr id="12" name="Rectangle 12"/>
            <p:cNvSpPr/>
            <p:nvPr/>
          </p:nvSpPr>
          <p:spPr>
            <a:xfrm>
              <a:off x="1602772" y="4361307"/>
              <a:ext cx="3559683" cy="1564196"/>
            </a:xfrm>
            <a:prstGeom prst="roundRect">
              <a:avLst>
                <a:gd name="adj" fmla="val 4366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801082" y="4577906"/>
            <a:ext cx="3163157" cy="1048607"/>
            <a:chOff x="1801082" y="4577906"/>
            <a:chExt cx="3163157" cy="1048607"/>
          </a:xfrm>
        </p:grpSpPr>
        <p:sp>
          <p:nvSpPr>
            <p:cNvPr id="14" name="Rectangle 14"/>
            <p:cNvSpPr/>
            <p:nvPr/>
          </p:nvSpPr>
          <p:spPr>
            <a:xfrm>
              <a:off x="1801082" y="4577906"/>
              <a:ext cx="3163157" cy="104860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77282" y="4725162"/>
              <a:ext cx="27988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如果有需要字框補充說明 這裡可以補充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77282" y="4979194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如果有需要字框補充說明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18" name="Rectangle 18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55602" y="0"/>
            <a:ext cx="6236398" cy="6858000"/>
            <a:chOff x="5955602" y="0"/>
            <a:chExt cx="6236398" cy="685800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55602" y="0"/>
              <a:ext cx="6236398" cy="68580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13" grpId="0"/>
      <p:bldP spid="17" grpId="0"/>
      <p:bldP spid="20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02772" y="1324642"/>
            <a:ext cx="3559683" cy="876586"/>
            <a:chOff x="1602772" y="1324642"/>
            <a:chExt cx="3559683" cy="876586"/>
          </a:xfrm>
        </p:grpSpPr>
        <p:sp>
          <p:nvSpPr>
            <p:cNvPr id="6" name="Rectangle 6"/>
            <p:cNvSpPr/>
            <p:nvPr/>
          </p:nvSpPr>
          <p:spPr>
            <a:xfrm>
              <a:off x="1602772" y="1324642"/>
              <a:ext cx="3559683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71352" y="1497330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這裡說明圖片內容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71352" y="1771650"/>
              <a:ext cx="23620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02772" y="4361307"/>
            <a:ext cx="3559683" cy="1564196"/>
            <a:chOff x="1602772" y="4361307"/>
            <a:chExt cx="3559683" cy="1564196"/>
          </a:xfrm>
        </p:grpSpPr>
        <p:sp>
          <p:nvSpPr>
            <p:cNvPr id="10" name="Rectangle 10"/>
            <p:cNvSpPr/>
            <p:nvPr/>
          </p:nvSpPr>
          <p:spPr>
            <a:xfrm>
              <a:off x="1602772" y="4361307"/>
              <a:ext cx="3559683" cy="1564196"/>
            </a:xfrm>
            <a:prstGeom prst="roundRect">
              <a:avLst>
                <a:gd name="adj" fmla="val 4366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801082" y="4577906"/>
            <a:ext cx="3163157" cy="1048607"/>
            <a:chOff x="1801082" y="4577906"/>
            <a:chExt cx="3163157" cy="1048607"/>
          </a:xfrm>
        </p:grpSpPr>
        <p:sp>
          <p:nvSpPr>
            <p:cNvPr id="12" name="Rectangle 12"/>
            <p:cNvSpPr/>
            <p:nvPr/>
          </p:nvSpPr>
          <p:spPr>
            <a:xfrm>
              <a:off x="1801082" y="4577906"/>
              <a:ext cx="3163157" cy="104860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77282" y="4725162"/>
              <a:ext cx="27988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如果有需要字框補充說明 這裡可以補充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77282" y="4979194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如果有需要字框補充說明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16" name="Rectangle 16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5" grpId="0"/>
      <p:bldP spid="18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02772" y="1324642"/>
            <a:ext cx="3559683" cy="876586"/>
            <a:chOff x="1602772" y="1324642"/>
            <a:chExt cx="3559683" cy="876586"/>
          </a:xfrm>
        </p:grpSpPr>
        <p:sp>
          <p:nvSpPr>
            <p:cNvPr id="6" name="Rectangle 6"/>
            <p:cNvSpPr/>
            <p:nvPr/>
          </p:nvSpPr>
          <p:spPr>
            <a:xfrm>
              <a:off x="1602772" y="1324642"/>
              <a:ext cx="3559683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71352" y="1497330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這裡說明圖片內容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71352" y="1771650"/>
              <a:ext cx="23620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02772" y="4361307"/>
            <a:ext cx="3559683" cy="1564196"/>
            <a:chOff x="1602772" y="4361307"/>
            <a:chExt cx="3559683" cy="1564196"/>
          </a:xfrm>
        </p:grpSpPr>
        <p:sp>
          <p:nvSpPr>
            <p:cNvPr id="10" name="Rectangle 10"/>
            <p:cNvSpPr/>
            <p:nvPr/>
          </p:nvSpPr>
          <p:spPr>
            <a:xfrm>
              <a:off x="1602772" y="4361307"/>
              <a:ext cx="3559683" cy="1564196"/>
            </a:xfrm>
            <a:prstGeom prst="roundRect">
              <a:avLst>
                <a:gd name="adj" fmla="val 4366"/>
              </a:avLst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801082" y="4577906"/>
            <a:ext cx="3163157" cy="1048607"/>
            <a:chOff x="1801082" y="4577906"/>
            <a:chExt cx="3163157" cy="1048607"/>
          </a:xfrm>
        </p:grpSpPr>
        <p:sp>
          <p:nvSpPr>
            <p:cNvPr id="12" name="Rectangle 12"/>
            <p:cNvSpPr/>
            <p:nvPr/>
          </p:nvSpPr>
          <p:spPr>
            <a:xfrm>
              <a:off x="1801082" y="4577906"/>
              <a:ext cx="3163157" cy="104860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77282" y="4725162"/>
              <a:ext cx="27988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如果有需要字框補充說明 這裡可以補充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77282" y="4979194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如果有需要字框補充說明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16" name="Rectangle 16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0" y="0"/>
            <a:ext cx="6096000" cy="6864953"/>
            <a:chOff x="6096000" y="0"/>
            <a:chExt cx="6096000" cy="6864953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0"/>
              <a:ext cx="6096000" cy="6864953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5" grpId="0"/>
      <p:bldP spid="18" grpId="0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50004" y="3124010"/>
            <a:ext cx="1982914" cy="741711"/>
            <a:chOff x="7650004" y="3124010"/>
            <a:chExt cx="1982914" cy="741711"/>
          </a:xfrm>
        </p:grpSpPr>
        <p:sp>
          <p:nvSpPr>
            <p:cNvPr id="6" name="Rectangle 6"/>
            <p:cNvSpPr/>
            <p:nvPr/>
          </p:nvSpPr>
          <p:spPr>
            <a:xfrm>
              <a:off x="7650004" y="3124010"/>
              <a:ext cx="1982914" cy="70732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58937" y="3378041"/>
              <a:ext cx="76504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2023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95305" y="3122390"/>
            <a:ext cx="1983961" cy="741712"/>
            <a:chOff x="1295305" y="3122390"/>
            <a:chExt cx="1983961" cy="741712"/>
          </a:xfrm>
        </p:grpSpPr>
        <p:sp>
          <p:nvSpPr>
            <p:cNvPr id="9" name="Freeform 9"/>
            <p:cNvSpPr/>
            <p:nvPr/>
          </p:nvSpPr>
          <p:spPr>
            <a:xfrm>
              <a:off x="1296352" y="3166205"/>
              <a:ext cx="1982914" cy="623030"/>
            </a:xfrm>
            <a:custGeom>
              <a:avLst/>
              <a:gdLst/>
              <a:ahLst/>
              <a:cxnLst/>
              <a:rect l="l" t="t" r="r" b="b"/>
              <a:pathLst>
                <a:path w="1982914" h="623030">
                  <a:moveTo>
                    <a:pt x="134207" y="0"/>
                  </a:moveTo>
                  <a:lnTo>
                    <a:pt x="1848707" y="0"/>
                  </a:lnTo>
                  <a:cubicBezTo>
                    <a:pt x="1922907" y="0"/>
                    <a:pt x="1982914" y="60007"/>
                    <a:pt x="1982914" y="134207"/>
                  </a:cubicBezTo>
                  <a:lnTo>
                    <a:pt x="1982914" y="488823"/>
                  </a:lnTo>
                  <a:cubicBezTo>
                    <a:pt x="1982914" y="562927"/>
                    <a:pt x="1922907" y="623030"/>
                    <a:pt x="1848707" y="623030"/>
                  </a:cubicBezTo>
                  <a:lnTo>
                    <a:pt x="134207" y="623030"/>
                  </a:lnTo>
                  <a:cubicBezTo>
                    <a:pt x="60103" y="623030"/>
                    <a:pt x="0" y="562927"/>
                    <a:pt x="0" y="488823"/>
                  </a:cubicBezTo>
                  <a:lnTo>
                    <a:pt x="0" y="134207"/>
                  </a:lnTo>
                  <a:cubicBezTo>
                    <a:pt x="0" y="60007"/>
                    <a:pt x="60103" y="0"/>
                    <a:pt x="134207" y="0"/>
                  </a:cubicBezTo>
                  <a:close/>
                </a:path>
              </a:pathLst>
            </a:custGeom>
            <a:solidFill>
              <a:srgbClr val="9AE99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295305" y="3122390"/>
              <a:ext cx="1982914" cy="741712"/>
              <a:chOff x="1295305" y="3122390"/>
              <a:chExt cx="1982914" cy="741712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295305" y="3122390"/>
                <a:ext cx="1982914" cy="707326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886636" y="3376422"/>
                <a:ext cx="80025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Calibri Light"/>
                    <a:ea typeface="Microsoft YaHei"/>
                    <a:cs typeface="Calibri Light"/>
                  </a:rPr>
                  <a:t>2020</a:t>
                </a:r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2952464" y="3124010"/>
            <a:ext cx="2444686" cy="741711"/>
            <a:chOff x="2952464" y="3124010"/>
            <a:chExt cx="2444686" cy="741711"/>
          </a:xfrm>
        </p:grpSpPr>
        <p:sp>
          <p:nvSpPr>
            <p:cNvPr id="14" name="Freeform 14"/>
            <p:cNvSpPr/>
            <p:nvPr/>
          </p:nvSpPr>
          <p:spPr>
            <a:xfrm>
              <a:off x="2955226" y="3166205"/>
              <a:ext cx="2441924" cy="623030"/>
            </a:xfrm>
            <a:custGeom>
              <a:avLst/>
              <a:gdLst/>
              <a:ahLst/>
              <a:cxnLst/>
              <a:rect l="l" t="t" r="r" b="b"/>
              <a:pathLst>
                <a:path w="2441924" h="623030">
                  <a:moveTo>
                    <a:pt x="165259" y="0"/>
                  </a:moveTo>
                  <a:lnTo>
                    <a:pt x="2276666" y="0"/>
                  </a:lnTo>
                  <a:cubicBezTo>
                    <a:pt x="2368010" y="0"/>
                    <a:pt x="2441924" y="60007"/>
                    <a:pt x="2441924" y="134112"/>
                  </a:cubicBezTo>
                  <a:lnTo>
                    <a:pt x="2441924" y="488823"/>
                  </a:lnTo>
                  <a:cubicBezTo>
                    <a:pt x="2441924" y="562927"/>
                    <a:pt x="2368010" y="623030"/>
                    <a:pt x="2276666" y="623030"/>
                  </a:cubicBezTo>
                  <a:lnTo>
                    <a:pt x="165259" y="623030"/>
                  </a:lnTo>
                  <a:cubicBezTo>
                    <a:pt x="74009" y="623030"/>
                    <a:pt x="0" y="562927"/>
                    <a:pt x="0" y="488823"/>
                  </a:cubicBezTo>
                  <a:lnTo>
                    <a:pt x="0" y="134112"/>
                  </a:lnTo>
                  <a:cubicBezTo>
                    <a:pt x="0" y="60007"/>
                    <a:pt x="74009" y="0"/>
                    <a:pt x="165259" y="0"/>
                  </a:cubicBezTo>
                  <a:close/>
                </a:path>
              </a:pathLst>
            </a:custGeom>
            <a:solidFill>
              <a:srgbClr val="6EDAA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2952464" y="3124010"/>
              <a:ext cx="2441924" cy="741711"/>
              <a:chOff x="2952464" y="3124010"/>
              <a:chExt cx="2441924" cy="741711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2952464" y="3124010"/>
                <a:ext cx="2441924" cy="707326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815258" y="3378041"/>
                <a:ext cx="71624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Calibri Light"/>
                    <a:ea typeface="Microsoft YaHei"/>
                    <a:cs typeface="Calibri Light"/>
                  </a:rPr>
                  <a:t>2021</a:t>
                </a:r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5075492" y="3124010"/>
            <a:ext cx="2441924" cy="741711"/>
            <a:chOff x="5075492" y="3124010"/>
            <a:chExt cx="2441924" cy="741711"/>
          </a:xfrm>
        </p:grpSpPr>
        <p:sp>
          <p:nvSpPr>
            <p:cNvPr id="19" name="Freeform 19"/>
            <p:cNvSpPr/>
            <p:nvPr/>
          </p:nvSpPr>
          <p:spPr>
            <a:xfrm>
              <a:off x="5075492" y="3166205"/>
              <a:ext cx="2439067" cy="623030"/>
            </a:xfrm>
            <a:custGeom>
              <a:avLst/>
              <a:gdLst/>
              <a:ahLst/>
              <a:cxnLst/>
              <a:rect l="l" t="t" r="r" b="b"/>
              <a:pathLst>
                <a:path w="2439067" h="623030">
                  <a:moveTo>
                    <a:pt x="165068" y="0"/>
                  </a:moveTo>
                  <a:lnTo>
                    <a:pt x="2273998" y="0"/>
                  </a:lnTo>
                  <a:cubicBezTo>
                    <a:pt x="2365153" y="0"/>
                    <a:pt x="2439067" y="60007"/>
                    <a:pt x="2439067" y="134112"/>
                  </a:cubicBezTo>
                  <a:lnTo>
                    <a:pt x="2439067" y="488823"/>
                  </a:lnTo>
                  <a:cubicBezTo>
                    <a:pt x="2439067" y="562927"/>
                    <a:pt x="2365153" y="623030"/>
                    <a:pt x="2273998" y="623030"/>
                  </a:cubicBezTo>
                  <a:lnTo>
                    <a:pt x="165068" y="623030"/>
                  </a:lnTo>
                  <a:cubicBezTo>
                    <a:pt x="73819" y="623030"/>
                    <a:pt x="0" y="562927"/>
                    <a:pt x="0" y="488823"/>
                  </a:cubicBezTo>
                  <a:lnTo>
                    <a:pt x="0" y="134112"/>
                  </a:lnTo>
                  <a:cubicBezTo>
                    <a:pt x="0" y="60007"/>
                    <a:pt x="73819" y="0"/>
                    <a:pt x="165068" y="0"/>
                  </a:cubicBezTo>
                  <a:close/>
                </a:path>
              </a:pathLst>
            </a:custGeom>
            <a:solidFill>
              <a:srgbClr val="3BBB8E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078349" y="3124010"/>
              <a:ext cx="2439067" cy="741711"/>
              <a:chOff x="5078349" y="3124010"/>
              <a:chExt cx="2439067" cy="741711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078349" y="3124010"/>
                <a:ext cx="2439067" cy="707326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897709" y="3378041"/>
                <a:ext cx="80025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Calibri Light"/>
                    <a:ea typeface="Microsoft YaHei"/>
                    <a:cs typeface="Calibri Light"/>
                  </a:rPr>
                  <a:t>2022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7190518" y="3124010"/>
            <a:ext cx="2442401" cy="741711"/>
            <a:chOff x="7190518" y="3124010"/>
            <a:chExt cx="2442401" cy="741711"/>
          </a:xfrm>
        </p:grpSpPr>
        <p:sp>
          <p:nvSpPr>
            <p:cNvPr id="24" name="Freeform 24"/>
            <p:cNvSpPr/>
            <p:nvPr/>
          </p:nvSpPr>
          <p:spPr>
            <a:xfrm>
              <a:off x="7190518" y="3166205"/>
              <a:ext cx="2442401" cy="623030"/>
            </a:xfrm>
            <a:custGeom>
              <a:avLst/>
              <a:gdLst/>
              <a:ahLst/>
              <a:cxnLst/>
              <a:rect l="l" t="t" r="r" b="b"/>
              <a:pathLst>
                <a:path w="2442401" h="623030">
                  <a:moveTo>
                    <a:pt x="165354" y="0"/>
                  </a:moveTo>
                  <a:lnTo>
                    <a:pt x="2277142" y="0"/>
                  </a:lnTo>
                  <a:cubicBezTo>
                    <a:pt x="2368391" y="0"/>
                    <a:pt x="2442401" y="60007"/>
                    <a:pt x="2442401" y="134112"/>
                  </a:cubicBezTo>
                  <a:lnTo>
                    <a:pt x="2442401" y="488823"/>
                  </a:lnTo>
                  <a:cubicBezTo>
                    <a:pt x="2442401" y="562927"/>
                    <a:pt x="2368391" y="623030"/>
                    <a:pt x="2277142" y="623030"/>
                  </a:cubicBezTo>
                  <a:lnTo>
                    <a:pt x="165354" y="623030"/>
                  </a:lnTo>
                  <a:cubicBezTo>
                    <a:pt x="74009" y="623030"/>
                    <a:pt x="0" y="562927"/>
                    <a:pt x="0" y="488823"/>
                  </a:cubicBezTo>
                  <a:lnTo>
                    <a:pt x="0" y="134112"/>
                  </a:lnTo>
                  <a:cubicBezTo>
                    <a:pt x="0" y="60007"/>
                    <a:pt x="74009" y="0"/>
                    <a:pt x="165354" y="0"/>
                  </a:cubicBezTo>
                  <a:close/>
                </a:path>
              </a:pathLst>
            </a:custGeom>
            <a:solidFill>
              <a:srgbClr val="00AA64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190518" y="3124010"/>
              <a:ext cx="2442400" cy="741711"/>
              <a:chOff x="7190518" y="3124010"/>
              <a:chExt cx="2442400" cy="741711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190518" y="3124010"/>
                <a:ext cx="2442400" cy="707326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011592" y="3378041"/>
                <a:ext cx="80025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Calibri Light"/>
                    <a:ea typeface="Microsoft YaHei"/>
                    <a:cs typeface="Calibri Light"/>
                  </a:rPr>
                  <a:t>2023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9314593" y="3100292"/>
            <a:ext cx="2440972" cy="707326"/>
            <a:chOff x="9314593" y="3100292"/>
            <a:chExt cx="2440972" cy="707326"/>
          </a:xfrm>
        </p:grpSpPr>
        <p:sp>
          <p:nvSpPr>
            <p:cNvPr id="29" name="Freeform 29"/>
            <p:cNvSpPr/>
            <p:nvPr/>
          </p:nvSpPr>
          <p:spPr>
            <a:xfrm>
              <a:off x="9314593" y="3166205"/>
              <a:ext cx="2435161" cy="623030"/>
            </a:xfrm>
            <a:custGeom>
              <a:avLst/>
              <a:gdLst/>
              <a:ahLst/>
              <a:cxnLst/>
              <a:rect l="l" t="t" r="r" b="b"/>
              <a:pathLst>
                <a:path w="2435161" h="623030">
                  <a:moveTo>
                    <a:pt x="164878" y="0"/>
                  </a:moveTo>
                  <a:lnTo>
                    <a:pt x="2270379" y="0"/>
                  </a:lnTo>
                  <a:cubicBezTo>
                    <a:pt x="2361438" y="0"/>
                    <a:pt x="2435161" y="60007"/>
                    <a:pt x="2435161" y="134112"/>
                  </a:cubicBezTo>
                  <a:lnTo>
                    <a:pt x="2435161" y="488823"/>
                  </a:lnTo>
                  <a:cubicBezTo>
                    <a:pt x="2435161" y="562927"/>
                    <a:pt x="2361438" y="623030"/>
                    <a:pt x="2270379" y="623030"/>
                  </a:cubicBezTo>
                  <a:lnTo>
                    <a:pt x="164878" y="623030"/>
                  </a:lnTo>
                  <a:cubicBezTo>
                    <a:pt x="73819" y="623030"/>
                    <a:pt x="0" y="562927"/>
                    <a:pt x="0" y="488823"/>
                  </a:cubicBezTo>
                  <a:lnTo>
                    <a:pt x="0" y="134112"/>
                  </a:lnTo>
                  <a:cubicBezTo>
                    <a:pt x="0" y="60007"/>
                    <a:pt x="73819" y="0"/>
                    <a:pt x="164878" y="0"/>
                  </a:cubicBezTo>
                  <a:close/>
                </a:path>
              </a:pathLst>
            </a:custGeom>
            <a:solidFill>
              <a:srgbClr val="009056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320403" y="3100292"/>
              <a:ext cx="2435162" cy="707326"/>
              <a:chOff x="9320403" y="3100292"/>
              <a:chExt cx="2435162" cy="707326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9320403" y="3100292"/>
                <a:ext cx="2435162" cy="707326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973446" y="3354329"/>
                <a:ext cx="1129076" cy="406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000" b="1" dirty="0">
                    <a:solidFill>
                      <a:srgbClr val="FFFFFF"/>
                    </a:solidFill>
                    <a:latin typeface="Calibri Light"/>
                    <a:ea typeface="Microsoft YaHei"/>
                    <a:cs typeface="Calibri Light"/>
                  </a:rPr>
                  <a:t>PRESENT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3447383" y="4517041"/>
            <a:ext cx="1909286" cy="711256"/>
            <a:chOff x="3447383" y="4517041"/>
            <a:chExt cx="1909286" cy="711256"/>
          </a:xfrm>
        </p:grpSpPr>
        <p:sp>
          <p:nvSpPr>
            <p:cNvPr id="34" name="Rectangle 34"/>
            <p:cNvSpPr/>
            <p:nvPr/>
          </p:nvSpPr>
          <p:spPr>
            <a:xfrm>
              <a:off x="3447383" y="4517041"/>
              <a:ext cx="1909286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34700" y="4517046"/>
              <a:ext cx="173474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191919"/>
                  </a:solidFill>
                  <a:latin typeface="Arial"/>
                  <a:ea typeface="Microsoft YaHei"/>
                  <a:cs typeface="Arial"/>
                </a:rPr>
                <a:t>Contents contents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06691" y="4730406"/>
              <a:ext cx="179076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191919"/>
                  </a:solidFill>
                  <a:latin typeface="Arial"/>
                  <a:ea typeface="Microsoft YaHei"/>
                  <a:cs typeface="Arial"/>
                </a:rPr>
                <a:t xml:space="preserve">contents contents 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34700" y="4943766"/>
              <a:ext cx="173474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191919"/>
                  </a:solidFill>
                  <a:latin typeface="Arial"/>
                  <a:ea typeface="Microsoft YaHei"/>
                  <a:cs typeface="Arial"/>
                </a:rPr>
                <a:t>contents contents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97914" y="4517041"/>
            <a:ext cx="1909286" cy="711256"/>
            <a:chOff x="7697914" y="4517041"/>
            <a:chExt cx="1909286" cy="711256"/>
          </a:xfrm>
        </p:grpSpPr>
        <p:sp>
          <p:nvSpPr>
            <p:cNvPr id="39" name="Rectangle 39"/>
            <p:cNvSpPr/>
            <p:nvPr/>
          </p:nvSpPr>
          <p:spPr>
            <a:xfrm>
              <a:off x="7697914" y="4517041"/>
              <a:ext cx="1909286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85136" y="4517046"/>
              <a:ext cx="173474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191919"/>
                  </a:solidFill>
                  <a:latin typeface="Arial"/>
                  <a:ea typeface="Microsoft YaHei"/>
                  <a:cs typeface="Arial"/>
                </a:rPr>
                <a:t>Contents contents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57127" y="4730406"/>
              <a:ext cx="179076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191919"/>
                  </a:solidFill>
                  <a:latin typeface="Arial"/>
                  <a:ea typeface="Microsoft YaHei"/>
                  <a:cs typeface="Arial"/>
                </a:rPr>
                <a:t xml:space="preserve">contents contents 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85136" y="4943766"/>
              <a:ext cx="173474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191919"/>
                  </a:solidFill>
                  <a:latin typeface="Arial"/>
                  <a:ea typeface="Microsoft YaHei"/>
                  <a:cs typeface="Arial"/>
                </a:rPr>
                <a:t>contents contents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22165" y="1558480"/>
            <a:ext cx="1909286" cy="711256"/>
            <a:chOff x="1322165" y="1558480"/>
            <a:chExt cx="1909286" cy="711256"/>
          </a:xfrm>
        </p:grpSpPr>
        <p:sp>
          <p:nvSpPr>
            <p:cNvPr id="44" name="Rectangle 44"/>
            <p:cNvSpPr/>
            <p:nvPr/>
          </p:nvSpPr>
          <p:spPr>
            <a:xfrm>
              <a:off x="1322165" y="1558480"/>
              <a:ext cx="1909286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409386" y="1558485"/>
              <a:ext cx="173474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191919"/>
                  </a:solidFill>
                  <a:latin typeface="Arial"/>
                  <a:ea typeface="Microsoft YaHei"/>
                  <a:cs typeface="Arial"/>
                </a:rPr>
                <a:t>Contents contents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81378" y="1771845"/>
              <a:ext cx="179076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191919"/>
                  </a:solidFill>
                  <a:latin typeface="Arial"/>
                  <a:ea typeface="Microsoft YaHei"/>
                  <a:cs typeface="Arial"/>
                </a:rPr>
                <a:t xml:space="preserve">contents contents 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09386" y="1985205"/>
              <a:ext cx="173474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191919"/>
                  </a:solidFill>
                  <a:latin typeface="Arial"/>
                  <a:ea typeface="Microsoft YaHei"/>
                  <a:cs typeface="Arial"/>
                </a:rPr>
                <a:t>contents contents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572696" y="1824895"/>
            <a:ext cx="1909286" cy="497896"/>
            <a:chOff x="5572696" y="1824895"/>
            <a:chExt cx="1909286" cy="497896"/>
          </a:xfrm>
        </p:grpSpPr>
        <p:sp>
          <p:nvSpPr>
            <p:cNvPr id="49" name="Rectangle 49"/>
            <p:cNvSpPr/>
            <p:nvPr/>
          </p:nvSpPr>
          <p:spPr>
            <a:xfrm>
              <a:off x="5572696" y="1824895"/>
              <a:ext cx="1909286" cy="43091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59918" y="1824900"/>
              <a:ext cx="173474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191919"/>
                  </a:solidFill>
                  <a:latin typeface="Arial"/>
                  <a:ea typeface="Microsoft YaHei"/>
                  <a:cs typeface="Arial"/>
                </a:rPr>
                <a:t>Contents contents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59918" y="2038260"/>
              <a:ext cx="173474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191919"/>
                  </a:solidFill>
                  <a:latin typeface="Arial"/>
                  <a:ea typeface="Microsoft YaHei"/>
                  <a:cs typeface="Arial"/>
                </a:rPr>
                <a:t>contents contents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738338" y="2091304"/>
            <a:ext cx="2078970" cy="325069"/>
            <a:chOff x="9738338" y="2091304"/>
            <a:chExt cx="2078970" cy="325069"/>
          </a:xfrm>
        </p:grpSpPr>
        <p:sp>
          <p:nvSpPr>
            <p:cNvPr id="53" name="Rectangle 53"/>
            <p:cNvSpPr/>
            <p:nvPr/>
          </p:nvSpPr>
          <p:spPr>
            <a:xfrm>
              <a:off x="9823132" y="2091309"/>
              <a:ext cx="1909286" cy="24622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738338" y="2091304"/>
              <a:ext cx="2078970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Contents contents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266093" y="2516600"/>
            <a:ext cx="9525" cy="386429"/>
            <a:chOff x="2266093" y="2516600"/>
            <a:chExt cx="9525" cy="386429"/>
          </a:xfrm>
        </p:grpSpPr>
        <p:sp>
          <p:nvSpPr>
            <p:cNvPr id="56" name="Line 56"/>
            <p:cNvSpPr/>
            <p:nvPr/>
          </p:nvSpPr>
          <p:spPr>
            <a:xfrm>
              <a:off x="2266093" y="2516600"/>
              <a:ext cx="9525" cy="386429"/>
            </a:xfrm>
            <a:custGeom>
              <a:avLst/>
              <a:gdLst/>
              <a:ahLst/>
              <a:cxnLst/>
              <a:rect l="l" t="t" r="r" b="b"/>
              <a:pathLst>
                <a:path w="9525" h="386429">
                  <a:moveTo>
                    <a:pt x="0" y="0"/>
                  </a:moveTo>
                  <a:lnTo>
                    <a:pt x="0" y="386429"/>
                  </a:lnTo>
                </a:path>
              </a:pathLst>
            </a:custGeom>
            <a:noFill/>
            <a:ln w="38100">
              <a:solidFill>
                <a:srgbClr val="D9DAD9"/>
              </a:solidFill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6546723" y="2516600"/>
            <a:ext cx="9525" cy="386429"/>
            <a:chOff x="6546723" y="2516600"/>
            <a:chExt cx="9525" cy="386429"/>
          </a:xfrm>
        </p:grpSpPr>
        <p:sp>
          <p:nvSpPr>
            <p:cNvPr id="58" name="Line 58"/>
            <p:cNvSpPr/>
            <p:nvPr/>
          </p:nvSpPr>
          <p:spPr>
            <a:xfrm>
              <a:off x="6546723" y="2516600"/>
              <a:ext cx="9525" cy="386429"/>
            </a:xfrm>
            <a:custGeom>
              <a:avLst/>
              <a:gdLst/>
              <a:ahLst/>
              <a:cxnLst/>
              <a:rect l="l" t="t" r="r" b="b"/>
              <a:pathLst>
                <a:path w="9525" h="386429">
                  <a:moveTo>
                    <a:pt x="0" y="0"/>
                  </a:moveTo>
                  <a:lnTo>
                    <a:pt x="0" y="386429"/>
                  </a:lnTo>
                </a:path>
              </a:pathLst>
            </a:custGeom>
            <a:noFill/>
            <a:ln w="38100">
              <a:solidFill>
                <a:srgbClr val="D9DAD9"/>
              </a:solidFill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0807255" y="2516600"/>
            <a:ext cx="9525" cy="386429"/>
            <a:chOff x="10807255" y="2516600"/>
            <a:chExt cx="9525" cy="386429"/>
          </a:xfrm>
        </p:grpSpPr>
        <p:sp>
          <p:nvSpPr>
            <p:cNvPr id="60" name="Line 60"/>
            <p:cNvSpPr/>
            <p:nvPr/>
          </p:nvSpPr>
          <p:spPr>
            <a:xfrm>
              <a:off x="10807255" y="2516600"/>
              <a:ext cx="9525" cy="386429"/>
            </a:xfrm>
            <a:custGeom>
              <a:avLst/>
              <a:gdLst/>
              <a:ahLst/>
              <a:cxnLst/>
              <a:rect l="l" t="t" r="r" b="b"/>
              <a:pathLst>
                <a:path w="9525" h="386429">
                  <a:moveTo>
                    <a:pt x="0" y="0"/>
                  </a:moveTo>
                  <a:lnTo>
                    <a:pt x="0" y="386429"/>
                  </a:lnTo>
                </a:path>
              </a:pathLst>
            </a:custGeom>
            <a:noFill/>
            <a:ln w="38100">
              <a:solidFill>
                <a:srgbClr val="D9DAD9"/>
              </a:solidFill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4416457" y="3993642"/>
            <a:ext cx="9525" cy="386525"/>
            <a:chOff x="4416457" y="3993642"/>
            <a:chExt cx="9525" cy="386525"/>
          </a:xfrm>
        </p:grpSpPr>
        <p:sp>
          <p:nvSpPr>
            <p:cNvPr id="62" name="Line 62"/>
            <p:cNvSpPr/>
            <p:nvPr/>
          </p:nvSpPr>
          <p:spPr>
            <a:xfrm>
              <a:off x="4416457" y="3993642"/>
              <a:ext cx="9525" cy="386525"/>
            </a:xfrm>
            <a:custGeom>
              <a:avLst/>
              <a:gdLst/>
              <a:ahLst/>
              <a:cxnLst/>
              <a:rect l="l" t="t" r="r" b="b"/>
              <a:pathLst>
                <a:path w="9525" h="386525">
                  <a:moveTo>
                    <a:pt x="0" y="0"/>
                  </a:moveTo>
                  <a:lnTo>
                    <a:pt x="0" y="386525"/>
                  </a:lnTo>
                </a:path>
              </a:pathLst>
            </a:custGeom>
            <a:noFill/>
            <a:ln w="38100">
              <a:solidFill>
                <a:srgbClr val="D9DAD9"/>
              </a:solidFill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8656892" y="3993642"/>
            <a:ext cx="9525" cy="386525"/>
            <a:chOff x="8656892" y="3993642"/>
            <a:chExt cx="9525" cy="386525"/>
          </a:xfrm>
        </p:grpSpPr>
        <p:sp>
          <p:nvSpPr>
            <p:cNvPr id="64" name="Line 64"/>
            <p:cNvSpPr/>
            <p:nvPr/>
          </p:nvSpPr>
          <p:spPr>
            <a:xfrm>
              <a:off x="8656892" y="3993642"/>
              <a:ext cx="9525" cy="386525"/>
            </a:xfrm>
            <a:custGeom>
              <a:avLst/>
              <a:gdLst/>
              <a:ahLst/>
              <a:cxnLst/>
              <a:rect l="l" t="t" r="r" b="b"/>
              <a:pathLst>
                <a:path w="9525" h="386525">
                  <a:moveTo>
                    <a:pt x="0" y="0"/>
                  </a:moveTo>
                  <a:lnTo>
                    <a:pt x="0" y="386525"/>
                  </a:lnTo>
                </a:path>
              </a:pathLst>
            </a:custGeom>
            <a:noFill/>
            <a:ln w="38100">
              <a:solidFill>
                <a:srgbClr val="D9DAD9"/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66" name="Rectangle 66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3" grpId="0"/>
      <p:bldP spid="18" grpId="0"/>
      <p:bldP spid="23" grpId="0"/>
      <p:bldP spid="28" grpId="0"/>
      <p:bldP spid="33" grpId="0"/>
      <p:bldP spid="38" grpId="0"/>
      <p:bldP spid="43" grpId="0"/>
      <p:bldP spid="48" grpId="0"/>
      <p:bldP spid="52" grpId="0"/>
      <p:bldP spid="55" grpId="0"/>
      <p:bldP spid="57" grpId="0"/>
      <p:bldP spid="59" grpId="0"/>
      <p:bldP spid="61" grpId="0"/>
      <p:bldP spid="63" grpId="0"/>
      <p:bldP spid="65" grpId="0"/>
      <p:bldP spid="6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4013454"/>
            <a:ext cx="3559683" cy="492704"/>
            <a:chOff x="1602772" y="4013454"/>
            <a:chExt cx="3559683" cy="492704"/>
          </a:xfrm>
        </p:grpSpPr>
        <p:sp>
          <p:nvSpPr>
            <p:cNvPr id="3" name="Rectangle 3"/>
            <p:cNvSpPr/>
            <p:nvPr/>
          </p:nvSpPr>
          <p:spPr>
            <a:xfrm>
              <a:off x="1602772" y="4013454"/>
              <a:ext cx="3559683" cy="4923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405916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6" name="Rectangle 6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70001" y="0"/>
            <a:ext cx="11421999" cy="3429000"/>
            <a:chOff x="770001" y="0"/>
            <a:chExt cx="11421999" cy="34290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0001" y="0"/>
              <a:ext cx="11421999" cy="34290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1602772" y="4544854"/>
            <a:ext cx="6835140" cy="1635728"/>
            <a:chOff x="1602772" y="4544854"/>
            <a:chExt cx="6835140" cy="1635728"/>
          </a:xfrm>
        </p:grpSpPr>
        <p:sp>
          <p:nvSpPr>
            <p:cNvPr id="11" name="Rectangle 11"/>
            <p:cNvSpPr/>
            <p:nvPr/>
          </p:nvSpPr>
          <p:spPr>
            <a:xfrm>
              <a:off x="1602772" y="4544854"/>
              <a:ext cx="6640068" cy="149809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71352" y="4717542"/>
              <a:ext cx="67665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這裡寫下任何內容，如果需要</a:t>
              </a:r>
              <a:r>
                <a:rPr lang="zh-CN" sz="1800" b="1" dirty="0">
                  <a:solidFill>
                    <a:srgbClr val="00AA64"/>
                  </a:solidFill>
                  <a:latin typeface="Segoe UI"/>
                  <a:ea typeface="Microsoft YaHei"/>
                  <a:cs typeface="Segoe UI"/>
                </a:rPr>
                <a:t>任何重點標示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，可以看一下此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71352" y="4991862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段標示方法。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71352" y="5266182"/>
              <a:ext cx="67665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這裡寫下任何內容，如果需要</a:t>
              </a:r>
              <a:r>
                <a:rPr lang="zh-CN" sz="18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任何重點標示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，可以看一下此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71352" y="5540502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段標示方法。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71352" y="5814822"/>
              <a:ext cx="67665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這裡寫下任何內容，如果需要</a:t>
              </a:r>
              <a:r>
                <a:rPr lang="zh-CN" sz="1800" b="1" dirty="0">
                  <a:solidFill>
                    <a:srgbClr val="009056"/>
                  </a:solidFill>
                  <a:latin typeface="Segoe UI"/>
                  <a:ea typeface="Microsoft YaHei"/>
                  <a:cs typeface="Segoe UI"/>
                </a:rPr>
                <a:t>任何重點標示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，可以看一下此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4013454"/>
            <a:ext cx="3559683" cy="492704"/>
            <a:chOff x="1602772" y="4013454"/>
            <a:chExt cx="3559683" cy="492704"/>
          </a:xfrm>
        </p:grpSpPr>
        <p:sp>
          <p:nvSpPr>
            <p:cNvPr id="3" name="Rectangle 3"/>
            <p:cNvSpPr/>
            <p:nvPr/>
          </p:nvSpPr>
          <p:spPr>
            <a:xfrm>
              <a:off x="1602772" y="4013454"/>
              <a:ext cx="3559683" cy="4923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405916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6" name="Rectangle 6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70001" y="0"/>
            <a:ext cx="11421999" cy="3429000"/>
            <a:chOff x="770001" y="0"/>
            <a:chExt cx="11421999" cy="34290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0001" y="0"/>
              <a:ext cx="11421999" cy="34290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1602772" y="4544854"/>
            <a:ext cx="6835140" cy="1635728"/>
            <a:chOff x="1602772" y="4544854"/>
            <a:chExt cx="6835140" cy="1635728"/>
          </a:xfrm>
        </p:grpSpPr>
        <p:sp>
          <p:nvSpPr>
            <p:cNvPr id="11" name="Rectangle 11"/>
            <p:cNvSpPr/>
            <p:nvPr/>
          </p:nvSpPr>
          <p:spPr>
            <a:xfrm>
              <a:off x="1602772" y="4544854"/>
              <a:ext cx="6640068" cy="149809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71352" y="4717542"/>
              <a:ext cx="67665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這裡寫下任何內容，如果需要</a:t>
              </a:r>
              <a:r>
                <a:rPr lang="zh-CN" sz="1800" b="1" dirty="0">
                  <a:solidFill>
                    <a:srgbClr val="00AA64"/>
                  </a:solidFill>
                  <a:latin typeface="Segoe UI"/>
                  <a:ea typeface="Microsoft YaHei"/>
                  <a:cs typeface="Segoe UI"/>
                </a:rPr>
                <a:t>任何重點標示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，可以看一下此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71352" y="4991862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段標示方法。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71352" y="5266182"/>
              <a:ext cx="67665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這裡寫下任何內容，如果需要</a:t>
              </a:r>
              <a:r>
                <a:rPr lang="zh-CN" sz="18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任何重點標示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，可以看一下此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71352" y="5540502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段標示方法。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71352" y="5814822"/>
              <a:ext cx="67665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這裡寫下任何內容，如果需要</a:t>
              </a:r>
              <a:r>
                <a:rPr lang="zh-CN" sz="1800" b="1" dirty="0">
                  <a:solidFill>
                    <a:srgbClr val="009056"/>
                  </a:solidFill>
                  <a:latin typeface="Segoe UI"/>
                  <a:ea typeface="Microsoft YaHei"/>
                  <a:cs typeface="Segoe UI"/>
                </a:rPr>
                <a:t>任何重點標示</a:t>
              </a:r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，可以看一下此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134636" y="1660017"/>
            <a:ext cx="2814447" cy="4218337"/>
            <a:chOff x="8134636" y="1660017"/>
            <a:chExt cx="2814447" cy="4218337"/>
          </a:xfrm>
        </p:grpSpPr>
        <p:sp>
          <p:nvSpPr>
            <p:cNvPr id="3" name="Rectangle 3"/>
            <p:cNvSpPr/>
            <p:nvPr/>
          </p:nvSpPr>
          <p:spPr>
            <a:xfrm>
              <a:off x="8134636" y="1660017"/>
              <a:ext cx="2814447" cy="4218337"/>
            </a:xfrm>
            <a:prstGeom prst="roundRect">
              <a:avLst>
                <a:gd name="adj" fmla="val 3147"/>
              </a:avLst>
            </a:prstGeom>
            <a:solidFill>
              <a:srgbClr val="E7FFD2">
                <a:alpha val="85490"/>
              </a:srgbClr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916900" y="1668875"/>
            <a:ext cx="2814447" cy="4218337"/>
            <a:chOff x="4916900" y="1668875"/>
            <a:chExt cx="2814447" cy="4218337"/>
          </a:xfrm>
        </p:grpSpPr>
        <p:sp>
          <p:nvSpPr>
            <p:cNvPr id="5" name="Rectangle 5"/>
            <p:cNvSpPr/>
            <p:nvPr/>
          </p:nvSpPr>
          <p:spPr>
            <a:xfrm>
              <a:off x="4916900" y="1668875"/>
              <a:ext cx="2814447" cy="4218337"/>
            </a:xfrm>
            <a:prstGeom prst="roundRect">
              <a:avLst>
                <a:gd name="adj" fmla="val 3147"/>
              </a:avLst>
            </a:prstGeom>
            <a:solidFill>
              <a:srgbClr val="E7FFD2">
                <a:alpha val="8549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710023" y="1660017"/>
            <a:ext cx="2814447" cy="4218337"/>
            <a:chOff x="1710023" y="1660017"/>
            <a:chExt cx="2814447" cy="4218337"/>
          </a:xfrm>
        </p:grpSpPr>
        <p:sp>
          <p:nvSpPr>
            <p:cNvPr id="7" name="Rectangle 7"/>
            <p:cNvSpPr/>
            <p:nvPr/>
          </p:nvSpPr>
          <p:spPr>
            <a:xfrm>
              <a:off x="1710023" y="1660017"/>
              <a:ext cx="2814447" cy="4218337"/>
            </a:xfrm>
            <a:prstGeom prst="roundRect">
              <a:avLst>
                <a:gd name="adj" fmla="val 3147"/>
              </a:avLst>
            </a:prstGeom>
            <a:solidFill>
              <a:srgbClr val="E7FFD2">
                <a:alpha val="8549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9" name="Rectangle 9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52517" y="2345341"/>
            <a:ext cx="2529459" cy="1502188"/>
            <a:chOff x="1852517" y="2345341"/>
            <a:chExt cx="2529459" cy="1502188"/>
          </a:xfrm>
        </p:grpSpPr>
        <p:sp>
          <p:nvSpPr>
            <p:cNvPr id="12" name="Rectangle 12"/>
            <p:cNvSpPr/>
            <p:nvPr/>
          </p:nvSpPr>
          <p:spPr>
            <a:xfrm>
              <a:off x="1852517" y="2345341"/>
              <a:ext cx="2529459" cy="1502188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852517" y="3975259"/>
            <a:ext cx="2529459" cy="1692212"/>
            <a:chOff x="1852517" y="3975259"/>
            <a:chExt cx="2529459" cy="1692212"/>
          </a:xfrm>
        </p:grpSpPr>
        <p:sp>
          <p:nvSpPr>
            <p:cNvPr id="14" name="Rectangle 14"/>
            <p:cNvSpPr/>
            <p:nvPr/>
          </p:nvSpPr>
          <p:spPr>
            <a:xfrm>
              <a:off x="1852517" y="3975259"/>
              <a:ext cx="2529459" cy="1692212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064824" y="2345341"/>
            <a:ext cx="2529459" cy="501301"/>
            <a:chOff x="5064824" y="2345341"/>
            <a:chExt cx="2529459" cy="501301"/>
          </a:xfrm>
        </p:grpSpPr>
        <p:sp>
          <p:nvSpPr>
            <p:cNvPr id="16" name="Rectangle 16"/>
            <p:cNvSpPr/>
            <p:nvPr/>
          </p:nvSpPr>
          <p:spPr>
            <a:xfrm>
              <a:off x="5064824" y="2345341"/>
              <a:ext cx="2529459" cy="501301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064824" y="2935129"/>
            <a:ext cx="2529459" cy="2732342"/>
            <a:chOff x="5064824" y="2935129"/>
            <a:chExt cx="2529459" cy="2732342"/>
          </a:xfrm>
        </p:grpSpPr>
        <p:sp>
          <p:nvSpPr>
            <p:cNvPr id="18" name="Rectangle 18"/>
            <p:cNvSpPr/>
            <p:nvPr/>
          </p:nvSpPr>
          <p:spPr>
            <a:xfrm>
              <a:off x="5064824" y="2935129"/>
              <a:ext cx="2529459" cy="2732342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277130" y="2300668"/>
            <a:ext cx="2529459" cy="1033939"/>
            <a:chOff x="8277130" y="2300668"/>
            <a:chExt cx="2529459" cy="1033939"/>
          </a:xfrm>
        </p:grpSpPr>
        <p:sp>
          <p:nvSpPr>
            <p:cNvPr id="20" name="Rectangle 20"/>
            <p:cNvSpPr/>
            <p:nvPr/>
          </p:nvSpPr>
          <p:spPr>
            <a:xfrm>
              <a:off x="8277130" y="2300668"/>
              <a:ext cx="2529459" cy="1033939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8277130" y="4633627"/>
            <a:ext cx="2529459" cy="1033939"/>
            <a:chOff x="8277130" y="4633627"/>
            <a:chExt cx="2529459" cy="1033939"/>
          </a:xfrm>
        </p:grpSpPr>
        <p:sp>
          <p:nvSpPr>
            <p:cNvPr id="22" name="Rectangle 22"/>
            <p:cNvSpPr/>
            <p:nvPr/>
          </p:nvSpPr>
          <p:spPr>
            <a:xfrm>
              <a:off x="8277130" y="4633627"/>
              <a:ext cx="2529459" cy="1033939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8277130" y="3467195"/>
            <a:ext cx="2529459" cy="1033939"/>
            <a:chOff x="8277130" y="3467195"/>
            <a:chExt cx="2529459" cy="1033939"/>
          </a:xfrm>
        </p:grpSpPr>
        <p:sp>
          <p:nvSpPr>
            <p:cNvPr id="24" name="Rectangle 24"/>
            <p:cNvSpPr/>
            <p:nvPr/>
          </p:nvSpPr>
          <p:spPr>
            <a:xfrm>
              <a:off x="8277130" y="3467195"/>
              <a:ext cx="2529459" cy="1033939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966341" y="2673953"/>
            <a:ext cx="2301812" cy="755047"/>
            <a:chOff x="1966341" y="2673953"/>
            <a:chExt cx="2301812" cy="755047"/>
          </a:xfrm>
        </p:grpSpPr>
        <p:sp>
          <p:nvSpPr>
            <p:cNvPr id="26" name="Rectangle 26"/>
            <p:cNvSpPr/>
            <p:nvPr/>
          </p:nvSpPr>
          <p:spPr>
            <a:xfrm>
              <a:off x="1966341" y="2673953"/>
              <a:ext cx="2301812" cy="7550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42541" y="2719673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966341" y="2349341"/>
            <a:ext cx="2301812" cy="431292"/>
            <a:chOff x="1966341" y="2349341"/>
            <a:chExt cx="2301812" cy="431292"/>
          </a:xfrm>
        </p:grpSpPr>
        <p:sp>
          <p:nvSpPr>
            <p:cNvPr id="29" name="Rectangle 29"/>
            <p:cNvSpPr/>
            <p:nvPr/>
          </p:nvSpPr>
          <p:spPr>
            <a:xfrm>
              <a:off x="1966341" y="2349341"/>
              <a:ext cx="2301812" cy="43129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41274" y="2395056"/>
              <a:ext cx="578977" cy="264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標題處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178647" y="2316480"/>
            <a:ext cx="2301812" cy="431292"/>
            <a:chOff x="5178647" y="2316480"/>
            <a:chExt cx="2301812" cy="431292"/>
          </a:xfrm>
        </p:grpSpPr>
        <p:sp>
          <p:nvSpPr>
            <p:cNvPr id="32" name="Rectangle 32"/>
            <p:cNvSpPr/>
            <p:nvPr/>
          </p:nvSpPr>
          <p:spPr>
            <a:xfrm>
              <a:off x="5178647" y="2316480"/>
              <a:ext cx="2301812" cy="43129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28646" y="236220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標題處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173218" y="2998851"/>
            <a:ext cx="2301812" cy="2295716"/>
            <a:chOff x="5173218" y="2998851"/>
            <a:chExt cx="2301812" cy="2295716"/>
          </a:xfrm>
        </p:grpSpPr>
        <p:sp>
          <p:nvSpPr>
            <p:cNvPr id="35" name="Rectangle 35"/>
            <p:cNvSpPr/>
            <p:nvPr/>
          </p:nvSpPr>
          <p:spPr>
            <a:xfrm>
              <a:off x="5173218" y="2998851"/>
              <a:ext cx="2301812" cy="229571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49323" y="3044476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1. 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49323" y="3227356"/>
              <a:ext cx="15346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2. 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49323" y="3410236"/>
              <a:ext cx="15346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3. 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966341" y="3984117"/>
            <a:ext cx="2301812" cy="431292"/>
            <a:chOff x="1966341" y="3984117"/>
            <a:chExt cx="2301812" cy="431292"/>
          </a:xfrm>
        </p:grpSpPr>
        <p:sp>
          <p:nvSpPr>
            <p:cNvPr id="40" name="Rectangle 40"/>
            <p:cNvSpPr/>
            <p:nvPr/>
          </p:nvSpPr>
          <p:spPr>
            <a:xfrm>
              <a:off x="1966341" y="3984117"/>
              <a:ext cx="2301812" cy="43129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041274" y="4029832"/>
              <a:ext cx="578977" cy="264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標題處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966341" y="4312634"/>
            <a:ext cx="2301812" cy="755047"/>
            <a:chOff x="1966341" y="4312634"/>
            <a:chExt cx="2301812" cy="755047"/>
          </a:xfrm>
        </p:grpSpPr>
        <p:sp>
          <p:nvSpPr>
            <p:cNvPr id="43" name="Rectangle 43"/>
            <p:cNvSpPr/>
            <p:nvPr/>
          </p:nvSpPr>
          <p:spPr>
            <a:xfrm>
              <a:off x="1966341" y="4312634"/>
              <a:ext cx="2301812" cy="7550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042541" y="4358259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390954" y="2307526"/>
            <a:ext cx="2301812" cy="755047"/>
            <a:chOff x="8390954" y="2307526"/>
            <a:chExt cx="2301812" cy="755047"/>
          </a:xfrm>
        </p:grpSpPr>
        <p:sp>
          <p:nvSpPr>
            <p:cNvPr id="46" name="Rectangle 46"/>
            <p:cNvSpPr/>
            <p:nvPr/>
          </p:nvSpPr>
          <p:spPr>
            <a:xfrm>
              <a:off x="8390954" y="2307526"/>
              <a:ext cx="2301812" cy="7550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67058" y="2353151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390954" y="3510915"/>
            <a:ext cx="2301812" cy="755047"/>
            <a:chOff x="8390954" y="3510915"/>
            <a:chExt cx="2301812" cy="755047"/>
          </a:xfrm>
        </p:grpSpPr>
        <p:sp>
          <p:nvSpPr>
            <p:cNvPr id="49" name="Rectangle 49"/>
            <p:cNvSpPr/>
            <p:nvPr/>
          </p:nvSpPr>
          <p:spPr>
            <a:xfrm>
              <a:off x="8390954" y="3510915"/>
              <a:ext cx="2301812" cy="7550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67058" y="355663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390954" y="4640390"/>
            <a:ext cx="2301812" cy="755047"/>
            <a:chOff x="8390954" y="4640390"/>
            <a:chExt cx="2301812" cy="755047"/>
          </a:xfrm>
        </p:grpSpPr>
        <p:sp>
          <p:nvSpPr>
            <p:cNvPr id="52" name="Rectangle 52"/>
            <p:cNvSpPr/>
            <p:nvPr/>
          </p:nvSpPr>
          <p:spPr>
            <a:xfrm>
              <a:off x="8390954" y="4640390"/>
              <a:ext cx="2301812" cy="7550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67058" y="46861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710023" y="1668875"/>
            <a:ext cx="2814447" cy="501301"/>
            <a:chOff x="1710023" y="1668875"/>
            <a:chExt cx="2814447" cy="501301"/>
          </a:xfrm>
        </p:grpSpPr>
        <p:sp>
          <p:nvSpPr>
            <p:cNvPr id="55" name="Rectangle 55"/>
            <p:cNvSpPr/>
            <p:nvPr/>
          </p:nvSpPr>
          <p:spPr>
            <a:xfrm>
              <a:off x="1710023" y="1668875"/>
              <a:ext cx="2814447" cy="501301"/>
            </a:xfrm>
            <a:prstGeom prst="roundRect">
              <a:avLst>
                <a:gd name="adj" fmla="val 16663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609315" y="1812803"/>
              <a:ext cx="1015864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 01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922330" y="1668875"/>
            <a:ext cx="2814447" cy="501301"/>
            <a:chOff x="4922330" y="1668875"/>
            <a:chExt cx="2814447" cy="501301"/>
          </a:xfrm>
        </p:grpSpPr>
        <p:sp>
          <p:nvSpPr>
            <p:cNvPr id="58" name="Rectangle 58"/>
            <p:cNvSpPr/>
            <p:nvPr/>
          </p:nvSpPr>
          <p:spPr>
            <a:xfrm>
              <a:off x="4922330" y="1668875"/>
              <a:ext cx="2814447" cy="501301"/>
            </a:xfrm>
            <a:prstGeom prst="roundRect">
              <a:avLst>
                <a:gd name="adj" fmla="val 16663"/>
              </a:avLst>
            </a:prstGeom>
            <a:solidFill>
              <a:srgbClr val="6EDA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797114" y="1812803"/>
              <a:ext cx="10648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 02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134636" y="1660017"/>
            <a:ext cx="2814447" cy="501301"/>
            <a:chOff x="8134636" y="1660017"/>
            <a:chExt cx="2814447" cy="501301"/>
          </a:xfrm>
        </p:grpSpPr>
        <p:sp>
          <p:nvSpPr>
            <p:cNvPr id="61" name="Rectangle 61"/>
            <p:cNvSpPr/>
            <p:nvPr/>
          </p:nvSpPr>
          <p:spPr>
            <a:xfrm>
              <a:off x="8134636" y="1660017"/>
              <a:ext cx="2814447" cy="501301"/>
            </a:xfrm>
            <a:prstGeom prst="roundRect">
              <a:avLst>
                <a:gd name="adj" fmla="val 16663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009420" y="1803945"/>
              <a:ext cx="10648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 03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64" name="Rectangle 64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1" grpId="0"/>
      <p:bldP spid="13" grpId="0"/>
      <p:bldP spid="15" grpId="0"/>
      <p:bldP spid="17" grpId="0"/>
      <p:bldP spid="19" grpId="0"/>
      <p:bldP spid="21" grpId="0"/>
      <p:bldP spid="23" grpId="0"/>
      <p:bldP spid="25" grpId="0"/>
      <p:bldP spid="28" grpId="0"/>
      <p:bldP spid="31" grpId="0"/>
      <p:bldP spid="34" grpId="0"/>
      <p:bldP spid="39" grpId="0"/>
      <p:bldP spid="42" grpId="0"/>
      <p:bldP spid="45" grpId="0"/>
      <p:bldP spid="48" grpId="0"/>
      <p:bldP spid="51" grpId="0"/>
      <p:bldP spid="54" grpId="0"/>
      <p:bldP spid="57" grpId="0"/>
      <p:bldP spid="60" grpId="0"/>
      <p:bldP spid="63" grpId="0"/>
      <p:bldP spid="6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134636" y="1660017"/>
            <a:ext cx="2814447" cy="4218337"/>
            <a:chOff x="8134636" y="1660017"/>
            <a:chExt cx="2814447" cy="4218337"/>
          </a:xfrm>
        </p:grpSpPr>
        <p:sp>
          <p:nvSpPr>
            <p:cNvPr id="3" name="Rectangle 3"/>
            <p:cNvSpPr/>
            <p:nvPr/>
          </p:nvSpPr>
          <p:spPr>
            <a:xfrm>
              <a:off x="8134636" y="1660017"/>
              <a:ext cx="2814447" cy="4218337"/>
            </a:xfrm>
            <a:prstGeom prst="roundRect">
              <a:avLst>
                <a:gd name="adj" fmla="val 3147"/>
              </a:avLst>
            </a:prstGeom>
            <a:solidFill>
              <a:srgbClr val="F3F3F3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916900" y="1668875"/>
            <a:ext cx="2814447" cy="4218337"/>
            <a:chOff x="4916900" y="1668875"/>
            <a:chExt cx="2814447" cy="4218337"/>
          </a:xfrm>
        </p:grpSpPr>
        <p:sp>
          <p:nvSpPr>
            <p:cNvPr id="5" name="Rectangle 5"/>
            <p:cNvSpPr/>
            <p:nvPr/>
          </p:nvSpPr>
          <p:spPr>
            <a:xfrm>
              <a:off x="4916900" y="1668875"/>
              <a:ext cx="2814447" cy="4218337"/>
            </a:xfrm>
            <a:prstGeom prst="roundRect">
              <a:avLst>
                <a:gd name="adj" fmla="val 3147"/>
              </a:avLst>
            </a:prstGeom>
            <a:solidFill>
              <a:srgbClr val="F3F3F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710023" y="1660017"/>
            <a:ext cx="2814447" cy="4218337"/>
            <a:chOff x="1710023" y="1660017"/>
            <a:chExt cx="2814447" cy="4218337"/>
          </a:xfrm>
        </p:grpSpPr>
        <p:sp>
          <p:nvSpPr>
            <p:cNvPr id="7" name="Rectangle 7"/>
            <p:cNvSpPr/>
            <p:nvPr/>
          </p:nvSpPr>
          <p:spPr>
            <a:xfrm>
              <a:off x="1710023" y="1660017"/>
              <a:ext cx="2814447" cy="4218337"/>
            </a:xfrm>
            <a:prstGeom prst="roundRect">
              <a:avLst>
                <a:gd name="adj" fmla="val 3147"/>
              </a:avLst>
            </a:prstGeom>
            <a:solidFill>
              <a:srgbClr val="F3F3F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9" name="Rectangle 9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52517" y="2345341"/>
            <a:ext cx="2529459" cy="1502188"/>
            <a:chOff x="1852517" y="2345341"/>
            <a:chExt cx="2529459" cy="1502188"/>
          </a:xfrm>
        </p:grpSpPr>
        <p:sp>
          <p:nvSpPr>
            <p:cNvPr id="12" name="Rectangle 12"/>
            <p:cNvSpPr/>
            <p:nvPr/>
          </p:nvSpPr>
          <p:spPr>
            <a:xfrm>
              <a:off x="1852517" y="2345341"/>
              <a:ext cx="2529459" cy="1502188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852517" y="3975259"/>
            <a:ext cx="2529459" cy="1692212"/>
            <a:chOff x="1852517" y="3975259"/>
            <a:chExt cx="2529459" cy="1692212"/>
          </a:xfrm>
        </p:grpSpPr>
        <p:sp>
          <p:nvSpPr>
            <p:cNvPr id="14" name="Rectangle 14"/>
            <p:cNvSpPr/>
            <p:nvPr/>
          </p:nvSpPr>
          <p:spPr>
            <a:xfrm>
              <a:off x="1852517" y="3975259"/>
              <a:ext cx="2529459" cy="1692212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064824" y="2345341"/>
            <a:ext cx="2529459" cy="501301"/>
            <a:chOff x="5064824" y="2345341"/>
            <a:chExt cx="2529459" cy="501301"/>
          </a:xfrm>
        </p:grpSpPr>
        <p:sp>
          <p:nvSpPr>
            <p:cNvPr id="16" name="Rectangle 16"/>
            <p:cNvSpPr/>
            <p:nvPr/>
          </p:nvSpPr>
          <p:spPr>
            <a:xfrm>
              <a:off x="5064824" y="2345341"/>
              <a:ext cx="2529459" cy="501301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064824" y="2935129"/>
            <a:ext cx="2529459" cy="2732342"/>
            <a:chOff x="5064824" y="2935129"/>
            <a:chExt cx="2529459" cy="2732342"/>
          </a:xfrm>
        </p:grpSpPr>
        <p:sp>
          <p:nvSpPr>
            <p:cNvPr id="18" name="Rectangle 18"/>
            <p:cNvSpPr/>
            <p:nvPr/>
          </p:nvSpPr>
          <p:spPr>
            <a:xfrm>
              <a:off x="5064824" y="2935129"/>
              <a:ext cx="2529459" cy="2732342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277130" y="2300668"/>
            <a:ext cx="2529459" cy="1033939"/>
            <a:chOff x="8277130" y="2300668"/>
            <a:chExt cx="2529459" cy="1033939"/>
          </a:xfrm>
        </p:grpSpPr>
        <p:sp>
          <p:nvSpPr>
            <p:cNvPr id="20" name="Rectangle 20"/>
            <p:cNvSpPr/>
            <p:nvPr/>
          </p:nvSpPr>
          <p:spPr>
            <a:xfrm>
              <a:off x="8277130" y="2300668"/>
              <a:ext cx="2529459" cy="1033939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8277130" y="4633627"/>
            <a:ext cx="2529459" cy="1033939"/>
            <a:chOff x="8277130" y="4633627"/>
            <a:chExt cx="2529459" cy="1033939"/>
          </a:xfrm>
        </p:grpSpPr>
        <p:sp>
          <p:nvSpPr>
            <p:cNvPr id="22" name="Rectangle 22"/>
            <p:cNvSpPr/>
            <p:nvPr/>
          </p:nvSpPr>
          <p:spPr>
            <a:xfrm>
              <a:off x="8277130" y="4633627"/>
              <a:ext cx="2529459" cy="1033939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8277130" y="3467195"/>
            <a:ext cx="2529459" cy="1033939"/>
            <a:chOff x="8277130" y="3467195"/>
            <a:chExt cx="2529459" cy="1033939"/>
          </a:xfrm>
        </p:grpSpPr>
        <p:sp>
          <p:nvSpPr>
            <p:cNvPr id="24" name="Rectangle 24"/>
            <p:cNvSpPr/>
            <p:nvPr/>
          </p:nvSpPr>
          <p:spPr>
            <a:xfrm>
              <a:off x="8277130" y="3467195"/>
              <a:ext cx="2529459" cy="1033939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966341" y="2673953"/>
            <a:ext cx="2301812" cy="755047"/>
            <a:chOff x="1966341" y="2673953"/>
            <a:chExt cx="2301812" cy="755047"/>
          </a:xfrm>
        </p:grpSpPr>
        <p:sp>
          <p:nvSpPr>
            <p:cNvPr id="26" name="Rectangle 26"/>
            <p:cNvSpPr/>
            <p:nvPr/>
          </p:nvSpPr>
          <p:spPr>
            <a:xfrm>
              <a:off x="1966341" y="2673953"/>
              <a:ext cx="2301812" cy="7550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42541" y="2719673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966341" y="2349341"/>
            <a:ext cx="2301812" cy="431292"/>
            <a:chOff x="1966341" y="2349341"/>
            <a:chExt cx="2301812" cy="431292"/>
          </a:xfrm>
        </p:grpSpPr>
        <p:sp>
          <p:nvSpPr>
            <p:cNvPr id="29" name="Rectangle 29"/>
            <p:cNvSpPr/>
            <p:nvPr/>
          </p:nvSpPr>
          <p:spPr>
            <a:xfrm>
              <a:off x="1966341" y="2349341"/>
              <a:ext cx="2301812" cy="43129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41274" y="2395056"/>
              <a:ext cx="578977" cy="264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標題處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178647" y="2316480"/>
            <a:ext cx="2301812" cy="431292"/>
            <a:chOff x="5178647" y="2316480"/>
            <a:chExt cx="2301812" cy="431292"/>
          </a:xfrm>
        </p:grpSpPr>
        <p:sp>
          <p:nvSpPr>
            <p:cNvPr id="32" name="Rectangle 32"/>
            <p:cNvSpPr/>
            <p:nvPr/>
          </p:nvSpPr>
          <p:spPr>
            <a:xfrm>
              <a:off x="5178647" y="2316480"/>
              <a:ext cx="2301812" cy="43129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28646" y="236220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標題處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173218" y="2998851"/>
            <a:ext cx="2301812" cy="2295716"/>
            <a:chOff x="5173218" y="2998851"/>
            <a:chExt cx="2301812" cy="2295716"/>
          </a:xfrm>
        </p:grpSpPr>
        <p:sp>
          <p:nvSpPr>
            <p:cNvPr id="35" name="Rectangle 35"/>
            <p:cNvSpPr/>
            <p:nvPr/>
          </p:nvSpPr>
          <p:spPr>
            <a:xfrm>
              <a:off x="5173218" y="2998851"/>
              <a:ext cx="2301812" cy="229571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49323" y="3044476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1. 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49323" y="3227356"/>
              <a:ext cx="15346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2. 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49323" y="3410236"/>
              <a:ext cx="15346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3. 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966341" y="3984117"/>
            <a:ext cx="2301812" cy="431292"/>
            <a:chOff x="1966341" y="3984117"/>
            <a:chExt cx="2301812" cy="431292"/>
          </a:xfrm>
        </p:grpSpPr>
        <p:sp>
          <p:nvSpPr>
            <p:cNvPr id="40" name="Rectangle 40"/>
            <p:cNvSpPr/>
            <p:nvPr/>
          </p:nvSpPr>
          <p:spPr>
            <a:xfrm>
              <a:off x="1966341" y="3984117"/>
              <a:ext cx="2301812" cy="43129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041274" y="4029832"/>
              <a:ext cx="578977" cy="264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標題處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966341" y="4312634"/>
            <a:ext cx="2301812" cy="755047"/>
            <a:chOff x="1966341" y="4312634"/>
            <a:chExt cx="2301812" cy="755047"/>
          </a:xfrm>
        </p:grpSpPr>
        <p:sp>
          <p:nvSpPr>
            <p:cNvPr id="43" name="Rectangle 43"/>
            <p:cNvSpPr/>
            <p:nvPr/>
          </p:nvSpPr>
          <p:spPr>
            <a:xfrm>
              <a:off x="1966341" y="4312634"/>
              <a:ext cx="2301812" cy="7550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042541" y="4358259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390954" y="2307526"/>
            <a:ext cx="2301812" cy="755047"/>
            <a:chOff x="8390954" y="2307526"/>
            <a:chExt cx="2301812" cy="755047"/>
          </a:xfrm>
        </p:grpSpPr>
        <p:sp>
          <p:nvSpPr>
            <p:cNvPr id="46" name="Rectangle 46"/>
            <p:cNvSpPr/>
            <p:nvPr/>
          </p:nvSpPr>
          <p:spPr>
            <a:xfrm>
              <a:off x="8390954" y="2307526"/>
              <a:ext cx="2301812" cy="7550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67058" y="2353151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390954" y="3510915"/>
            <a:ext cx="2301812" cy="755047"/>
            <a:chOff x="8390954" y="3510915"/>
            <a:chExt cx="2301812" cy="755047"/>
          </a:xfrm>
        </p:grpSpPr>
        <p:sp>
          <p:nvSpPr>
            <p:cNvPr id="49" name="Rectangle 49"/>
            <p:cNvSpPr/>
            <p:nvPr/>
          </p:nvSpPr>
          <p:spPr>
            <a:xfrm>
              <a:off x="8390954" y="3510915"/>
              <a:ext cx="2301812" cy="7550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67058" y="355663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390954" y="4640390"/>
            <a:ext cx="2301812" cy="755047"/>
            <a:chOff x="8390954" y="4640390"/>
            <a:chExt cx="2301812" cy="755047"/>
          </a:xfrm>
        </p:grpSpPr>
        <p:sp>
          <p:nvSpPr>
            <p:cNvPr id="52" name="Rectangle 52"/>
            <p:cNvSpPr/>
            <p:nvPr/>
          </p:nvSpPr>
          <p:spPr>
            <a:xfrm>
              <a:off x="8390954" y="4640390"/>
              <a:ext cx="2301812" cy="7550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67058" y="46861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710023" y="1668875"/>
            <a:ext cx="2814447" cy="501301"/>
            <a:chOff x="1710023" y="1668875"/>
            <a:chExt cx="2814447" cy="501301"/>
          </a:xfrm>
        </p:grpSpPr>
        <p:sp>
          <p:nvSpPr>
            <p:cNvPr id="55" name="Rectangle 55"/>
            <p:cNvSpPr/>
            <p:nvPr/>
          </p:nvSpPr>
          <p:spPr>
            <a:xfrm>
              <a:off x="1710023" y="1668875"/>
              <a:ext cx="2814447" cy="501301"/>
            </a:xfrm>
            <a:prstGeom prst="roundRect">
              <a:avLst>
                <a:gd name="adj" fmla="val 16663"/>
              </a:avLst>
            </a:prstGeom>
            <a:solidFill>
              <a:srgbClr val="00905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609315" y="1812803"/>
              <a:ext cx="1015864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 01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922330" y="1668875"/>
            <a:ext cx="2814447" cy="501301"/>
            <a:chOff x="4922330" y="1668875"/>
            <a:chExt cx="2814447" cy="501301"/>
          </a:xfrm>
        </p:grpSpPr>
        <p:sp>
          <p:nvSpPr>
            <p:cNvPr id="58" name="Rectangle 58"/>
            <p:cNvSpPr/>
            <p:nvPr/>
          </p:nvSpPr>
          <p:spPr>
            <a:xfrm>
              <a:off x="4922330" y="1668875"/>
              <a:ext cx="2814447" cy="501301"/>
            </a:xfrm>
            <a:prstGeom prst="roundRect">
              <a:avLst>
                <a:gd name="adj" fmla="val 16663"/>
              </a:avLst>
            </a:prstGeom>
            <a:solidFill>
              <a:srgbClr val="3BBB8E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797114" y="1812803"/>
              <a:ext cx="10648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 02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134636" y="1660017"/>
            <a:ext cx="2814447" cy="501301"/>
            <a:chOff x="8134636" y="1660017"/>
            <a:chExt cx="2814447" cy="501301"/>
          </a:xfrm>
        </p:grpSpPr>
        <p:sp>
          <p:nvSpPr>
            <p:cNvPr id="61" name="Rectangle 61"/>
            <p:cNvSpPr/>
            <p:nvPr/>
          </p:nvSpPr>
          <p:spPr>
            <a:xfrm>
              <a:off x="8134636" y="1660017"/>
              <a:ext cx="2814447" cy="501301"/>
            </a:xfrm>
            <a:prstGeom prst="roundRect">
              <a:avLst>
                <a:gd name="adj" fmla="val 16663"/>
              </a:avLst>
            </a:prstGeom>
            <a:solidFill>
              <a:srgbClr val="00905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009420" y="1803945"/>
              <a:ext cx="10648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 03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64" name="Rectangle 64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1" grpId="0"/>
      <p:bldP spid="13" grpId="0"/>
      <p:bldP spid="15" grpId="0"/>
      <p:bldP spid="17" grpId="0"/>
      <p:bldP spid="19" grpId="0"/>
      <p:bldP spid="21" grpId="0"/>
      <p:bldP spid="23" grpId="0"/>
      <p:bldP spid="25" grpId="0"/>
      <p:bldP spid="28" grpId="0"/>
      <p:bldP spid="31" grpId="0"/>
      <p:bldP spid="34" grpId="0"/>
      <p:bldP spid="39" grpId="0"/>
      <p:bldP spid="42" grpId="0"/>
      <p:bldP spid="45" grpId="0"/>
      <p:bldP spid="48" grpId="0"/>
      <p:bldP spid="51" grpId="0"/>
      <p:bldP spid="54" grpId="0"/>
      <p:bldP spid="57" grpId="0"/>
      <p:bldP spid="60" grpId="0"/>
      <p:bldP spid="63" grpId="0"/>
      <p:bldP spid="6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90356" y="1660017"/>
            <a:ext cx="2842165" cy="3953446"/>
            <a:chOff x="2090356" y="1660017"/>
            <a:chExt cx="2842165" cy="3953446"/>
          </a:xfrm>
        </p:grpSpPr>
        <p:sp>
          <p:nvSpPr>
            <p:cNvPr id="6" name="Rectangle 6"/>
            <p:cNvSpPr/>
            <p:nvPr/>
          </p:nvSpPr>
          <p:spPr>
            <a:xfrm>
              <a:off x="2090356" y="1660017"/>
              <a:ext cx="2842165" cy="3953446"/>
            </a:xfrm>
            <a:prstGeom prst="roundRect">
              <a:avLst>
                <a:gd name="adj" fmla="val 4367"/>
              </a:avLst>
            </a:prstGeom>
            <a:solidFill>
              <a:srgbClr val="E7FFD2">
                <a:alpha val="60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162455" y="1660017"/>
            <a:ext cx="2842165" cy="3953446"/>
            <a:chOff x="5162455" y="1660017"/>
            <a:chExt cx="2842165" cy="3953446"/>
          </a:xfrm>
        </p:grpSpPr>
        <p:sp>
          <p:nvSpPr>
            <p:cNvPr id="8" name="Rectangle 8"/>
            <p:cNvSpPr/>
            <p:nvPr/>
          </p:nvSpPr>
          <p:spPr>
            <a:xfrm>
              <a:off x="5162455" y="1660017"/>
              <a:ext cx="2842165" cy="3953446"/>
            </a:xfrm>
            <a:prstGeom prst="roundRect">
              <a:avLst>
                <a:gd name="adj" fmla="val 4367"/>
              </a:avLst>
            </a:prstGeom>
            <a:solidFill>
              <a:srgbClr val="E7FFD2">
                <a:alpha val="60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234553" y="1660017"/>
            <a:ext cx="2842165" cy="3953446"/>
            <a:chOff x="8234553" y="1660017"/>
            <a:chExt cx="2842165" cy="3953446"/>
          </a:xfrm>
        </p:grpSpPr>
        <p:sp>
          <p:nvSpPr>
            <p:cNvPr id="10" name="Rectangle 10"/>
            <p:cNvSpPr/>
            <p:nvPr/>
          </p:nvSpPr>
          <p:spPr>
            <a:xfrm>
              <a:off x="8234553" y="1660017"/>
              <a:ext cx="2842165" cy="3953446"/>
            </a:xfrm>
            <a:prstGeom prst="roundRect">
              <a:avLst>
                <a:gd name="adj" fmla="val 4367"/>
              </a:avLst>
            </a:prstGeom>
            <a:solidFill>
              <a:srgbClr val="E7FFD2">
                <a:alpha val="6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360581" y="3692176"/>
            <a:ext cx="2301812" cy="431292"/>
            <a:chOff x="2360581" y="3692176"/>
            <a:chExt cx="2301812" cy="431292"/>
          </a:xfrm>
        </p:grpSpPr>
        <p:sp>
          <p:nvSpPr>
            <p:cNvPr id="12" name="Rectangle 12"/>
            <p:cNvSpPr/>
            <p:nvPr/>
          </p:nvSpPr>
          <p:spPr>
            <a:xfrm>
              <a:off x="2360581" y="3692176"/>
              <a:ext cx="2301812" cy="43129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189405" y="3737805"/>
              <a:ext cx="644163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1C7777"/>
                  </a:solidFill>
                  <a:latin typeface="Segoe UI"/>
                  <a:ea typeface="Microsoft JhengHei"/>
                  <a:cs typeface="Segoe UI"/>
                </a:rPr>
                <a:t>項目標題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360581" y="2983421"/>
            <a:ext cx="2301812" cy="801148"/>
            <a:chOff x="2360581" y="2983421"/>
            <a:chExt cx="2301812" cy="801148"/>
          </a:xfrm>
        </p:grpSpPr>
        <p:sp>
          <p:nvSpPr>
            <p:cNvPr id="15" name="Rectangle 15"/>
            <p:cNvSpPr/>
            <p:nvPr/>
          </p:nvSpPr>
          <p:spPr>
            <a:xfrm>
              <a:off x="2360581" y="2983421"/>
              <a:ext cx="2301812" cy="80114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08268" y="3029145"/>
              <a:ext cx="1806437" cy="650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00" b="1" dirty="0">
                  <a:solidFill>
                    <a:srgbClr val="1C7777"/>
                  </a:solidFill>
                  <a:latin typeface="Segoe UI"/>
                  <a:ea typeface="Microsoft JhengHei"/>
                  <a:cs typeface="Segoe UI"/>
                </a:rPr>
                <a:t>470,000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20201" y="3692176"/>
            <a:ext cx="2301812" cy="431292"/>
            <a:chOff x="5420201" y="3692176"/>
            <a:chExt cx="2301812" cy="431292"/>
          </a:xfrm>
        </p:grpSpPr>
        <p:sp>
          <p:nvSpPr>
            <p:cNvPr id="18" name="Rectangle 18"/>
            <p:cNvSpPr/>
            <p:nvPr/>
          </p:nvSpPr>
          <p:spPr>
            <a:xfrm>
              <a:off x="5420201" y="3692176"/>
              <a:ext cx="2301812" cy="43129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49025" y="3737805"/>
              <a:ext cx="644163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1C7777"/>
                  </a:solidFill>
                  <a:latin typeface="Segoe UI"/>
                  <a:ea typeface="Microsoft JhengHei"/>
                  <a:cs typeface="Segoe UI"/>
                </a:rPr>
                <a:t>項目標題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420201" y="2983421"/>
            <a:ext cx="2301812" cy="801148"/>
            <a:chOff x="5420201" y="2983421"/>
            <a:chExt cx="2301812" cy="801148"/>
          </a:xfrm>
        </p:grpSpPr>
        <p:sp>
          <p:nvSpPr>
            <p:cNvPr id="21" name="Rectangle 21"/>
            <p:cNvSpPr/>
            <p:nvPr/>
          </p:nvSpPr>
          <p:spPr>
            <a:xfrm>
              <a:off x="5420201" y="2983421"/>
              <a:ext cx="2301812" cy="80114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67889" y="3029145"/>
              <a:ext cx="1806437" cy="650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00" b="1" dirty="0">
                  <a:solidFill>
                    <a:srgbClr val="1C7777"/>
                  </a:solidFill>
                  <a:latin typeface="Segoe UI"/>
                  <a:ea typeface="Microsoft JhengHei"/>
                  <a:cs typeface="Segoe UI"/>
                </a:rPr>
                <a:t>$65,000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93633" y="3692176"/>
            <a:ext cx="2301812" cy="431292"/>
            <a:chOff x="8493633" y="3692176"/>
            <a:chExt cx="2301812" cy="431292"/>
          </a:xfrm>
        </p:grpSpPr>
        <p:sp>
          <p:nvSpPr>
            <p:cNvPr id="24" name="Rectangle 24"/>
            <p:cNvSpPr/>
            <p:nvPr/>
          </p:nvSpPr>
          <p:spPr>
            <a:xfrm>
              <a:off x="8493633" y="3692176"/>
              <a:ext cx="2301812" cy="43129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22457" y="3737805"/>
              <a:ext cx="644163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1C7777"/>
                  </a:solidFill>
                  <a:latin typeface="Segoe UI"/>
                  <a:ea typeface="Microsoft JhengHei"/>
                  <a:cs typeface="Segoe UI"/>
                </a:rPr>
                <a:t>項目標題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493633" y="2983421"/>
            <a:ext cx="2301812" cy="801148"/>
            <a:chOff x="8493633" y="2983421"/>
            <a:chExt cx="2301812" cy="801148"/>
          </a:xfrm>
        </p:grpSpPr>
        <p:sp>
          <p:nvSpPr>
            <p:cNvPr id="27" name="Rectangle 27"/>
            <p:cNvSpPr/>
            <p:nvPr/>
          </p:nvSpPr>
          <p:spPr>
            <a:xfrm>
              <a:off x="8493633" y="2983421"/>
              <a:ext cx="2301812" cy="80114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34220" y="3029145"/>
              <a:ext cx="820637" cy="650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00" b="1" dirty="0">
                  <a:solidFill>
                    <a:srgbClr val="1C7777"/>
                  </a:solidFill>
                  <a:latin typeface="Segoe UI"/>
                  <a:ea typeface="Microsoft JhengHei"/>
                  <a:cs typeface="Segoe UI"/>
                </a:rPr>
                <a:t>95%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360581" y="4271677"/>
            <a:ext cx="2301812" cy="876586"/>
            <a:chOff x="2360581" y="4271677"/>
            <a:chExt cx="2301812" cy="876586"/>
          </a:xfrm>
        </p:grpSpPr>
        <p:sp>
          <p:nvSpPr>
            <p:cNvPr id="30" name="Rectangle 30"/>
            <p:cNvSpPr/>
            <p:nvPr/>
          </p:nvSpPr>
          <p:spPr>
            <a:xfrm>
              <a:off x="2360581" y="4271677"/>
              <a:ext cx="2301812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436781" y="4444365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這裡說明表格內容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36781" y="4627245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432679" y="4271677"/>
            <a:ext cx="2301812" cy="876586"/>
            <a:chOff x="5432679" y="4271677"/>
            <a:chExt cx="2301812" cy="876586"/>
          </a:xfrm>
        </p:grpSpPr>
        <p:sp>
          <p:nvSpPr>
            <p:cNvPr id="34" name="Rectangle 34"/>
            <p:cNvSpPr/>
            <p:nvPr/>
          </p:nvSpPr>
          <p:spPr>
            <a:xfrm>
              <a:off x="5432679" y="4271677"/>
              <a:ext cx="2301812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08879" y="4444365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這裡說明表格內容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08879" y="4627245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04777" y="4271677"/>
            <a:ext cx="2301812" cy="876586"/>
            <a:chOff x="8504777" y="4271677"/>
            <a:chExt cx="2301812" cy="876586"/>
          </a:xfrm>
        </p:grpSpPr>
        <p:sp>
          <p:nvSpPr>
            <p:cNvPr id="38" name="Rectangle 38"/>
            <p:cNvSpPr/>
            <p:nvPr/>
          </p:nvSpPr>
          <p:spPr>
            <a:xfrm>
              <a:off x="8504777" y="4271677"/>
              <a:ext cx="2301812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80977" y="4444365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這裡說明表格內容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80977" y="4627245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42" name="Rectangle 42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275362" y="2329815"/>
            <a:ext cx="472345" cy="340424"/>
            <a:chOff x="3275362" y="2329815"/>
            <a:chExt cx="472345" cy="340424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75362" y="2329815"/>
              <a:ext cx="472345" cy="340424"/>
            </a:xfrm>
            <a:prstGeom prst="rect">
              <a:avLst/>
            </a:prstGeom>
          </p:spPr>
        </p:pic>
      </p:grpSp>
      <p:grpSp>
        <p:nvGrpSpPr>
          <p:cNvPr id="48" name="Group 48"/>
          <p:cNvGrpSpPr/>
          <p:nvPr/>
        </p:nvGrpSpPr>
        <p:grpSpPr>
          <a:xfrm>
            <a:off x="6313170" y="2292763"/>
            <a:ext cx="540925" cy="414433"/>
            <a:chOff x="6313170" y="2292763"/>
            <a:chExt cx="540925" cy="414433"/>
          </a:xfrm>
        </p:grpSpPr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3170" y="2292763"/>
              <a:ext cx="540925" cy="414433"/>
            </a:xfrm>
            <a:prstGeom prst="rect">
              <a:avLst/>
            </a:prstGeom>
          </p:spPr>
        </p:pic>
      </p:grpSp>
      <p:grpSp>
        <p:nvGrpSpPr>
          <p:cNvPr id="50" name="Group 50"/>
          <p:cNvGrpSpPr/>
          <p:nvPr/>
        </p:nvGrpSpPr>
        <p:grpSpPr>
          <a:xfrm>
            <a:off x="9447752" y="2263807"/>
            <a:ext cx="415766" cy="472345"/>
            <a:chOff x="9447752" y="2263807"/>
            <a:chExt cx="415766" cy="472345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47752" y="2263807"/>
              <a:ext cx="415766" cy="47234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4" grpId="0"/>
      <p:bldP spid="17" grpId="0"/>
      <p:bldP spid="20" grpId="0"/>
      <p:bldP spid="23" grpId="0"/>
      <p:bldP spid="26" grpId="0"/>
      <p:bldP spid="29" grpId="0"/>
      <p:bldP spid="33" grpId="0"/>
      <p:bldP spid="37" grpId="0"/>
      <p:bldP spid="41" grpId="0"/>
      <p:bldP spid="44" grpId="0"/>
      <p:bldP spid="46" grpId="0"/>
      <p:bldP spid="48" grpId="0"/>
      <p:bldP spid="5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40408" y="859917"/>
            <a:ext cx="2619470" cy="5138166"/>
            <a:chOff x="1740408" y="859917"/>
            <a:chExt cx="2619470" cy="5138166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40408" y="859917"/>
              <a:ext cx="2619470" cy="5138166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5141976" y="1528096"/>
            <a:ext cx="486918" cy="486918"/>
            <a:chOff x="5141976" y="1528096"/>
            <a:chExt cx="486918" cy="486918"/>
          </a:xfrm>
        </p:grpSpPr>
        <p:sp>
          <p:nvSpPr>
            <p:cNvPr id="5" name="Ellipse 5"/>
            <p:cNvSpPr/>
            <p:nvPr/>
          </p:nvSpPr>
          <p:spPr>
            <a:xfrm>
              <a:off x="5141976" y="1528096"/>
              <a:ext cx="486918" cy="486918"/>
            </a:xfrm>
            <a:prstGeom prst="ellipse">
              <a:avLst/>
            </a:prstGeom>
            <a:solidFill>
              <a:srgbClr val="6EDAA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313735" y="1664880"/>
              <a:ext cx="14339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41976" y="2323528"/>
            <a:ext cx="6044565" cy="9525"/>
            <a:chOff x="5141976" y="2323528"/>
            <a:chExt cx="6044565" cy="9525"/>
          </a:xfrm>
        </p:grpSpPr>
        <p:sp>
          <p:nvSpPr>
            <p:cNvPr id="8" name="Line 8"/>
            <p:cNvSpPr/>
            <p:nvPr/>
          </p:nvSpPr>
          <p:spPr>
            <a:xfrm>
              <a:off x="5141976" y="2323528"/>
              <a:ext cx="6044565" cy="9525"/>
            </a:xfrm>
            <a:custGeom>
              <a:avLst/>
              <a:gdLst/>
              <a:ahLst/>
              <a:cxnLst/>
              <a:rect l="l" t="t" r="r" b="b"/>
              <a:pathLst>
                <a:path w="6044565" h="9525">
                  <a:moveTo>
                    <a:pt x="0" y="0"/>
                  </a:moveTo>
                  <a:lnTo>
                    <a:pt x="6044565" y="0"/>
                  </a:lnTo>
                </a:path>
              </a:pathLst>
            </a:custGeom>
            <a:noFill/>
            <a:ln w="12697">
              <a:solidFill>
                <a:srgbClr val="D9DAD9">
                  <a:alpha val="6353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1976" y="2632043"/>
            <a:ext cx="486918" cy="486918"/>
            <a:chOff x="5141976" y="2632043"/>
            <a:chExt cx="486918" cy="486918"/>
          </a:xfrm>
        </p:grpSpPr>
        <p:sp>
          <p:nvSpPr>
            <p:cNvPr id="10" name="Ellipse 10"/>
            <p:cNvSpPr/>
            <p:nvPr/>
          </p:nvSpPr>
          <p:spPr>
            <a:xfrm>
              <a:off x="5141976" y="2632043"/>
              <a:ext cx="486918" cy="486918"/>
            </a:xfrm>
            <a:prstGeom prst="ellipse">
              <a:avLst/>
            </a:prstGeom>
            <a:solidFill>
              <a:srgbClr val="6EDA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13735" y="2768732"/>
              <a:ext cx="14339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1976" y="3427381"/>
            <a:ext cx="6044565" cy="9525"/>
            <a:chOff x="5141976" y="3427381"/>
            <a:chExt cx="6044565" cy="9525"/>
          </a:xfrm>
        </p:grpSpPr>
        <p:sp>
          <p:nvSpPr>
            <p:cNvPr id="13" name="Line 13"/>
            <p:cNvSpPr/>
            <p:nvPr/>
          </p:nvSpPr>
          <p:spPr>
            <a:xfrm>
              <a:off x="5141976" y="3427381"/>
              <a:ext cx="6044565" cy="9525"/>
            </a:xfrm>
            <a:custGeom>
              <a:avLst/>
              <a:gdLst/>
              <a:ahLst/>
              <a:cxnLst/>
              <a:rect l="l" t="t" r="r" b="b"/>
              <a:pathLst>
                <a:path w="6044565" h="9525">
                  <a:moveTo>
                    <a:pt x="0" y="0"/>
                  </a:moveTo>
                  <a:lnTo>
                    <a:pt x="6044565" y="0"/>
                  </a:lnTo>
                </a:path>
              </a:pathLst>
            </a:custGeom>
            <a:noFill/>
            <a:ln w="12697">
              <a:solidFill>
                <a:srgbClr val="D9DAD9">
                  <a:alpha val="63530"/>
                </a:srgbClr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141976" y="3735895"/>
            <a:ext cx="486918" cy="486918"/>
            <a:chOff x="5141976" y="3735895"/>
            <a:chExt cx="486918" cy="486918"/>
          </a:xfrm>
        </p:grpSpPr>
        <p:sp>
          <p:nvSpPr>
            <p:cNvPr id="15" name="Ellipse 15"/>
            <p:cNvSpPr/>
            <p:nvPr/>
          </p:nvSpPr>
          <p:spPr>
            <a:xfrm>
              <a:off x="5141976" y="3735895"/>
              <a:ext cx="486918" cy="486918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13735" y="3872679"/>
              <a:ext cx="14339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1976" y="4531328"/>
            <a:ext cx="6044565" cy="9525"/>
            <a:chOff x="5141976" y="4531328"/>
            <a:chExt cx="6044565" cy="9525"/>
          </a:xfrm>
        </p:grpSpPr>
        <p:sp>
          <p:nvSpPr>
            <p:cNvPr id="18" name="Line 18"/>
            <p:cNvSpPr/>
            <p:nvPr/>
          </p:nvSpPr>
          <p:spPr>
            <a:xfrm>
              <a:off x="5141976" y="4531328"/>
              <a:ext cx="6044565" cy="9525"/>
            </a:xfrm>
            <a:custGeom>
              <a:avLst/>
              <a:gdLst/>
              <a:ahLst/>
              <a:cxnLst/>
              <a:rect l="l" t="t" r="r" b="b"/>
              <a:pathLst>
                <a:path w="6044565" h="9525">
                  <a:moveTo>
                    <a:pt x="0" y="0"/>
                  </a:moveTo>
                  <a:lnTo>
                    <a:pt x="6044565" y="0"/>
                  </a:lnTo>
                </a:path>
              </a:pathLst>
            </a:custGeom>
            <a:noFill/>
            <a:ln w="12697">
              <a:solidFill>
                <a:srgbClr val="D9DAD9">
                  <a:alpha val="63530"/>
                </a:srgbClr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141976" y="4839843"/>
            <a:ext cx="486918" cy="486918"/>
            <a:chOff x="5141976" y="4839843"/>
            <a:chExt cx="486918" cy="486918"/>
          </a:xfrm>
        </p:grpSpPr>
        <p:sp>
          <p:nvSpPr>
            <p:cNvPr id="20" name="Ellipse 20"/>
            <p:cNvSpPr/>
            <p:nvPr/>
          </p:nvSpPr>
          <p:spPr>
            <a:xfrm>
              <a:off x="5141976" y="4839843"/>
              <a:ext cx="486918" cy="486918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313735" y="4976627"/>
              <a:ext cx="14339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893498" y="1485614"/>
            <a:ext cx="1842611" cy="571786"/>
            <a:chOff x="5893498" y="1485614"/>
            <a:chExt cx="1842611" cy="571786"/>
          </a:xfrm>
        </p:grpSpPr>
        <p:sp>
          <p:nvSpPr>
            <p:cNvPr id="23" name="Rectangle 23"/>
            <p:cNvSpPr/>
            <p:nvPr/>
          </p:nvSpPr>
          <p:spPr>
            <a:xfrm>
              <a:off x="5893498" y="1485614"/>
              <a:ext cx="1842611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67060" y="1691550"/>
              <a:ext cx="59433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標題</a:t>
              </a:r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765256" y="1375410"/>
            <a:ext cx="2301812" cy="876586"/>
            <a:chOff x="7765256" y="1375410"/>
            <a:chExt cx="2301812" cy="876586"/>
          </a:xfrm>
        </p:grpSpPr>
        <p:sp>
          <p:nvSpPr>
            <p:cNvPr id="26" name="Rectangle 26"/>
            <p:cNvSpPr/>
            <p:nvPr/>
          </p:nvSpPr>
          <p:spPr>
            <a:xfrm>
              <a:off x="7765256" y="1375410"/>
              <a:ext cx="2301812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41456" y="1548098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這裡說明表格內容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41456" y="1730978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893498" y="2589562"/>
            <a:ext cx="1842611" cy="571786"/>
            <a:chOff x="5893498" y="2589562"/>
            <a:chExt cx="1842611" cy="571786"/>
          </a:xfrm>
        </p:grpSpPr>
        <p:sp>
          <p:nvSpPr>
            <p:cNvPr id="30" name="Rectangle 30"/>
            <p:cNvSpPr/>
            <p:nvPr/>
          </p:nvSpPr>
          <p:spPr>
            <a:xfrm>
              <a:off x="5893498" y="2589562"/>
              <a:ext cx="1842611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67060" y="2795402"/>
              <a:ext cx="59433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標題</a:t>
              </a:r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893498" y="3693509"/>
            <a:ext cx="1842611" cy="571786"/>
            <a:chOff x="5893498" y="3693509"/>
            <a:chExt cx="1842611" cy="571786"/>
          </a:xfrm>
        </p:grpSpPr>
        <p:sp>
          <p:nvSpPr>
            <p:cNvPr id="33" name="Rectangle 33"/>
            <p:cNvSpPr/>
            <p:nvPr/>
          </p:nvSpPr>
          <p:spPr>
            <a:xfrm>
              <a:off x="5893498" y="3693509"/>
              <a:ext cx="1842611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67060" y="3899349"/>
              <a:ext cx="59433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標題</a:t>
              </a:r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893498" y="4797362"/>
            <a:ext cx="1842611" cy="571786"/>
            <a:chOff x="5893498" y="4797362"/>
            <a:chExt cx="1842611" cy="571786"/>
          </a:xfrm>
        </p:grpSpPr>
        <p:sp>
          <p:nvSpPr>
            <p:cNvPr id="36" name="Rectangle 36"/>
            <p:cNvSpPr/>
            <p:nvPr/>
          </p:nvSpPr>
          <p:spPr>
            <a:xfrm>
              <a:off x="5893498" y="4797362"/>
              <a:ext cx="1842611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67060" y="5003297"/>
              <a:ext cx="59433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標題</a:t>
              </a:r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D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765256" y="2479358"/>
            <a:ext cx="2301812" cy="876586"/>
            <a:chOff x="7765256" y="2479358"/>
            <a:chExt cx="2301812" cy="876586"/>
          </a:xfrm>
        </p:grpSpPr>
        <p:sp>
          <p:nvSpPr>
            <p:cNvPr id="39" name="Rectangle 39"/>
            <p:cNvSpPr/>
            <p:nvPr/>
          </p:nvSpPr>
          <p:spPr>
            <a:xfrm>
              <a:off x="7765256" y="2479358"/>
              <a:ext cx="2301812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41456" y="2652046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這裡說明表格內容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41456" y="2834926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765256" y="3583210"/>
            <a:ext cx="2301812" cy="876586"/>
            <a:chOff x="7765256" y="3583210"/>
            <a:chExt cx="2301812" cy="876586"/>
          </a:xfrm>
        </p:grpSpPr>
        <p:sp>
          <p:nvSpPr>
            <p:cNvPr id="43" name="Rectangle 43"/>
            <p:cNvSpPr/>
            <p:nvPr/>
          </p:nvSpPr>
          <p:spPr>
            <a:xfrm>
              <a:off x="7765256" y="3583210"/>
              <a:ext cx="2301812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41456" y="3755898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這裡說明表格內容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41456" y="3938778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765256" y="4606004"/>
            <a:ext cx="2301812" cy="876586"/>
            <a:chOff x="7765256" y="4606004"/>
            <a:chExt cx="2301812" cy="876586"/>
          </a:xfrm>
        </p:grpSpPr>
        <p:sp>
          <p:nvSpPr>
            <p:cNvPr id="47" name="Rectangle 47"/>
            <p:cNvSpPr/>
            <p:nvPr/>
          </p:nvSpPr>
          <p:spPr>
            <a:xfrm>
              <a:off x="7765256" y="4606004"/>
              <a:ext cx="2301812" cy="8765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41456" y="4778692"/>
              <a:ext cx="13986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這裡說明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D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內容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41456" y="4961572"/>
              <a:ext cx="15746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contents contents.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51" name="Rectangle 51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2" grpId="0"/>
      <p:bldP spid="14" grpId="0"/>
      <p:bldP spid="17" grpId="0"/>
      <p:bldP spid="19" grpId="0"/>
      <p:bldP spid="22" grpId="0"/>
      <p:bldP spid="25" grpId="0"/>
      <p:bldP spid="29" grpId="0"/>
      <p:bldP spid="32" grpId="0"/>
      <p:bldP spid="35" grpId="0"/>
      <p:bldP spid="38" grpId="0"/>
      <p:bldP spid="42" grpId="0"/>
      <p:bldP spid="46" grpId="0"/>
      <p:bldP spid="50" grpId="0"/>
      <p:bldP spid="5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67326" y="1562005"/>
            <a:ext cx="4893945" cy="4263675"/>
            <a:chOff x="1467326" y="1562005"/>
            <a:chExt cx="4893945" cy="4263675"/>
          </a:xfrm>
        </p:grpSpPr>
        <p:sp>
          <p:nvSpPr>
            <p:cNvPr id="6" name="Freeform 6"/>
            <p:cNvSpPr/>
            <p:nvPr/>
          </p:nvSpPr>
          <p:spPr>
            <a:xfrm>
              <a:off x="1943957" y="1562005"/>
              <a:ext cx="2280476" cy="1561719"/>
            </a:xfrm>
            <a:custGeom>
              <a:avLst/>
              <a:gdLst/>
              <a:ahLst/>
              <a:cxnLst/>
              <a:rect l="l" t="t" r="r" b="b"/>
              <a:pathLst>
                <a:path w="2280476" h="1561719">
                  <a:moveTo>
                    <a:pt x="546068" y="1561719"/>
                  </a:moveTo>
                  <a:lnTo>
                    <a:pt x="546068" y="1561719"/>
                  </a:lnTo>
                  <a:lnTo>
                    <a:pt x="567214" y="1514665"/>
                  </a:lnTo>
                  <a:lnTo>
                    <a:pt x="590741" y="1462945"/>
                  </a:lnTo>
                  <a:lnTo>
                    <a:pt x="614267" y="1413510"/>
                  </a:lnTo>
                  <a:lnTo>
                    <a:pt x="642557" y="1364170"/>
                  </a:lnTo>
                  <a:lnTo>
                    <a:pt x="670750" y="1319498"/>
                  </a:lnTo>
                  <a:lnTo>
                    <a:pt x="701326" y="1272445"/>
                  </a:lnTo>
                  <a:lnTo>
                    <a:pt x="731996" y="1227772"/>
                  </a:lnTo>
                  <a:lnTo>
                    <a:pt x="764857" y="1185386"/>
                  </a:lnTo>
                  <a:lnTo>
                    <a:pt x="797814" y="1140714"/>
                  </a:lnTo>
                  <a:lnTo>
                    <a:pt x="835533" y="1103090"/>
                  </a:lnTo>
                  <a:lnTo>
                    <a:pt x="875538" y="1063085"/>
                  </a:lnTo>
                  <a:lnTo>
                    <a:pt x="910780" y="1023080"/>
                  </a:lnTo>
                  <a:lnTo>
                    <a:pt x="950786" y="985456"/>
                  </a:lnTo>
                  <a:lnTo>
                    <a:pt x="993172" y="950214"/>
                  </a:lnTo>
                  <a:lnTo>
                    <a:pt x="1035558" y="914972"/>
                  </a:lnTo>
                  <a:lnTo>
                    <a:pt x="1082612" y="882015"/>
                  </a:lnTo>
                  <a:lnTo>
                    <a:pt x="1124998" y="851440"/>
                  </a:lnTo>
                  <a:lnTo>
                    <a:pt x="1174432" y="820864"/>
                  </a:lnTo>
                  <a:lnTo>
                    <a:pt x="1219105" y="794956"/>
                  </a:lnTo>
                  <a:lnTo>
                    <a:pt x="1268539" y="766762"/>
                  </a:lnTo>
                  <a:lnTo>
                    <a:pt x="1317974" y="743236"/>
                  </a:lnTo>
                  <a:lnTo>
                    <a:pt x="1369695" y="717328"/>
                  </a:lnTo>
                  <a:lnTo>
                    <a:pt x="1421511" y="696182"/>
                  </a:lnTo>
                  <a:lnTo>
                    <a:pt x="1473327" y="677418"/>
                  </a:lnTo>
                  <a:lnTo>
                    <a:pt x="1525048" y="660940"/>
                  </a:lnTo>
                  <a:lnTo>
                    <a:pt x="1579150" y="644462"/>
                  </a:lnTo>
                  <a:lnTo>
                    <a:pt x="1633347" y="630364"/>
                  </a:lnTo>
                  <a:lnTo>
                    <a:pt x="1689830" y="616267"/>
                  </a:lnTo>
                  <a:lnTo>
                    <a:pt x="1746314" y="606838"/>
                  </a:lnTo>
                  <a:lnTo>
                    <a:pt x="1805083" y="599789"/>
                  </a:lnTo>
                  <a:lnTo>
                    <a:pt x="1863947" y="592741"/>
                  </a:lnTo>
                  <a:lnTo>
                    <a:pt x="1920430" y="590359"/>
                  </a:lnTo>
                  <a:lnTo>
                    <a:pt x="2280476" y="303371"/>
                  </a:lnTo>
                  <a:lnTo>
                    <a:pt x="1998059" y="0"/>
                  </a:lnTo>
                  <a:lnTo>
                    <a:pt x="1911001" y="4762"/>
                  </a:lnTo>
                  <a:lnTo>
                    <a:pt x="1828610" y="7048"/>
                  </a:lnTo>
                  <a:lnTo>
                    <a:pt x="1743932" y="16478"/>
                  </a:lnTo>
                  <a:lnTo>
                    <a:pt x="1663922" y="28194"/>
                  </a:lnTo>
                  <a:lnTo>
                    <a:pt x="1581531" y="40005"/>
                  </a:lnTo>
                  <a:lnTo>
                    <a:pt x="1503902" y="58769"/>
                  </a:lnTo>
                  <a:lnTo>
                    <a:pt x="1423892" y="77629"/>
                  </a:lnTo>
                  <a:lnTo>
                    <a:pt x="1348550" y="101156"/>
                  </a:lnTo>
                  <a:lnTo>
                    <a:pt x="1270921" y="127064"/>
                  </a:lnTo>
                  <a:lnTo>
                    <a:pt x="1197959" y="152876"/>
                  </a:lnTo>
                  <a:lnTo>
                    <a:pt x="1124998" y="183451"/>
                  </a:lnTo>
                  <a:lnTo>
                    <a:pt x="1052036" y="218789"/>
                  </a:lnTo>
                  <a:lnTo>
                    <a:pt x="981456" y="254032"/>
                  </a:lnTo>
                  <a:lnTo>
                    <a:pt x="910780" y="291656"/>
                  </a:lnTo>
                  <a:lnTo>
                    <a:pt x="844963" y="333946"/>
                  </a:lnTo>
                  <a:lnTo>
                    <a:pt x="779050" y="376333"/>
                  </a:lnTo>
                  <a:lnTo>
                    <a:pt x="715518" y="421005"/>
                  </a:lnTo>
                  <a:lnTo>
                    <a:pt x="651891" y="468058"/>
                  </a:lnTo>
                  <a:lnTo>
                    <a:pt x="590741" y="517493"/>
                  </a:lnTo>
                  <a:lnTo>
                    <a:pt x="531876" y="569214"/>
                  </a:lnTo>
                  <a:lnTo>
                    <a:pt x="475393" y="623316"/>
                  </a:lnTo>
                  <a:lnTo>
                    <a:pt x="423672" y="677418"/>
                  </a:lnTo>
                  <a:lnTo>
                    <a:pt x="367189" y="736187"/>
                  </a:lnTo>
                  <a:lnTo>
                    <a:pt x="320135" y="797338"/>
                  </a:lnTo>
                  <a:lnTo>
                    <a:pt x="270700" y="858488"/>
                  </a:lnTo>
                  <a:lnTo>
                    <a:pt x="223647" y="922020"/>
                  </a:lnTo>
                  <a:lnTo>
                    <a:pt x="181261" y="985456"/>
                  </a:lnTo>
                  <a:lnTo>
                    <a:pt x="138874" y="1053656"/>
                  </a:lnTo>
                  <a:lnTo>
                    <a:pt x="98869" y="1119568"/>
                  </a:lnTo>
                  <a:lnTo>
                    <a:pt x="63627" y="1190149"/>
                  </a:lnTo>
                  <a:lnTo>
                    <a:pt x="28289" y="1260634"/>
                  </a:lnTo>
                  <a:lnTo>
                    <a:pt x="0" y="1333595"/>
                  </a:lnTo>
                  <a:lnTo>
                    <a:pt x="367189" y="1157192"/>
                  </a:lnTo>
                  <a:lnTo>
                    <a:pt x="546068" y="1561719"/>
                  </a:lnTo>
                  <a:close/>
                </a:path>
              </a:pathLst>
            </a:custGeom>
            <a:solidFill>
              <a:srgbClr val="009056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3956494" y="1567625"/>
              <a:ext cx="2055781" cy="1884045"/>
            </a:xfrm>
            <a:custGeom>
              <a:avLst/>
              <a:gdLst/>
              <a:ahLst/>
              <a:cxnLst/>
              <a:rect l="l" t="t" r="r" b="b"/>
              <a:pathLst>
                <a:path w="2055781" h="1884045">
                  <a:moveTo>
                    <a:pt x="0" y="585692"/>
                  </a:moveTo>
                  <a:lnTo>
                    <a:pt x="0" y="585692"/>
                  </a:lnTo>
                  <a:lnTo>
                    <a:pt x="61055" y="585692"/>
                  </a:lnTo>
                  <a:lnTo>
                    <a:pt x="124492" y="590359"/>
                  </a:lnTo>
                  <a:lnTo>
                    <a:pt x="185642" y="597408"/>
                  </a:lnTo>
                  <a:lnTo>
                    <a:pt x="246697" y="606838"/>
                  </a:lnTo>
                  <a:lnTo>
                    <a:pt x="307753" y="616267"/>
                  </a:lnTo>
                  <a:lnTo>
                    <a:pt x="366522" y="630364"/>
                  </a:lnTo>
                  <a:lnTo>
                    <a:pt x="422910" y="646843"/>
                  </a:lnTo>
                  <a:lnTo>
                    <a:pt x="481679" y="663321"/>
                  </a:lnTo>
                  <a:lnTo>
                    <a:pt x="535686" y="682085"/>
                  </a:lnTo>
                  <a:lnTo>
                    <a:pt x="594455" y="703326"/>
                  </a:lnTo>
                  <a:lnTo>
                    <a:pt x="646081" y="729139"/>
                  </a:lnTo>
                  <a:lnTo>
                    <a:pt x="700183" y="752665"/>
                  </a:lnTo>
                  <a:lnTo>
                    <a:pt x="751808" y="783241"/>
                  </a:lnTo>
                  <a:lnTo>
                    <a:pt x="801148" y="811435"/>
                  </a:lnTo>
                  <a:lnTo>
                    <a:pt x="852869" y="844391"/>
                  </a:lnTo>
                  <a:lnTo>
                    <a:pt x="902208" y="874966"/>
                  </a:lnTo>
                  <a:lnTo>
                    <a:pt x="946785" y="910304"/>
                  </a:lnTo>
                  <a:lnTo>
                    <a:pt x="993839" y="947928"/>
                  </a:lnTo>
                  <a:lnTo>
                    <a:pt x="1036129" y="985552"/>
                  </a:lnTo>
                  <a:lnTo>
                    <a:pt x="1078421" y="1023175"/>
                  </a:lnTo>
                  <a:lnTo>
                    <a:pt x="1120711" y="1067848"/>
                  </a:lnTo>
                  <a:lnTo>
                    <a:pt x="1160621" y="1110234"/>
                  </a:lnTo>
                  <a:lnTo>
                    <a:pt x="1198245" y="1154906"/>
                  </a:lnTo>
                  <a:lnTo>
                    <a:pt x="1233488" y="1201960"/>
                  </a:lnTo>
                  <a:lnTo>
                    <a:pt x="1268730" y="1246632"/>
                  </a:lnTo>
                  <a:lnTo>
                    <a:pt x="1301591" y="1296067"/>
                  </a:lnTo>
                  <a:lnTo>
                    <a:pt x="1332167" y="1345406"/>
                  </a:lnTo>
                  <a:lnTo>
                    <a:pt x="1362647" y="1397127"/>
                  </a:lnTo>
                  <a:lnTo>
                    <a:pt x="1388554" y="1448943"/>
                  </a:lnTo>
                  <a:lnTo>
                    <a:pt x="1414367" y="1500664"/>
                  </a:lnTo>
                  <a:lnTo>
                    <a:pt x="1435513" y="1554766"/>
                  </a:lnTo>
                  <a:lnTo>
                    <a:pt x="1456658" y="1608868"/>
                  </a:lnTo>
                  <a:lnTo>
                    <a:pt x="1827847" y="1884045"/>
                  </a:lnTo>
                  <a:lnTo>
                    <a:pt x="2055781" y="1533620"/>
                  </a:lnTo>
                  <a:lnTo>
                    <a:pt x="2029968" y="1453610"/>
                  </a:lnTo>
                  <a:lnTo>
                    <a:pt x="2001774" y="1373696"/>
                  </a:lnTo>
                  <a:lnTo>
                    <a:pt x="1971199" y="1298353"/>
                  </a:lnTo>
                  <a:lnTo>
                    <a:pt x="1933575" y="1223105"/>
                  </a:lnTo>
                  <a:lnTo>
                    <a:pt x="1898332" y="1145476"/>
                  </a:lnTo>
                  <a:lnTo>
                    <a:pt x="1858423" y="1074896"/>
                  </a:lnTo>
                  <a:lnTo>
                    <a:pt x="1816132" y="1002030"/>
                  </a:lnTo>
                  <a:lnTo>
                    <a:pt x="1769174" y="936117"/>
                  </a:lnTo>
                  <a:lnTo>
                    <a:pt x="1722120" y="867918"/>
                  </a:lnTo>
                  <a:lnTo>
                    <a:pt x="1672780" y="802100"/>
                  </a:lnTo>
                  <a:lnTo>
                    <a:pt x="1618774" y="738568"/>
                  </a:lnTo>
                  <a:lnTo>
                    <a:pt x="1562386" y="677418"/>
                  </a:lnTo>
                  <a:lnTo>
                    <a:pt x="1505998" y="618554"/>
                  </a:lnTo>
                  <a:lnTo>
                    <a:pt x="1447229" y="559784"/>
                  </a:lnTo>
                  <a:lnTo>
                    <a:pt x="1383792" y="505682"/>
                  </a:lnTo>
                  <a:lnTo>
                    <a:pt x="1320356" y="453961"/>
                  </a:lnTo>
                  <a:lnTo>
                    <a:pt x="1254633" y="404527"/>
                  </a:lnTo>
                  <a:lnTo>
                    <a:pt x="1186434" y="359854"/>
                  </a:lnTo>
                  <a:lnTo>
                    <a:pt x="1115949" y="312801"/>
                  </a:lnTo>
                  <a:lnTo>
                    <a:pt x="1045464" y="270510"/>
                  </a:lnTo>
                  <a:lnTo>
                    <a:pt x="967930" y="230505"/>
                  </a:lnTo>
                  <a:lnTo>
                    <a:pt x="895160" y="195167"/>
                  </a:lnTo>
                  <a:lnTo>
                    <a:pt x="817626" y="162306"/>
                  </a:lnTo>
                  <a:lnTo>
                    <a:pt x="740092" y="131731"/>
                  </a:lnTo>
                  <a:lnTo>
                    <a:pt x="657892" y="103441"/>
                  </a:lnTo>
                  <a:lnTo>
                    <a:pt x="580358" y="77629"/>
                  </a:lnTo>
                  <a:lnTo>
                    <a:pt x="498062" y="56388"/>
                  </a:lnTo>
                  <a:lnTo>
                    <a:pt x="411194" y="40005"/>
                  </a:lnTo>
                  <a:lnTo>
                    <a:pt x="326612" y="23527"/>
                  </a:lnTo>
                  <a:lnTo>
                    <a:pt x="242030" y="11716"/>
                  </a:lnTo>
                  <a:lnTo>
                    <a:pt x="152686" y="2286"/>
                  </a:lnTo>
                  <a:lnTo>
                    <a:pt x="63437" y="0"/>
                  </a:lnTo>
                  <a:lnTo>
                    <a:pt x="350044" y="301085"/>
                  </a:lnTo>
                  <a:lnTo>
                    <a:pt x="0" y="585692"/>
                  </a:lnTo>
                  <a:close/>
                </a:path>
              </a:pathLst>
            </a:custGeom>
            <a:solidFill>
              <a:srgbClr val="9AE992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4881848" y="3175349"/>
              <a:ext cx="1214152" cy="2168843"/>
            </a:xfrm>
            <a:custGeom>
              <a:avLst/>
              <a:gdLst/>
              <a:ahLst/>
              <a:cxnLst/>
              <a:rect l="l" t="t" r="r" b="b"/>
              <a:pathLst>
                <a:path w="1214152" h="2168843">
                  <a:moveTo>
                    <a:pt x="1214152" y="519874"/>
                  </a:moveTo>
                  <a:lnTo>
                    <a:pt x="1214152" y="519874"/>
                  </a:lnTo>
                  <a:lnTo>
                    <a:pt x="1214152" y="451676"/>
                  </a:lnTo>
                  <a:lnTo>
                    <a:pt x="1211771" y="385762"/>
                  </a:lnTo>
                  <a:lnTo>
                    <a:pt x="1204722" y="319945"/>
                  </a:lnTo>
                  <a:lnTo>
                    <a:pt x="1200055" y="254032"/>
                  </a:lnTo>
                  <a:lnTo>
                    <a:pt x="1190625" y="190595"/>
                  </a:lnTo>
                  <a:lnTo>
                    <a:pt x="1178814" y="124682"/>
                  </a:lnTo>
                  <a:lnTo>
                    <a:pt x="1167098" y="61151"/>
                  </a:lnTo>
                  <a:lnTo>
                    <a:pt x="1150620" y="0"/>
                  </a:lnTo>
                  <a:lnTo>
                    <a:pt x="920020" y="357569"/>
                  </a:lnTo>
                  <a:lnTo>
                    <a:pt x="562356" y="91726"/>
                  </a:lnTo>
                  <a:lnTo>
                    <a:pt x="576453" y="143542"/>
                  </a:lnTo>
                  <a:lnTo>
                    <a:pt x="590550" y="195262"/>
                  </a:lnTo>
                  <a:lnTo>
                    <a:pt x="597599" y="246983"/>
                  </a:lnTo>
                  <a:lnTo>
                    <a:pt x="607028" y="303467"/>
                  </a:lnTo>
                  <a:lnTo>
                    <a:pt x="614077" y="355187"/>
                  </a:lnTo>
                  <a:lnTo>
                    <a:pt x="621125" y="409289"/>
                  </a:lnTo>
                  <a:lnTo>
                    <a:pt x="623507" y="463391"/>
                  </a:lnTo>
                  <a:lnTo>
                    <a:pt x="623507" y="519874"/>
                  </a:lnTo>
                  <a:lnTo>
                    <a:pt x="621125" y="606933"/>
                  </a:lnTo>
                  <a:lnTo>
                    <a:pt x="614077" y="693896"/>
                  </a:lnTo>
                  <a:lnTo>
                    <a:pt x="602361" y="778669"/>
                  </a:lnTo>
                  <a:lnTo>
                    <a:pt x="585883" y="860965"/>
                  </a:lnTo>
                  <a:lnTo>
                    <a:pt x="564737" y="940975"/>
                  </a:lnTo>
                  <a:lnTo>
                    <a:pt x="536448" y="1018604"/>
                  </a:lnTo>
                  <a:lnTo>
                    <a:pt x="510540" y="1098518"/>
                  </a:lnTo>
                  <a:lnTo>
                    <a:pt x="477679" y="1173766"/>
                  </a:lnTo>
                  <a:lnTo>
                    <a:pt x="439960" y="1249108"/>
                  </a:lnTo>
                  <a:lnTo>
                    <a:pt x="397669" y="1317308"/>
                  </a:lnTo>
                  <a:lnTo>
                    <a:pt x="355283" y="1387888"/>
                  </a:lnTo>
                  <a:lnTo>
                    <a:pt x="305848" y="1451420"/>
                  </a:lnTo>
                  <a:lnTo>
                    <a:pt x="254127" y="1517237"/>
                  </a:lnTo>
                  <a:lnTo>
                    <a:pt x="199930" y="1578388"/>
                  </a:lnTo>
                  <a:lnTo>
                    <a:pt x="141161" y="1634871"/>
                  </a:lnTo>
                  <a:lnTo>
                    <a:pt x="79915" y="1691354"/>
                  </a:lnTo>
                  <a:lnTo>
                    <a:pt x="0" y="2114740"/>
                  </a:lnTo>
                  <a:lnTo>
                    <a:pt x="425863" y="2168843"/>
                  </a:lnTo>
                  <a:lnTo>
                    <a:pt x="512921" y="2093595"/>
                  </a:lnTo>
                  <a:lnTo>
                    <a:pt x="597599" y="2013585"/>
                  </a:lnTo>
                  <a:lnTo>
                    <a:pt x="677608" y="1928908"/>
                  </a:lnTo>
                  <a:lnTo>
                    <a:pt x="750570" y="1839468"/>
                  </a:lnTo>
                  <a:lnTo>
                    <a:pt x="821150" y="1747742"/>
                  </a:lnTo>
                  <a:lnTo>
                    <a:pt x="889444" y="1651349"/>
                  </a:lnTo>
                  <a:lnTo>
                    <a:pt x="945928" y="1550194"/>
                  </a:lnTo>
                  <a:lnTo>
                    <a:pt x="1002411" y="1446657"/>
                  </a:lnTo>
                  <a:lnTo>
                    <a:pt x="1049465" y="1338453"/>
                  </a:lnTo>
                  <a:lnTo>
                    <a:pt x="1091756" y="1230249"/>
                  </a:lnTo>
                  <a:lnTo>
                    <a:pt x="1129475" y="1117378"/>
                  </a:lnTo>
                  <a:lnTo>
                    <a:pt x="1160050" y="1004411"/>
                  </a:lnTo>
                  <a:lnTo>
                    <a:pt x="1183576" y="884492"/>
                  </a:lnTo>
                  <a:lnTo>
                    <a:pt x="1202341" y="766858"/>
                  </a:lnTo>
                  <a:lnTo>
                    <a:pt x="1211771" y="644557"/>
                  </a:lnTo>
                  <a:lnTo>
                    <a:pt x="1214152" y="519874"/>
                  </a:lnTo>
                  <a:close/>
                </a:path>
              </a:pathLst>
            </a:custGeom>
            <a:solidFill>
              <a:srgbClr val="6EDAA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553843" y="4919948"/>
              <a:ext cx="2688050" cy="905732"/>
            </a:xfrm>
            <a:custGeom>
              <a:avLst/>
              <a:gdLst/>
              <a:ahLst/>
              <a:cxnLst/>
              <a:rect l="l" t="t" r="r" b="b"/>
              <a:pathLst>
                <a:path w="2688050" h="905732">
                  <a:moveTo>
                    <a:pt x="2342293" y="0"/>
                  </a:moveTo>
                  <a:lnTo>
                    <a:pt x="2342293" y="0"/>
                  </a:lnTo>
                  <a:lnTo>
                    <a:pt x="2292953" y="35243"/>
                  </a:lnTo>
                  <a:lnTo>
                    <a:pt x="2241232" y="70580"/>
                  </a:lnTo>
                  <a:lnTo>
                    <a:pt x="2184749" y="103442"/>
                  </a:lnTo>
                  <a:lnTo>
                    <a:pt x="2130647" y="134017"/>
                  </a:lnTo>
                  <a:lnTo>
                    <a:pt x="2076545" y="162306"/>
                  </a:lnTo>
                  <a:lnTo>
                    <a:pt x="2017776" y="188119"/>
                  </a:lnTo>
                  <a:lnTo>
                    <a:pt x="1959007" y="214027"/>
                  </a:lnTo>
                  <a:lnTo>
                    <a:pt x="1900238" y="235172"/>
                  </a:lnTo>
                  <a:lnTo>
                    <a:pt x="1841468" y="254032"/>
                  </a:lnTo>
                  <a:lnTo>
                    <a:pt x="1777936" y="270510"/>
                  </a:lnTo>
                  <a:lnTo>
                    <a:pt x="1716786" y="286988"/>
                  </a:lnTo>
                  <a:lnTo>
                    <a:pt x="1650968" y="298704"/>
                  </a:lnTo>
                  <a:lnTo>
                    <a:pt x="1587436" y="308134"/>
                  </a:lnTo>
                  <a:lnTo>
                    <a:pt x="1521619" y="312896"/>
                  </a:lnTo>
                  <a:lnTo>
                    <a:pt x="1453420" y="319945"/>
                  </a:lnTo>
                  <a:lnTo>
                    <a:pt x="1387507" y="319945"/>
                  </a:lnTo>
                  <a:lnTo>
                    <a:pt x="1321689" y="319945"/>
                  </a:lnTo>
                  <a:lnTo>
                    <a:pt x="1255871" y="312896"/>
                  </a:lnTo>
                  <a:lnTo>
                    <a:pt x="1192340" y="308134"/>
                  </a:lnTo>
                  <a:lnTo>
                    <a:pt x="1128903" y="298704"/>
                  </a:lnTo>
                  <a:lnTo>
                    <a:pt x="1067753" y="286988"/>
                  </a:lnTo>
                  <a:lnTo>
                    <a:pt x="1001840" y="270510"/>
                  </a:lnTo>
                  <a:lnTo>
                    <a:pt x="940689" y="256413"/>
                  </a:lnTo>
                  <a:lnTo>
                    <a:pt x="879538" y="237554"/>
                  </a:lnTo>
                  <a:lnTo>
                    <a:pt x="823151" y="216408"/>
                  </a:lnTo>
                  <a:lnTo>
                    <a:pt x="764381" y="192881"/>
                  </a:lnTo>
                  <a:lnTo>
                    <a:pt x="710279" y="166973"/>
                  </a:lnTo>
                  <a:lnTo>
                    <a:pt x="651510" y="136398"/>
                  </a:lnTo>
                  <a:lnTo>
                    <a:pt x="599694" y="110490"/>
                  </a:lnTo>
                  <a:lnTo>
                    <a:pt x="545592" y="75247"/>
                  </a:lnTo>
                  <a:lnTo>
                    <a:pt x="496253" y="42291"/>
                  </a:lnTo>
                  <a:lnTo>
                    <a:pt x="444532" y="7049"/>
                  </a:lnTo>
                  <a:lnTo>
                    <a:pt x="0" y="61151"/>
                  </a:lnTo>
                  <a:lnTo>
                    <a:pt x="63532" y="454057"/>
                  </a:lnTo>
                  <a:lnTo>
                    <a:pt x="131731" y="505778"/>
                  </a:lnTo>
                  <a:lnTo>
                    <a:pt x="204597" y="555212"/>
                  </a:lnTo>
                  <a:lnTo>
                    <a:pt x="277558" y="599885"/>
                  </a:lnTo>
                  <a:lnTo>
                    <a:pt x="352806" y="642271"/>
                  </a:lnTo>
                  <a:lnTo>
                    <a:pt x="432721" y="686943"/>
                  </a:lnTo>
                  <a:lnTo>
                    <a:pt x="512731" y="722186"/>
                  </a:lnTo>
                  <a:lnTo>
                    <a:pt x="590360" y="755142"/>
                  </a:lnTo>
                  <a:lnTo>
                    <a:pt x="672656" y="785717"/>
                  </a:lnTo>
                  <a:lnTo>
                    <a:pt x="759619" y="814007"/>
                  </a:lnTo>
                  <a:lnTo>
                    <a:pt x="844296" y="837533"/>
                  </a:lnTo>
                  <a:lnTo>
                    <a:pt x="933640" y="861060"/>
                  </a:lnTo>
                  <a:lnTo>
                    <a:pt x="1020699" y="875157"/>
                  </a:lnTo>
                  <a:lnTo>
                    <a:pt x="1112425" y="886873"/>
                  </a:lnTo>
                  <a:lnTo>
                    <a:pt x="1204151" y="898684"/>
                  </a:lnTo>
                  <a:lnTo>
                    <a:pt x="1295781" y="905732"/>
                  </a:lnTo>
                  <a:lnTo>
                    <a:pt x="1387507" y="905732"/>
                  </a:lnTo>
                  <a:lnTo>
                    <a:pt x="1479232" y="905732"/>
                  </a:lnTo>
                  <a:lnTo>
                    <a:pt x="1568672" y="898684"/>
                  </a:lnTo>
                  <a:lnTo>
                    <a:pt x="1658017" y="889254"/>
                  </a:lnTo>
                  <a:lnTo>
                    <a:pt x="1747361" y="877443"/>
                  </a:lnTo>
                  <a:lnTo>
                    <a:pt x="1834324" y="861060"/>
                  </a:lnTo>
                  <a:lnTo>
                    <a:pt x="1921383" y="842201"/>
                  </a:lnTo>
                  <a:lnTo>
                    <a:pt x="2003679" y="816293"/>
                  </a:lnTo>
                  <a:lnTo>
                    <a:pt x="2085975" y="792766"/>
                  </a:lnTo>
                  <a:lnTo>
                    <a:pt x="2168271" y="762190"/>
                  </a:lnTo>
                  <a:lnTo>
                    <a:pt x="2245900" y="729234"/>
                  </a:lnTo>
                  <a:lnTo>
                    <a:pt x="2325910" y="696373"/>
                  </a:lnTo>
                  <a:lnTo>
                    <a:pt x="2401157" y="656368"/>
                  </a:lnTo>
                  <a:lnTo>
                    <a:pt x="2478691" y="616363"/>
                  </a:lnTo>
                  <a:lnTo>
                    <a:pt x="2549271" y="569309"/>
                  </a:lnTo>
                  <a:lnTo>
                    <a:pt x="2622137" y="524637"/>
                  </a:lnTo>
                  <a:lnTo>
                    <a:pt x="2688050" y="472821"/>
                  </a:lnTo>
                  <a:lnTo>
                    <a:pt x="2262378" y="418719"/>
                  </a:lnTo>
                  <a:lnTo>
                    <a:pt x="2342293" y="0"/>
                  </a:lnTo>
                  <a:close/>
                </a:path>
              </a:pathLst>
            </a:custGeom>
            <a:solidFill>
              <a:srgbClr val="3BBB8E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784890" y="2794349"/>
              <a:ext cx="1151382" cy="2526125"/>
            </a:xfrm>
            <a:custGeom>
              <a:avLst/>
              <a:gdLst/>
              <a:ahLst/>
              <a:cxnLst/>
              <a:rect l="l" t="t" r="r" b="b"/>
              <a:pathLst>
                <a:path w="1151382" h="2526125">
                  <a:moveTo>
                    <a:pt x="1151382" y="2083879"/>
                  </a:moveTo>
                  <a:lnTo>
                    <a:pt x="1151382" y="2083879"/>
                  </a:lnTo>
                  <a:lnTo>
                    <a:pt x="1087946" y="2027492"/>
                  </a:lnTo>
                  <a:lnTo>
                    <a:pt x="1029176" y="1971008"/>
                  </a:lnTo>
                  <a:lnTo>
                    <a:pt x="972788" y="1909858"/>
                  </a:lnTo>
                  <a:lnTo>
                    <a:pt x="921163" y="1846326"/>
                  </a:lnTo>
                  <a:lnTo>
                    <a:pt x="871823" y="1778127"/>
                  </a:lnTo>
                  <a:lnTo>
                    <a:pt x="824770" y="1707547"/>
                  </a:lnTo>
                  <a:lnTo>
                    <a:pt x="782479" y="1637062"/>
                  </a:lnTo>
                  <a:lnTo>
                    <a:pt x="742569" y="1564100"/>
                  </a:lnTo>
                  <a:lnTo>
                    <a:pt x="709612" y="1486472"/>
                  </a:lnTo>
                  <a:lnTo>
                    <a:pt x="679133" y="1408843"/>
                  </a:lnTo>
                  <a:lnTo>
                    <a:pt x="655606" y="1326547"/>
                  </a:lnTo>
                  <a:lnTo>
                    <a:pt x="634460" y="1244251"/>
                  </a:lnTo>
                  <a:lnTo>
                    <a:pt x="615696" y="1161955"/>
                  </a:lnTo>
                  <a:lnTo>
                    <a:pt x="603885" y="1077278"/>
                  </a:lnTo>
                  <a:lnTo>
                    <a:pt x="596837" y="987838"/>
                  </a:lnTo>
                  <a:lnTo>
                    <a:pt x="594551" y="900874"/>
                  </a:lnTo>
                  <a:lnTo>
                    <a:pt x="594551" y="837343"/>
                  </a:lnTo>
                  <a:lnTo>
                    <a:pt x="599218" y="771525"/>
                  </a:lnTo>
                  <a:lnTo>
                    <a:pt x="606266" y="710279"/>
                  </a:lnTo>
                  <a:lnTo>
                    <a:pt x="615696" y="646843"/>
                  </a:lnTo>
                  <a:lnTo>
                    <a:pt x="627412" y="585692"/>
                  </a:lnTo>
                  <a:lnTo>
                    <a:pt x="639128" y="524542"/>
                  </a:lnTo>
                  <a:lnTo>
                    <a:pt x="657987" y="468058"/>
                  </a:lnTo>
                  <a:lnTo>
                    <a:pt x="676751" y="409289"/>
                  </a:lnTo>
                  <a:lnTo>
                    <a:pt x="495776" y="0"/>
                  </a:lnTo>
                  <a:lnTo>
                    <a:pt x="129254" y="181070"/>
                  </a:lnTo>
                  <a:lnTo>
                    <a:pt x="98679" y="265747"/>
                  </a:lnTo>
                  <a:lnTo>
                    <a:pt x="72866" y="350425"/>
                  </a:lnTo>
                  <a:lnTo>
                    <a:pt x="51721" y="439865"/>
                  </a:lnTo>
                  <a:lnTo>
                    <a:pt x="32861" y="531590"/>
                  </a:lnTo>
                  <a:lnTo>
                    <a:pt x="18764" y="618554"/>
                  </a:lnTo>
                  <a:lnTo>
                    <a:pt x="9430" y="715042"/>
                  </a:lnTo>
                  <a:lnTo>
                    <a:pt x="2381" y="806767"/>
                  </a:lnTo>
                  <a:lnTo>
                    <a:pt x="0" y="900874"/>
                  </a:lnTo>
                  <a:lnTo>
                    <a:pt x="7049" y="1023176"/>
                  </a:lnTo>
                  <a:lnTo>
                    <a:pt x="16478" y="1140714"/>
                  </a:lnTo>
                  <a:lnTo>
                    <a:pt x="30575" y="1260729"/>
                  </a:lnTo>
                  <a:lnTo>
                    <a:pt x="54007" y="1375981"/>
                  </a:lnTo>
                  <a:lnTo>
                    <a:pt x="84582" y="1488853"/>
                  </a:lnTo>
                  <a:lnTo>
                    <a:pt x="119825" y="1599438"/>
                  </a:lnTo>
                  <a:lnTo>
                    <a:pt x="162116" y="1705261"/>
                  </a:lnTo>
                  <a:lnTo>
                    <a:pt x="206788" y="1811083"/>
                  </a:lnTo>
                  <a:lnTo>
                    <a:pt x="258509" y="1912239"/>
                  </a:lnTo>
                  <a:lnTo>
                    <a:pt x="317183" y="2013394"/>
                  </a:lnTo>
                  <a:lnTo>
                    <a:pt x="380714" y="2107406"/>
                  </a:lnTo>
                  <a:lnTo>
                    <a:pt x="448818" y="2199132"/>
                  </a:lnTo>
                  <a:lnTo>
                    <a:pt x="521684" y="2288572"/>
                  </a:lnTo>
                  <a:lnTo>
                    <a:pt x="596837" y="2370868"/>
                  </a:lnTo>
                  <a:lnTo>
                    <a:pt x="676751" y="2453164"/>
                  </a:lnTo>
                  <a:lnTo>
                    <a:pt x="761333" y="2526125"/>
                  </a:lnTo>
                  <a:lnTo>
                    <a:pt x="700278" y="2137982"/>
                  </a:lnTo>
                  <a:lnTo>
                    <a:pt x="1151382" y="2083879"/>
                  </a:lnTo>
                  <a:close/>
                </a:path>
              </a:pathLst>
            </a:custGeom>
            <a:solidFill>
              <a:srgbClr val="00AA64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 rot="2296200">
              <a:off x="4438399" y="2185393"/>
              <a:ext cx="1378839" cy="269201"/>
              <a:chOff x="4440746" y="2186273"/>
              <a:chExt cx="1378839" cy="269201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440746" y="2186273"/>
                <a:ext cx="1378839" cy="261652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650273" y="2231903"/>
                <a:ext cx="959975" cy="223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Primary Idea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969200">
              <a:off x="2223785" y="2023098"/>
              <a:ext cx="1483519" cy="269200"/>
              <a:chOff x="2221706" y="2023682"/>
              <a:chExt cx="1483519" cy="2692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221706" y="2023682"/>
                <a:ext cx="1483519" cy="261652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714607" y="2069311"/>
                <a:ext cx="497812" cy="223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Result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6475800">
              <a:off x="4922867" y="4200396"/>
              <a:ext cx="1434751" cy="269295"/>
              <a:chOff x="4926520" y="4205288"/>
              <a:chExt cx="1434751" cy="26929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926520" y="4205288"/>
                <a:ext cx="1434751" cy="261652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009807" y="4251012"/>
                <a:ext cx="1268083" cy="223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Process Planning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6381000">
              <a:off x="1471039" y="4072122"/>
              <a:ext cx="1429322" cy="269296"/>
              <a:chOff x="1467326" y="4077081"/>
              <a:chExt cx="1429322" cy="269296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467326" y="4077081"/>
                <a:ext cx="1429322" cy="261652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601864" y="4122806"/>
                <a:ext cx="1160245" cy="223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Implementation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201257" y="5366385"/>
              <a:ext cx="1408176" cy="269201"/>
              <a:chOff x="3201257" y="5366385"/>
              <a:chExt cx="1408176" cy="269201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201257" y="5366385"/>
                <a:ext cx="1408176" cy="261652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552453" y="5412015"/>
                <a:ext cx="705785" cy="223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Research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6621970" y="1880235"/>
            <a:ext cx="4311110" cy="663226"/>
            <a:chOff x="6621970" y="1880235"/>
            <a:chExt cx="4311110" cy="663226"/>
          </a:xfrm>
        </p:grpSpPr>
        <p:sp>
          <p:nvSpPr>
            <p:cNvPr id="27" name="Rectangle 27"/>
            <p:cNvSpPr/>
            <p:nvPr/>
          </p:nvSpPr>
          <p:spPr>
            <a:xfrm>
              <a:off x="6621970" y="1880235"/>
              <a:ext cx="4311110" cy="663226"/>
            </a:xfrm>
            <a:prstGeom prst="roundRect">
              <a:avLst>
                <a:gd name="adj" fmla="val 13328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6621970" y="2665762"/>
            <a:ext cx="4311110" cy="663226"/>
            <a:chOff x="6621970" y="2665762"/>
            <a:chExt cx="4311110" cy="663226"/>
          </a:xfrm>
        </p:grpSpPr>
        <p:sp>
          <p:nvSpPr>
            <p:cNvPr id="29" name="Rectangle 29"/>
            <p:cNvSpPr/>
            <p:nvPr/>
          </p:nvSpPr>
          <p:spPr>
            <a:xfrm>
              <a:off x="6621970" y="2665762"/>
              <a:ext cx="4311110" cy="663226"/>
            </a:xfrm>
            <a:prstGeom prst="roundRect">
              <a:avLst>
                <a:gd name="adj" fmla="val 13328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621970" y="3456718"/>
            <a:ext cx="4311110" cy="663226"/>
            <a:chOff x="6621970" y="3456718"/>
            <a:chExt cx="4311110" cy="663226"/>
          </a:xfrm>
        </p:grpSpPr>
        <p:sp>
          <p:nvSpPr>
            <p:cNvPr id="31" name="Rectangle 31"/>
            <p:cNvSpPr/>
            <p:nvPr/>
          </p:nvSpPr>
          <p:spPr>
            <a:xfrm>
              <a:off x="6621970" y="3456718"/>
              <a:ext cx="4311110" cy="663226"/>
            </a:xfrm>
            <a:prstGeom prst="roundRect">
              <a:avLst>
                <a:gd name="adj" fmla="val 13328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6621970" y="4247769"/>
            <a:ext cx="4311110" cy="663226"/>
            <a:chOff x="6621970" y="4247769"/>
            <a:chExt cx="4311110" cy="663226"/>
          </a:xfrm>
        </p:grpSpPr>
        <p:sp>
          <p:nvSpPr>
            <p:cNvPr id="33" name="Rectangle 33"/>
            <p:cNvSpPr/>
            <p:nvPr/>
          </p:nvSpPr>
          <p:spPr>
            <a:xfrm>
              <a:off x="6621970" y="4247769"/>
              <a:ext cx="4311110" cy="663226"/>
            </a:xfrm>
            <a:prstGeom prst="roundRect">
              <a:avLst>
                <a:gd name="adj" fmla="val 13328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621970" y="5038725"/>
            <a:ext cx="4311110" cy="663226"/>
            <a:chOff x="6621970" y="5038725"/>
            <a:chExt cx="4311110" cy="663226"/>
          </a:xfrm>
        </p:grpSpPr>
        <p:sp>
          <p:nvSpPr>
            <p:cNvPr id="35" name="Rectangle 35"/>
            <p:cNvSpPr/>
            <p:nvPr/>
          </p:nvSpPr>
          <p:spPr>
            <a:xfrm>
              <a:off x="6621970" y="5038725"/>
              <a:ext cx="4311110" cy="663226"/>
            </a:xfrm>
            <a:prstGeom prst="roundRect">
              <a:avLst>
                <a:gd name="adj" fmla="val 13328"/>
              </a:avLst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629019" y="1880235"/>
            <a:ext cx="162401" cy="657701"/>
            <a:chOff x="6629019" y="1880235"/>
            <a:chExt cx="162401" cy="657701"/>
          </a:xfrm>
        </p:grpSpPr>
        <p:sp>
          <p:nvSpPr>
            <p:cNvPr id="37" name="Rectangle 37"/>
            <p:cNvSpPr/>
            <p:nvPr/>
          </p:nvSpPr>
          <p:spPr>
            <a:xfrm>
              <a:off x="6629019" y="1880235"/>
              <a:ext cx="162401" cy="657701"/>
            </a:xfrm>
            <a:prstGeom prst="roundRect">
              <a:avLst>
                <a:gd name="adj" fmla="val 13314"/>
              </a:avLst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629019" y="2660237"/>
            <a:ext cx="162401" cy="657701"/>
            <a:chOff x="6629019" y="2660237"/>
            <a:chExt cx="162401" cy="657701"/>
          </a:xfrm>
        </p:grpSpPr>
        <p:sp>
          <p:nvSpPr>
            <p:cNvPr id="39" name="Rectangle 39"/>
            <p:cNvSpPr/>
            <p:nvPr/>
          </p:nvSpPr>
          <p:spPr>
            <a:xfrm>
              <a:off x="6629019" y="2660237"/>
              <a:ext cx="162401" cy="657701"/>
            </a:xfrm>
            <a:prstGeom prst="roundRect">
              <a:avLst>
                <a:gd name="adj" fmla="val 13314"/>
              </a:avLst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629019" y="3443859"/>
            <a:ext cx="154972" cy="657701"/>
            <a:chOff x="6629019" y="3443859"/>
            <a:chExt cx="154972" cy="657701"/>
          </a:xfrm>
        </p:grpSpPr>
        <p:sp>
          <p:nvSpPr>
            <p:cNvPr id="41" name="Rectangle 41"/>
            <p:cNvSpPr/>
            <p:nvPr/>
          </p:nvSpPr>
          <p:spPr>
            <a:xfrm>
              <a:off x="6629019" y="3443859"/>
              <a:ext cx="154972" cy="657701"/>
            </a:xfrm>
            <a:prstGeom prst="roundRect">
              <a:avLst>
                <a:gd name="adj" fmla="val 13337"/>
              </a:avLst>
            </a:prstGeom>
            <a:solidFill>
              <a:srgbClr val="3BBB8E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629019" y="4253865"/>
            <a:ext cx="154972" cy="657701"/>
            <a:chOff x="6629019" y="4253865"/>
            <a:chExt cx="154972" cy="657701"/>
          </a:xfrm>
        </p:grpSpPr>
        <p:sp>
          <p:nvSpPr>
            <p:cNvPr id="43" name="Rectangle 43"/>
            <p:cNvSpPr/>
            <p:nvPr/>
          </p:nvSpPr>
          <p:spPr>
            <a:xfrm>
              <a:off x="6629019" y="4253865"/>
              <a:ext cx="154972" cy="657701"/>
            </a:xfrm>
            <a:prstGeom prst="roundRect">
              <a:avLst>
                <a:gd name="adj" fmla="val 13337"/>
              </a:avLst>
            </a:prstGeom>
            <a:solidFill>
              <a:srgbClr val="6EDAA8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629019" y="5038154"/>
            <a:ext cx="154972" cy="657701"/>
            <a:chOff x="6629019" y="5038154"/>
            <a:chExt cx="154972" cy="657701"/>
          </a:xfrm>
        </p:grpSpPr>
        <p:sp>
          <p:nvSpPr>
            <p:cNvPr id="45" name="Rectangle 45"/>
            <p:cNvSpPr/>
            <p:nvPr/>
          </p:nvSpPr>
          <p:spPr>
            <a:xfrm>
              <a:off x="6629019" y="5038154"/>
              <a:ext cx="154972" cy="657701"/>
            </a:xfrm>
            <a:prstGeom prst="roundRect">
              <a:avLst>
                <a:gd name="adj" fmla="val 13337"/>
              </a:avLst>
            </a:prstGeom>
            <a:solidFill>
              <a:srgbClr val="9AE992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6932200" y="1955578"/>
            <a:ext cx="2301812" cy="529495"/>
            <a:chOff x="6932200" y="1955578"/>
            <a:chExt cx="2301812" cy="529495"/>
          </a:xfrm>
        </p:grpSpPr>
        <p:sp>
          <p:nvSpPr>
            <p:cNvPr id="47" name="Rectangle 47"/>
            <p:cNvSpPr/>
            <p:nvPr/>
          </p:nvSpPr>
          <p:spPr>
            <a:xfrm>
              <a:off x="6932200" y="1955578"/>
              <a:ext cx="2301812" cy="5294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08400" y="2001298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932200" y="2747105"/>
            <a:ext cx="2301812" cy="529495"/>
            <a:chOff x="6932200" y="2747105"/>
            <a:chExt cx="2301812" cy="529495"/>
          </a:xfrm>
        </p:grpSpPr>
        <p:sp>
          <p:nvSpPr>
            <p:cNvPr id="50" name="Rectangle 50"/>
            <p:cNvSpPr/>
            <p:nvPr/>
          </p:nvSpPr>
          <p:spPr>
            <a:xfrm>
              <a:off x="6932200" y="2747105"/>
              <a:ext cx="2301812" cy="5294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08400" y="279282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932200" y="3527870"/>
            <a:ext cx="2301812" cy="529495"/>
            <a:chOff x="6932200" y="3527870"/>
            <a:chExt cx="2301812" cy="529495"/>
          </a:xfrm>
        </p:grpSpPr>
        <p:sp>
          <p:nvSpPr>
            <p:cNvPr id="53" name="Rectangle 53"/>
            <p:cNvSpPr/>
            <p:nvPr/>
          </p:nvSpPr>
          <p:spPr>
            <a:xfrm>
              <a:off x="6932200" y="3527870"/>
              <a:ext cx="2301812" cy="5294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08400" y="3573589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932200" y="4314634"/>
            <a:ext cx="2301812" cy="529495"/>
            <a:chOff x="6932200" y="4314634"/>
            <a:chExt cx="2301812" cy="529495"/>
          </a:xfrm>
        </p:grpSpPr>
        <p:sp>
          <p:nvSpPr>
            <p:cNvPr id="56" name="Rectangle 56"/>
            <p:cNvSpPr/>
            <p:nvPr/>
          </p:nvSpPr>
          <p:spPr>
            <a:xfrm>
              <a:off x="6932200" y="4314634"/>
              <a:ext cx="2301812" cy="5294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08400" y="4360354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932200" y="5108067"/>
            <a:ext cx="2301812" cy="529495"/>
            <a:chOff x="6932200" y="5108067"/>
            <a:chExt cx="2301812" cy="529495"/>
          </a:xfrm>
        </p:grpSpPr>
        <p:sp>
          <p:nvSpPr>
            <p:cNvPr id="59" name="Rectangle 59"/>
            <p:cNvSpPr/>
            <p:nvPr/>
          </p:nvSpPr>
          <p:spPr>
            <a:xfrm>
              <a:off x="6932200" y="5108067"/>
              <a:ext cx="2301812" cy="5294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08400" y="5153692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請在</a:t>
              </a:r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這裡說明內容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62" name="Rectangle 62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452021" y="2206657"/>
            <a:ext cx="2974086" cy="2974086"/>
            <a:chOff x="2452021" y="2206657"/>
            <a:chExt cx="2974086" cy="2974086"/>
          </a:xfrm>
        </p:grpSpPr>
        <p:sp>
          <p:nvSpPr>
            <p:cNvPr id="65" name="Ellipse 65"/>
            <p:cNvSpPr/>
            <p:nvPr/>
          </p:nvSpPr>
          <p:spPr>
            <a:xfrm>
              <a:off x="2452021" y="2206657"/>
              <a:ext cx="2974086" cy="2974086"/>
            </a:xfrm>
            <a:prstGeom prst="ellipse">
              <a:avLst/>
            </a:prstGeom>
            <a:gradFill>
              <a:gsLst>
                <a:gs pos="6000">
                  <a:srgbClr val="9AE992"/>
                </a:gs>
                <a:gs pos="40000">
                  <a:srgbClr val="6EDAA8"/>
                </a:gs>
                <a:gs pos="100000">
                  <a:srgbClr val="00AA64"/>
                </a:gs>
              </a:gsLst>
              <a:lin ang="17517265" scaled="1"/>
            </a:gradFill>
            <a:ln>
              <a:noFill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2667762" y="3315081"/>
            <a:ext cx="2604992" cy="660368"/>
            <a:chOff x="2667762" y="3315081"/>
            <a:chExt cx="2604992" cy="660368"/>
          </a:xfrm>
        </p:grpSpPr>
        <p:sp>
          <p:nvSpPr>
            <p:cNvPr id="67" name="Rectangle 67"/>
            <p:cNvSpPr/>
            <p:nvPr/>
          </p:nvSpPr>
          <p:spPr>
            <a:xfrm>
              <a:off x="2667762" y="3315081"/>
              <a:ext cx="2604992" cy="5875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259341" y="3487769"/>
              <a:ext cx="142193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PROJECT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6" grpId="0"/>
      <p:bldP spid="28" grpId="0"/>
      <p:bldP spid="30" grpId="0"/>
      <p:bldP spid="32" grpId="0"/>
      <p:bldP spid="34" grpId="0"/>
      <p:bldP spid="36" grpId="0"/>
      <p:bldP spid="38" grpId="0"/>
      <p:bldP spid="40" grpId="0"/>
      <p:bldP spid="42" grpId="0"/>
      <p:bldP spid="44" grpId="0"/>
      <p:bldP spid="46" grpId="0"/>
      <p:bldP spid="49" grpId="0"/>
      <p:bldP spid="52" grpId="0"/>
      <p:bldP spid="55" grpId="0"/>
      <p:bldP spid="58" grpId="0"/>
      <p:bldP spid="61" grpId="0"/>
      <p:bldP spid="64" grpId="0"/>
      <p:bldP spid="66" grpId="0"/>
      <p:bldP spid="6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88211" y="2218182"/>
            <a:ext cx="9567958" cy="3538728"/>
            <a:chOff x="1688211" y="2218182"/>
            <a:chExt cx="9567958" cy="3538728"/>
          </a:xfrm>
        </p:grpSpPr>
        <p:sp>
          <p:nvSpPr>
            <p:cNvPr id="6" name="Rectangle 6"/>
            <p:cNvSpPr/>
            <p:nvPr/>
          </p:nvSpPr>
          <p:spPr>
            <a:xfrm>
              <a:off x="1688211" y="2218182"/>
              <a:ext cx="9567958" cy="3538728"/>
            </a:xfrm>
            <a:prstGeom prst="rect">
              <a:avLst/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419761" y="3845338"/>
            <a:ext cx="1438084" cy="666750"/>
            <a:chOff x="3419761" y="3845338"/>
            <a:chExt cx="1438084" cy="666750"/>
          </a:xfrm>
        </p:grpSpPr>
        <p:sp>
          <p:nvSpPr>
            <p:cNvPr id="8" name="Rectangle 8"/>
            <p:cNvSpPr/>
            <p:nvPr/>
          </p:nvSpPr>
          <p:spPr>
            <a:xfrm>
              <a:off x="3419761" y="3845338"/>
              <a:ext cx="1438084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848136" y="3845338"/>
            <a:ext cx="1438084" cy="1448372"/>
            <a:chOff x="1848136" y="3845338"/>
            <a:chExt cx="1438084" cy="1448372"/>
          </a:xfrm>
        </p:grpSpPr>
        <p:sp>
          <p:nvSpPr>
            <p:cNvPr id="10" name="Rectangle 10"/>
            <p:cNvSpPr/>
            <p:nvPr/>
          </p:nvSpPr>
          <p:spPr>
            <a:xfrm>
              <a:off x="1848136" y="3845338"/>
              <a:ext cx="1438084" cy="1448372"/>
            </a:xfrm>
            <a:prstGeom prst="rect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688211" y="1483995"/>
            <a:ext cx="9567958" cy="576548"/>
            <a:chOff x="1688211" y="1483995"/>
            <a:chExt cx="9567958" cy="576548"/>
          </a:xfrm>
        </p:grpSpPr>
        <p:sp>
          <p:nvSpPr>
            <p:cNvPr id="12" name="Rectangle 12"/>
            <p:cNvSpPr/>
            <p:nvPr/>
          </p:nvSpPr>
          <p:spPr>
            <a:xfrm>
              <a:off x="1688211" y="1483995"/>
              <a:ext cx="9567958" cy="576548"/>
            </a:xfrm>
            <a:prstGeom prst="rect">
              <a:avLst/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848136" y="1563529"/>
            <a:ext cx="3782187" cy="363093"/>
            <a:chOff x="1848136" y="1563529"/>
            <a:chExt cx="3782187" cy="363093"/>
          </a:xfrm>
        </p:grpSpPr>
        <p:sp>
          <p:nvSpPr>
            <p:cNvPr id="14" name="Rectangle 14"/>
            <p:cNvSpPr/>
            <p:nvPr/>
          </p:nvSpPr>
          <p:spPr>
            <a:xfrm>
              <a:off x="1848136" y="1563529"/>
              <a:ext cx="3782187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24336" y="1609249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48136" y="2373535"/>
            <a:ext cx="1213771" cy="363093"/>
            <a:chOff x="1848136" y="2373535"/>
            <a:chExt cx="1213771" cy="363093"/>
          </a:xfrm>
        </p:grpSpPr>
        <p:sp>
          <p:nvSpPr>
            <p:cNvPr id="17" name="Rectangle 17"/>
            <p:cNvSpPr/>
            <p:nvPr/>
          </p:nvSpPr>
          <p:spPr>
            <a:xfrm>
              <a:off x="1848136" y="2373535"/>
              <a:ext cx="1213771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24336" y="2419255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48136" y="2782252"/>
            <a:ext cx="1444180" cy="307658"/>
            <a:chOff x="1848136" y="2782252"/>
            <a:chExt cx="1444180" cy="307658"/>
          </a:xfrm>
        </p:grpSpPr>
        <p:sp>
          <p:nvSpPr>
            <p:cNvPr id="20" name="Rectangle 20"/>
            <p:cNvSpPr/>
            <p:nvPr/>
          </p:nvSpPr>
          <p:spPr>
            <a:xfrm>
              <a:off x="1848136" y="2782252"/>
              <a:ext cx="1444180" cy="307658"/>
            </a:xfrm>
            <a:prstGeom prst="rect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887093" y="2755678"/>
            <a:ext cx="841153" cy="363093"/>
            <a:chOff x="1887093" y="2755678"/>
            <a:chExt cx="841153" cy="363093"/>
          </a:xfrm>
        </p:grpSpPr>
        <p:sp>
          <p:nvSpPr>
            <p:cNvPr id="22" name="Rectangle 22"/>
            <p:cNvSpPr/>
            <p:nvPr/>
          </p:nvSpPr>
          <p:spPr>
            <a:xfrm>
              <a:off x="1887093" y="2755678"/>
              <a:ext cx="841153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63293" y="2801398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419761" y="2782252"/>
            <a:ext cx="1444180" cy="307658"/>
            <a:chOff x="3419761" y="2782252"/>
            <a:chExt cx="1444180" cy="307658"/>
          </a:xfrm>
        </p:grpSpPr>
        <p:sp>
          <p:nvSpPr>
            <p:cNvPr id="25" name="Rectangle 25"/>
            <p:cNvSpPr/>
            <p:nvPr/>
          </p:nvSpPr>
          <p:spPr>
            <a:xfrm>
              <a:off x="3419761" y="2782252"/>
              <a:ext cx="1444180" cy="307658"/>
            </a:xfrm>
            <a:prstGeom prst="rect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3458718" y="2755678"/>
            <a:ext cx="841153" cy="363093"/>
            <a:chOff x="3458718" y="2755678"/>
            <a:chExt cx="841153" cy="363093"/>
          </a:xfrm>
        </p:grpSpPr>
        <p:sp>
          <p:nvSpPr>
            <p:cNvPr id="27" name="Rectangle 27"/>
            <p:cNvSpPr/>
            <p:nvPr/>
          </p:nvSpPr>
          <p:spPr>
            <a:xfrm>
              <a:off x="3458718" y="2755678"/>
              <a:ext cx="841153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34918" y="2801398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972336" y="2782252"/>
            <a:ext cx="1444180" cy="307658"/>
            <a:chOff x="4972336" y="2782252"/>
            <a:chExt cx="1444180" cy="307658"/>
          </a:xfrm>
        </p:grpSpPr>
        <p:sp>
          <p:nvSpPr>
            <p:cNvPr id="30" name="Rectangle 30"/>
            <p:cNvSpPr/>
            <p:nvPr/>
          </p:nvSpPr>
          <p:spPr>
            <a:xfrm>
              <a:off x="4972336" y="2782252"/>
              <a:ext cx="1444180" cy="307658"/>
            </a:xfrm>
            <a:prstGeom prst="rect">
              <a:avLst/>
            </a:prstGeom>
            <a:solidFill>
              <a:srgbClr val="3BBB8E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011293" y="2755678"/>
            <a:ext cx="841153" cy="363093"/>
            <a:chOff x="5011293" y="2755678"/>
            <a:chExt cx="841153" cy="363093"/>
          </a:xfrm>
        </p:grpSpPr>
        <p:sp>
          <p:nvSpPr>
            <p:cNvPr id="32" name="Rectangle 32"/>
            <p:cNvSpPr/>
            <p:nvPr/>
          </p:nvSpPr>
          <p:spPr>
            <a:xfrm>
              <a:off x="5011293" y="2755678"/>
              <a:ext cx="841153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87493" y="2801398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93814" y="2373535"/>
            <a:ext cx="1213771" cy="363093"/>
            <a:chOff x="6893814" y="2373535"/>
            <a:chExt cx="1213771" cy="363093"/>
          </a:xfrm>
        </p:grpSpPr>
        <p:sp>
          <p:nvSpPr>
            <p:cNvPr id="35" name="Rectangle 35"/>
            <p:cNvSpPr/>
            <p:nvPr/>
          </p:nvSpPr>
          <p:spPr>
            <a:xfrm>
              <a:off x="6893814" y="2373535"/>
              <a:ext cx="1213771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70014" y="2419255"/>
              <a:ext cx="9713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 xml:space="preserve">TITLE TITLE 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975729" y="2782252"/>
            <a:ext cx="1444180" cy="307658"/>
            <a:chOff x="6975729" y="2782252"/>
            <a:chExt cx="1444180" cy="307658"/>
          </a:xfrm>
        </p:grpSpPr>
        <p:sp>
          <p:nvSpPr>
            <p:cNvPr id="38" name="Rectangle 38"/>
            <p:cNvSpPr/>
            <p:nvPr/>
          </p:nvSpPr>
          <p:spPr>
            <a:xfrm>
              <a:off x="6975729" y="2782252"/>
              <a:ext cx="1444180" cy="307658"/>
            </a:xfrm>
            <a:prstGeom prst="rect">
              <a:avLst/>
            </a:prstGeom>
            <a:solidFill>
              <a:srgbClr val="6EDAA8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014686" y="2755678"/>
            <a:ext cx="1092898" cy="363093"/>
            <a:chOff x="7014686" y="2755678"/>
            <a:chExt cx="1092898" cy="363093"/>
          </a:xfrm>
        </p:grpSpPr>
        <p:sp>
          <p:nvSpPr>
            <p:cNvPr id="40" name="Rectangle 40"/>
            <p:cNvSpPr/>
            <p:nvPr/>
          </p:nvSpPr>
          <p:spPr>
            <a:xfrm>
              <a:off x="7014686" y="2755678"/>
              <a:ext cx="1092898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90886" y="2801398"/>
              <a:ext cx="769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47354" y="2782252"/>
            <a:ext cx="1444180" cy="307658"/>
            <a:chOff x="8547354" y="2782252"/>
            <a:chExt cx="1444180" cy="307658"/>
          </a:xfrm>
        </p:grpSpPr>
        <p:sp>
          <p:nvSpPr>
            <p:cNvPr id="43" name="Rectangle 43"/>
            <p:cNvSpPr/>
            <p:nvPr/>
          </p:nvSpPr>
          <p:spPr>
            <a:xfrm>
              <a:off x="8547354" y="2782252"/>
              <a:ext cx="1444180" cy="307658"/>
            </a:xfrm>
            <a:prstGeom prst="rect">
              <a:avLst/>
            </a:prstGeom>
            <a:solidFill>
              <a:srgbClr val="9AE992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586311" y="2755678"/>
            <a:ext cx="995839" cy="363093"/>
            <a:chOff x="8586311" y="2755678"/>
            <a:chExt cx="995839" cy="363093"/>
          </a:xfrm>
        </p:grpSpPr>
        <p:sp>
          <p:nvSpPr>
            <p:cNvPr id="45" name="Rectangle 45"/>
            <p:cNvSpPr/>
            <p:nvPr/>
          </p:nvSpPr>
          <p:spPr>
            <a:xfrm>
              <a:off x="8586311" y="2755678"/>
              <a:ext cx="995839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662511" y="2801398"/>
              <a:ext cx="769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848136" y="3429000"/>
            <a:ext cx="1733264" cy="363093"/>
            <a:chOff x="1848136" y="3429000"/>
            <a:chExt cx="1733264" cy="363093"/>
          </a:xfrm>
        </p:grpSpPr>
        <p:sp>
          <p:nvSpPr>
            <p:cNvPr id="48" name="Rectangle 48"/>
            <p:cNvSpPr/>
            <p:nvPr/>
          </p:nvSpPr>
          <p:spPr>
            <a:xfrm>
              <a:off x="1848136" y="3429000"/>
              <a:ext cx="1733264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924336" y="347472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891094" y="3925062"/>
            <a:ext cx="1366266" cy="666750"/>
            <a:chOff x="1891094" y="3925062"/>
            <a:chExt cx="1366266" cy="666750"/>
          </a:xfrm>
        </p:grpSpPr>
        <p:sp>
          <p:nvSpPr>
            <p:cNvPr id="51" name="Rectangle 51"/>
            <p:cNvSpPr/>
            <p:nvPr/>
          </p:nvSpPr>
          <p:spPr>
            <a:xfrm>
              <a:off x="1891094" y="3925062"/>
              <a:ext cx="1366266" cy="666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967294" y="3970687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Subtitle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891094" y="4657154"/>
            <a:ext cx="1366266" cy="363093"/>
            <a:chOff x="1891094" y="4657154"/>
            <a:chExt cx="1366266" cy="363093"/>
          </a:xfrm>
        </p:grpSpPr>
        <p:sp>
          <p:nvSpPr>
            <p:cNvPr id="54" name="Rectangle 54"/>
            <p:cNvSpPr/>
            <p:nvPr/>
          </p:nvSpPr>
          <p:spPr>
            <a:xfrm>
              <a:off x="1891094" y="4657154"/>
              <a:ext cx="1366266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967294" y="4702874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891094" y="4930712"/>
            <a:ext cx="1366266" cy="363093"/>
            <a:chOff x="1891094" y="4930712"/>
            <a:chExt cx="1366266" cy="363093"/>
          </a:xfrm>
        </p:grpSpPr>
        <p:sp>
          <p:nvSpPr>
            <p:cNvPr id="57" name="Rectangle 57"/>
            <p:cNvSpPr/>
            <p:nvPr/>
          </p:nvSpPr>
          <p:spPr>
            <a:xfrm>
              <a:off x="1891094" y="4930712"/>
              <a:ext cx="1366266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967294" y="4976431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462718" y="3925062"/>
            <a:ext cx="1366266" cy="666750"/>
            <a:chOff x="3462718" y="3925062"/>
            <a:chExt cx="1366266" cy="666750"/>
          </a:xfrm>
        </p:grpSpPr>
        <p:sp>
          <p:nvSpPr>
            <p:cNvPr id="60" name="Rectangle 60"/>
            <p:cNvSpPr/>
            <p:nvPr/>
          </p:nvSpPr>
          <p:spPr>
            <a:xfrm>
              <a:off x="3462718" y="3925062"/>
              <a:ext cx="1366266" cy="666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538918" y="3970687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Subtitle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293900" y="3429000"/>
            <a:ext cx="1733264" cy="363093"/>
            <a:chOff x="5293900" y="3429000"/>
            <a:chExt cx="1733264" cy="363093"/>
          </a:xfrm>
        </p:grpSpPr>
        <p:sp>
          <p:nvSpPr>
            <p:cNvPr id="63" name="Rectangle 63"/>
            <p:cNvSpPr/>
            <p:nvPr/>
          </p:nvSpPr>
          <p:spPr>
            <a:xfrm>
              <a:off x="5293900" y="3429000"/>
              <a:ext cx="1733264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70100" y="347472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 rot="-5400000">
            <a:off x="5290328" y="3849006"/>
            <a:ext cx="1451324" cy="1444180"/>
            <a:chOff x="5290280" y="3848957"/>
            <a:chExt cx="1451324" cy="1444180"/>
          </a:xfrm>
        </p:grpSpPr>
        <p:sp>
          <p:nvSpPr>
            <p:cNvPr id="66" name="Rectangle 66"/>
            <p:cNvSpPr/>
            <p:nvPr/>
          </p:nvSpPr>
          <p:spPr>
            <a:xfrm>
              <a:off x="5290280" y="3848957"/>
              <a:ext cx="1451324" cy="14441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5336858" y="3925062"/>
            <a:ext cx="1366266" cy="666750"/>
            <a:chOff x="5336858" y="3925062"/>
            <a:chExt cx="1366266" cy="666750"/>
          </a:xfrm>
        </p:grpSpPr>
        <p:sp>
          <p:nvSpPr>
            <p:cNvPr id="68" name="Rectangle 68"/>
            <p:cNvSpPr/>
            <p:nvPr/>
          </p:nvSpPr>
          <p:spPr>
            <a:xfrm>
              <a:off x="5336858" y="3925062"/>
              <a:ext cx="1366266" cy="666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413058" y="3970687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Subtitle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336858" y="4657154"/>
            <a:ext cx="1366266" cy="363093"/>
            <a:chOff x="5336858" y="4657154"/>
            <a:chExt cx="1366266" cy="363093"/>
          </a:xfrm>
        </p:grpSpPr>
        <p:sp>
          <p:nvSpPr>
            <p:cNvPr id="71" name="Rectangle 71"/>
            <p:cNvSpPr/>
            <p:nvPr/>
          </p:nvSpPr>
          <p:spPr>
            <a:xfrm>
              <a:off x="5336858" y="4657154"/>
              <a:ext cx="1366266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413058" y="4702874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336858" y="4930712"/>
            <a:ext cx="1366266" cy="363093"/>
            <a:chOff x="5336858" y="4930712"/>
            <a:chExt cx="1366266" cy="363093"/>
          </a:xfrm>
        </p:grpSpPr>
        <p:sp>
          <p:nvSpPr>
            <p:cNvPr id="74" name="Rectangle 74"/>
            <p:cNvSpPr/>
            <p:nvPr/>
          </p:nvSpPr>
          <p:spPr>
            <a:xfrm>
              <a:off x="5336858" y="4930712"/>
              <a:ext cx="1366266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413058" y="4976431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 rot="-5400000">
            <a:off x="7252906" y="3456719"/>
            <a:ext cx="666750" cy="1444180"/>
            <a:chOff x="7252906" y="3456718"/>
            <a:chExt cx="666750" cy="1444180"/>
          </a:xfrm>
        </p:grpSpPr>
        <p:sp>
          <p:nvSpPr>
            <p:cNvPr id="77" name="Rectangle 77"/>
            <p:cNvSpPr/>
            <p:nvPr/>
          </p:nvSpPr>
          <p:spPr>
            <a:xfrm>
              <a:off x="7252906" y="3456718"/>
              <a:ext cx="666750" cy="1444180"/>
            </a:xfrm>
            <a:prstGeom prst="rect">
              <a:avLst/>
            </a:prstGeom>
            <a:solidFill>
              <a:srgbClr val="F3FC78"/>
            </a:solidFill>
            <a:ln>
              <a:noFill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6907149" y="3925062"/>
            <a:ext cx="1366266" cy="666750"/>
            <a:chOff x="6907149" y="3925062"/>
            <a:chExt cx="1366266" cy="666750"/>
          </a:xfrm>
        </p:grpSpPr>
        <p:sp>
          <p:nvSpPr>
            <p:cNvPr id="79" name="Rectangle 79"/>
            <p:cNvSpPr/>
            <p:nvPr/>
          </p:nvSpPr>
          <p:spPr>
            <a:xfrm>
              <a:off x="6907149" y="3925062"/>
              <a:ext cx="1366266" cy="666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983349" y="3970687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Subtitle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430958" y="3848957"/>
            <a:ext cx="1451324" cy="1444848"/>
            <a:chOff x="8430958" y="3848957"/>
            <a:chExt cx="1451324" cy="1444848"/>
          </a:xfrm>
        </p:grpSpPr>
        <p:sp>
          <p:nvSpPr>
            <p:cNvPr id="82" name="Rectangle 82"/>
            <p:cNvSpPr/>
            <p:nvPr/>
          </p:nvSpPr>
          <p:spPr>
            <a:xfrm>
              <a:off x="8430958" y="3848957"/>
              <a:ext cx="1451324" cy="144418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477536" y="3925062"/>
              <a:ext cx="1366266" cy="666750"/>
              <a:chOff x="8477536" y="3925062"/>
              <a:chExt cx="1366266" cy="666750"/>
            </a:xfrm>
          </p:grpSpPr>
          <p:sp>
            <p:nvSpPr>
              <p:cNvPr id="83" name="Rectangle 83"/>
              <p:cNvSpPr/>
              <p:nvPr/>
            </p:nvSpPr>
            <p:spPr>
              <a:xfrm>
                <a:off x="8477536" y="3925062"/>
                <a:ext cx="1366266" cy="6667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8553736" y="3970687"/>
                <a:ext cx="68576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Subtitle</a:t>
                </a: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8477536" y="4657154"/>
              <a:ext cx="1366266" cy="363093"/>
              <a:chOff x="8477536" y="4657154"/>
              <a:chExt cx="1366266" cy="363093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477536" y="4657154"/>
                <a:ext cx="1366266" cy="363093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553736" y="4702874"/>
                <a:ext cx="73456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Contents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8477536" y="4930712"/>
              <a:ext cx="1366266" cy="363093"/>
              <a:chOff x="8477536" y="4930712"/>
              <a:chExt cx="1366266" cy="363093"/>
            </a:xfrm>
          </p:grpSpPr>
          <p:sp>
            <p:nvSpPr>
              <p:cNvPr id="89" name="Rectangle 89"/>
              <p:cNvSpPr/>
              <p:nvPr/>
            </p:nvSpPr>
            <p:spPr>
              <a:xfrm>
                <a:off x="8477536" y="4930712"/>
                <a:ext cx="1366266" cy="363093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8553736" y="4976431"/>
                <a:ext cx="73456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Contents</a:t>
                </a:r>
              </a:p>
            </p:txBody>
          </p:sp>
        </p:grpSp>
      </p:grpSp>
      <p:grpSp>
        <p:nvGrpSpPr>
          <p:cNvPr id="94" name="Group 94"/>
          <p:cNvGrpSpPr/>
          <p:nvPr/>
        </p:nvGrpSpPr>
        <p:grpSpPr>
          <a:xfrm>
            <a:off x="10118217" y="2782252"/>
            <a:ext cx="957453" cy="2511457"/>
            <a:chOff x="10118217" y="2782252"/>
            <a:chExt cx="957453" cy="2511457"/>
          </a:xfrm>
        </p:grpSpPr>
        <p:sp>
          <p:nvSpPr>
            <p:cNvPr id="93" name="Rectangle 93"/>
            <p:cNvSpPr/>
            <p:nvPr/>
          </p:nvSpPr>
          <p:spPr>
            <a:xfrm>
              <a:off x="10118217" y="2782252"/>
              <a:ext cx="957453" cy="25114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10186035" y="2755678"/>
            <a:ext cx="821912" cy="1169384"/>
            <a:chOff x="10186035" y="2755678"/>
            <a:chExt cx="821912" cy="1169384"/>
          </a:xfrm>
        </p:grpSpPr>
        <p:sp>
          <p:nvSpPr>
            <p:cNvPr id="95" name="Rectangle 95"/>
            <p:cNvSpPr/>
            <p:nvPr/>
          </p:nvSpPr>
          <p:spPr>
            <a:xfrm>
              <a:off x="10186035" y="2755678"/>
              <a:ext cx="821912" cy="116938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262235" y="2801398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262235" y="3156966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262235" y="3512534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0012109" y="2373535"/>
            <a:ext cx="1063562" cy="363093"/>
            <a:chOff x="10012109" y="2373535"/>
            <a:chExt cx="1063562" cy="363093"/>
          </a:xfrm>
        </p:grpSpPr>
        <p:sp>
          <p:nvSpPr>
            <p:cNvPr id="100" name="Rectangle 100"/>
            <p:cNvSpPr/>
            <p:nvPr/>
          </p:nvSpPr>
          <p:spPr>
            <a:xfrm>
              <a:off x="10012109" y="2373535"/>
              <a:ext cx="1063562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0088309" y="2419255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 rot="-5400000">
            <a:off x="7259288" y="4238244"/>
            <a:ext cx="666750" cy="1444180"/>
            <a:chOff x="7259288" y="4238244"/>
            <a:chExt cx="666750" cy="1444180"/>
          </a:xfrm>
        </p:grpSpPr>
        <p:sp>
          <p:nvSpPr>
            <p:cNvPr id="103" name="Rectangle 103"/>
            <p:cNvSpPr/>
            <p:nvPr/>
          </p:nvSpPr>
          <p:spPr>
            <a:xfrm>
              <a:off x="7259288" y="4238244"/>
              <a:ext cx="666750" cy="1444180"/>
            </a:xfrm>
            <a:prstGeom prst="rect">
              <a:avLst/>
            </a:prstGeom>
            <a:solidFill>
              <a:srgbClr val="9AE992"/>
            </a:solidFill>
            <a:ln>
              <a:noFill/>
            </a:ln>
          </p:spPr>
        </p:sp>
      </p:grpSp>
      <p:grpSp>
        <p:nvGrpSpPr>
          <p:cNvPr id="107" name="Group 107"/>
          <p:cNvGrpSpPr/>
          <p:nvPr/>
        </p:nvGrpSpPr>
        <p:grpSpPr>
          <a:xfrm>
            <a:off x="6907149" y="4657154"/>
            <a:ext cx="1366266" cy="363093"/>
            <a:chOff x="6907149" y="4657154"/>
            <a:chExt cx="1366266" cy="363093"/>
          </a:xfrm>
        </p:grpSpPr>
        <p:sp>
          <p:nvSpPr>
            <p:cNvPr id="105" name="Rectangle 105"/>
            <p:cNvSpPr/>
            <p:nvPr/>
          </p:nvSpPr>
          <p:spPr>
            <a:xfrm>
              <a:off x="6907149" y="4657154"/>
              <a:ext cx="1366266" cy="363093"/>
            </a:xfrm>
            <a:prstGeom prst="rect">
              <a:avLst/>
            </a:prstGeom>
            <a:solidFill>
              <a:srgbClr val="9AE992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983349" y="4702874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6907149" y="4930712"/>
            <a:ext cx="1366266" cy="363093"/>
            <a:chOff x="6907149" y="4930712"/>
            <a:chExt cx="1366266" cy="363093"/>
          </a:xfrm>
        </p:grpSpPr>
        <p:sp>
          <p:nvSpPr>
            <p:cNvPr id="108" name="Rectangle 108"/>
            <p:cNvSpPr/>
            <p:nvPr/>
          </p:nvSpPr>
          <p:spPr>
            <a:xfrm>
              <a:off x="6907149" y="4930712"/>
              <a:ext cx="1366266" cy="363093"/>
            </a:xfrm>
            <a:prstGeom prst="rect">
              <a:avLst/>
            </a:prstGeom>
            <a:solidFill>
              <a:srgbClr val="9AE992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983349" y="4976431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3418713" y="4626959"/>
            <a:ext cx="1438084" cy="666750"/>
            <a:chOff x="3418713" y="4626959"/>
            <a:chExt cx="1438084" cy="666750"/>
          </a:xfrm>
        </p:grpSpPr>
        <p:sp>
          <p:nvSpPr>
            <p:cNvPr id="111" name="Rectangle 111"/>
            <p:cNvSpPr/>
            <p:nvPr/>
          </p:nvSpPr>
          <p:spPr>
            <a:xfrm>
              <a:off x="3418713" y="4626959"/>
              <a:ext cx="1438084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15" name="Group 115"/>
          <p:cNvGrpSpPr/>
          <p:nvPr/>
        </p:nvGrpSpPr>
        <p:grpSpPr>
          <a:xfrm>
            <a:off x="3462718" y="4657154"/>
            <a:ext cx="1366266" cy="363093"/>
            <a:chOff x="3462718" y="4657154"/>
            <a:chExt cx="1366266" cy="363093"/>
          </a:xfrm>
        </p:grpSpPr>
        <p:sp>
          <p:nvSpPr>
            <p:cNvPr id="113" name="Rectangle 113"/>
            <p:cNvSpPr/>
            <p:nvPr/>
          </p:nvSpPr>
          <p:spPr>
            <a:xfrm>
              <a:off x="3462718" y="4657154"/>
              <a:ext cx="1366266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3538918" y="4702874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3462718" y="4930712"/>
            <a:ext cx="1366266" cy="363093"/>
            <a:chOff x="3462718" y="4930712"/>
            <a:chExt cx="1366266" cy="363093"/>
          </a:xfrm>
        </p:grpSpPr>
        <p:sp>
          <p:nvSpPr>
            <p:cNvPr id="116" name="Rectangle 116"/>
            <p:cNvSpPr/>
            <p:nvPr/>
          </p:nvSpPr>
          <p:spPr>
            <a:xfrm>
              <a:off x="3462718" y="4930712"/>
              <a:ext cx="1366266" cy="36309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3538918" y="4976431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119" name="Rectangle 119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0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100"/>
                            </p:stCondLst>
                            <p:childTnLst>
                              <p:par>
                                <p:cTn id="1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23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79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8800"/>
                            </p:stCondLst>
                            <p:childTnLst>
                              <p:par>
                                <p:cTn id="1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5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9700"/>
                            </p:stCondLst>
                            <p:childTnLst>
                              <p:par>
                                <p:cTn id="1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39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6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1500"/>
                            </p:stCondLst>
                            <p:childTnLst>
                              <p:par>
                                <p:cTn id="1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2400"/>
                            </p:stCondLst>
                            <p:childTnLst>
                              <p:par>
                                <p:cTn id="1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1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3300"/>
                            </p:stCondLst>
                            <p:childTnLst>
                              <p:par>
                                <p:cTn id="1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5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34200"/>
                            </p:stCondLst>
                            <p:childTnLst>
                              <p:par>
                                <p:cTn id="1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5100"/>
                            </p:stCondLst>
                            <p:childTnLst>
                              <p:par>
                                <p:cTn id="1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36000"/>
                            </p:stCondLst>
                            <p:childTnLst>
                              <p:par>
                                <p:cTn id="1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7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6" grpId="0"/>
      <p:bldP spid="19" grpId="0"/>
      <p:bldP spid="21" grpId="0"/>
      <p:bldP spid="24" grpId="0"/>
      <p:bldP spid="26" grpId="0"/>
      <p:bldP spid="29" grpId="0"/>
      <p:bldP spid="31" grpId="0"/>
      <p:bldP spid="34" grpId="0"/>
      <p:bldP spid="37" grpId="0"/>
      <p:bldP spid="39" grpId="0"/>
      <p:bldP spid="42" grpId="0"/>
      <p:bldP spid="44" grpId="0"/>
      <p:bldP spid="47" grpId="0"/>
      <p:bldP spid="50" grpId="0"/>
      <p:bldP spid="53" grpId="0"/>
      <p:bldP spid="56" grpId="0"/>
      <p:bldP spid="59" grpId="0"/>
      <p:bldP spid="62" grpId="0"/>
      <p:bldP spid="65" grpId="0"/>
      <p:bldP spid="67" grpId="0"/>
      <p:bldP spid="70" grpId="0"/>
      <p:bldP spid="73" grpId="0"/>
      <p:bldP spid="76" grpId="0"/>
      <p:bldP spid="78" grpId="0"/>
      <p:bldP spid="81" grpId="0"/>
      <p:bldP spid="92" grpId="0"/>
      <p:bldP spid="94" grpId="0"/>
      <p:bldP spid="99" grpId="0"/>
      <p:bldP spid="102" grpId="0"/>
      <p:bldP spid="104" grpId="0"/>
      <p:bldP spid="107" grpId="0"/>
      <p:bldP spid="110" grpId="0"/>
      <p:bldP spid="112" grpId="0"/>
      <p:bldP spid="115" grpId="0"/>
      <p:bldP spid="118" grpId="0"/>
      <p:bldP spid="1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3" name="Rectangle 3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66275" y="719609"/>
              <a:ext cx="1580491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Connector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6" name="Rectangle 6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-967264" y="1659446"/>
              <a:ext cx="478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Tittle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48859" y="1766792"/>
            <a:ext cx="1" cy="1623346"/>
            <a:chOff x="5348859" y="1766792"/>
            <a:chExt cx="1" cy="1623346"/>
          </a:xfrm>
        </p:grpSpPr>
        <p:sp>
          <p:nvSpPr>
            <p:cNvPr id="9" name="Line 9"/>
            <p:cNvSpPr/>
            <p:nvPr/>
          </p:nvSpPr>
          <p:spPr>
            <a:xfrm>
              <a:off x="5348859" y="1766792"/>
              <a:ext cx="1" cy="1623346"/>
            </a:xfrm>
            <a:prstGeom prst="line">
              <a:avLst/>
            </a:prstGeom>
            <a:noFill/>
            <a:ln w="19050" cap="flat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2566892" y="1872044"/>
            <a:ext cx="2269141" cy="9525"/>
            <a:chOff x="2566892" y="1872044"/>
            <a:chExt cx="2269141" cy="9525"/>
          </a:xfrm>
        </p:grpSpPr>
        <p:sp>
          <p:nvSpPr>
            <p:cNvPr id="11" name="Line 11"/>
            <p:cNvSpPr/>
            <p:nvPr/>
          </p:nvSpPr>
          <p:spPr>
            <a:xfrm>
              <a:off x="2566892" y="1872044"/>
              <a:ext cx="2269141" cy="9525"/>
            </a:xfrm>
            <a:custGeom>
              <a:avLst/>
              <a:gdLst/>
              <a:ahLst/>
              <a:cxnLst/>
              <a:rect l="l" t="t" r="r" b="b"/>
              <a:pathLst>
                <a:path w="2269141" h="9525">
                  <a:moveTo>
                    <a:pt x="0" y="0"/>
                  </a:moveTo>
                  <a:lnTo>
                    <a:pt x="2269141" y="0"/>
                  </a:lnTo>
                </a:path>
              </a:pathLst>
            </a:custGeom>
            <a:noFill/>
            <a:ln w="19050" cap="flat">
              <a:solidFill>
                <a:srgbClr val="3BBB8E"/>
              </a:solidFill>
              <a:prstDash val="dash"/>
              <a:miter lim="800000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566892" y="2578418"/>
            <a:ext cx="2269141" cy="1"/>
            <a:chOff x="2566892" y="2578418"/>
            <a:chExt cx="2269141" cy="1"/>
          </a:xfrm>
        </p:grpSpPr>
        <p:sp>
          <p:nvSpPr>
            <p:cNvPr id="13" name="Line 13"/>
            <p:cNvSpPr/>
            <p:nvPr/>
          </p:nvSpPr>
          <p:spPr>
            <a:xfrm>
              <a:off x="2566892" y="2578418"/>
              <a:ext cx="2269141" cy="1"/>
            </a:xfrm>
            <a:prstGeom prst="line">
              <a:avLst/>
            </a:prstGeom>
            <a:noFill/>
            <a:ln w="19050" cap="flat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566892" y="3284792"/>
            <a:ext cx="2269141" cy="1"/>
            <a:chOff x="2566892" y="3284792"/>
            <a:chExt cx="2269141" cy="1"/>
          </a:xfrm>
        </p:grpSpPr>
        <p:sp>
          <p:nvSpPr>
            <p:cNvPr id="15" name="Line 15"/>
            <p:cNvSpPr/>
            <p:nvPr/>
          </p:nvSpPr>
          <p:spPr>
            <a:xfrm>
              <a:off x="2566892" y="3284792"/>
              <a:ext cx="2269141" cy="1"/>
            </a:xfrm>
            <a:prstGeom prst="line">
              <a:avLst/>
            </a:prstGeom>
            <a:noFill/>
            <a:ln w="19050" cap="flat">
              <a:solidFill>
                <a:srgbClr val="00AA64"/>
              </a:solidFill>
              <a:prstDash val="dash"/>
              <a:miter lim="800000"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348859" y="4134993"/>
            <a:ext cx="1" cy="1623250"/>
            <a:chOff x="5348859" y="4134993"/>
            <a:chExt cx="1" cy="1623250"/>
          </a:xfrm>
        </p:grpSpPr>
        <p:sp>
          <p:nvSpPr>
            <p:cNvPr id="17" name="Line 17"/>
            <p:cNvSpPr/>
            <p:nvPr/>
          </p:nvSpPr>
          <p:spPr>
            <a:xfrm>
              <a:off x="5348859" y="4134993"/>
              <a:ext cx="1" cy="1623250"/>
            </a:xfrm>
            <a:prstGeom prst="line">
              <a:avLst/>
            </a:prstGeom>
            <a:noFill/>
            <a:ln w="19050" cap="flat">
              <a:solidFill>
                <a:srgbClr val="AFABAB"/>
              </a:solidFill>
              <a:miter lim="800000"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2566892" y="4240244"/>
            <a:ext cx="2269141" cy="9525"/>
            <a:chOff x="2566892" y="4240244"/>
            <a:chExt cx="2269141" cy="9525"/>
          </a:xfrm>
        </p:grpSpPr>
        <p:sp>
          <p:nvSpPr>
            <p:cNvPr id="19" name="Line 19"/>
            <p:cNvSpPr/>
            <p:nvPr/>
          </p:nvSpPr>
          <p:spPr>
            <a:xfrm>
              <a:off x="2566892" y="4240244"/>
              <a:ext cx="2269141" cy="9525"/>
            </a:xfrm>
            <a:custGeom>
              <a:avLst/>
              <a:gdLst/>
              <a:ahLst/>
              <a:cxnLst/>
              <a:rect l="l" t="t" r="r" b="b"/>
              <a:pathLst>
                <a:path w="2269141" h="9525">
                  <a:moveTo>
                    <a:pt x="0" y="0"/>
                  </a:moveTo>
                  <a:lnTo>
                    <a:pt x="2269141" y="0"/>
                  </a:lnTo>
                </a:path>
              </a:pathLst>
            </a:custGeom>
            <a:noFill/>
            <a:ln w="19050" cap="flat">
              <a:solidFill>
                <a:srgbClr val="D9D9D9"/>
              </a:solidFill>
              <a:miter lim="800000"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2566892" y="5652992"/>
            <a:ext cx="2269141" cy="1"/>
            <a:chOff x="2566892" y="5652992"/>
            <a:chExt cx="2269141" cy="1"/>
          </a:xfrm>
        </p:grpSpPr>
        <p:sp>
          <p:nvSpPr>
            <p:cNvPr id="21" name="Line 21"/>
            <p:cNvSpPr/>
            <p:nvPr/>
          </p:nvSpPr>
          <p:spPr>
            <a:xfrm>
              <a:off x="2566892" y="5652992"/>
              <a:ext cx="2269141" cy="1"/>
            </a:xfrm>
            <a:prstGeom prst="line">
              <a:avLst/>
            </a:prstGeom>
            <a:noFill/>
            <a:ln w="19050" cap="flat">
              <a:solidFill>
                <a:srgbClr val="D9D9D9"/>
              </a:solidFill>
              <a:miter lim="800000"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2566892" y="4946618"/>
            <a:ext cx="2269141" cy="1"/>
            <a:chOff x="2566892" y="4946618"/>
            <a:chExt cx="2269141" cy="1"/>
          </a:xfrm>
        </p:grpSpPr>
        <p:sp>
          <p:nvSpPr>
            <p:cNvPr id="23" name="Line 23"/>
            <p:cNvSpPr/>
            <p:nvPr/>
          </p:nvSpPr>
          <p:spPr>
            <a:xfrm>
              <a:off x="2566892" y="4946618"/>
              <a:ext cx="2269141" cy="1"/>
            </a:xfrm>
            <a:prstGeom prst="line">
              <a:avLst/>
            </a:prstGeom>
            <a:noFill/>
            <a:ln w="19050" cap="flat">
              <a:solidFill>
                <a:srgbClr val="D9D9D9"/>
              </a:solidFill>
              <a:miter lim="800000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9176766" y="4355973"/>
            <a:ext cx="314896" cy="572"/>
            <a:chOff x="9176766" y="4355973"/>
            <a:chExt cx="314896" cy="572"/>
          </a:xfrm>
        </p:grpSpPr>
        <p:sp>
          <p:nvSpPr>
            <p:cNvPr id="25" name="Line 25"/>
            <p:cNvSpPr/>
            <p:nvPr/>
          </p:nvSpPr>
          <p:spPr>
            <a:xfrm>
              <a:off x="9176766" y="4355973"/>
              <a:ext cx="314896" cy="572"/>
            </a:xfrm>
            <a:prstGeom prst="line">
              <a:avLst/>
            </a:prstGeom>
            <a:noFill/>
            <a:ln w="19050" cap="flat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686068" y="4355973"/>
            <a:ext cx="314897" cy="9525"/>
            <a:chOff x="9686068" y="4355973"/>
            <a:chExt cx="314897" cy="9525"/>
          </a:xfrm>
        </p:grpSpPr>
        <p:sp>
          <p:nvSpPr>
            <p:cNvPr id="27" name="Line 27"/>
            <p:cNvSpPr/>
            <p:nvPr/>
          </p:nvSpPr>
          <p:spPr>
            <a:xfrm>
              <a:off x="9686068" y="4355973"/>
              <a:ext cx="314897" cy="9525"/>
            </a:xfrm>
            <a:custGeom>
              <a:avLst/>
              <a:gdLst/>
              <a:ahLst/>
              <a:cxnLst/>
              <a:rect l="l" t="t" r="r" b="b"/>
              <a:pathLst>
                <a:path w="314897" h="9525">
                  <a:moveTo>
                    <a:pt x="314897" y="0"/>
                  </a:moveTo>
                  <a:lnTo>
                    <a:pt x="0" y="572"/>
                  </a:lnTo>
                </a:path>
              </a:pathLst>
            </a:custGeom>
            <a:noFill/>
            <a:ln w="19050" cap="flat">
              <a:solidFill>
                <a:srgbClr val="AFABAB"/>
              </a:solidFill>
              <a:prstDash val="dash"/>
              <a:round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6559106" y="1766792"/>
            <a:ext cx="1776603" cy="9525"/>
            <a:chOff x="6559106" y="1766792"/>
            <a:chExt cx="1776603" cy="9525"/>
          </a:xfrm>
        </p:grpSpPr>
        <p:sp>
          <p:nvSpPr>
            <p:cNvPr id="29" name="Line 29"/>
            <p:cNvSpPr/>
            <p:nvPr/>
          </p:nvSpPr>
          <p:spPr>
            <a:xfrm>
              <a:off x="6559106" y="1766792"/>
              <a:ext cx="1776603" cy="9525"/>
            </a:xfrm>
            <a:custGeom>
              <a:avLst/>
              <a:gdLst/>
              <a:ahLst/>
              <a:cxnLst/>
              <a:rect l="l" t="t" r="r" b="b"/>
              <a:pathLst>
                <a:path w="1776603" h="9525">
                  <a:moveTo>
                    <a:pt x="0" y="0"/>
                  </a:moveTo>
                  <a:lnTo>
                    <a:pt x="1776603" y="0"/>
                  </a:lnTo>
                </a:path>
              </a:pathLst>
            </a:custGeom>
            <a:noFill/>
            <a:ln w="19050" cap="flat">
              <a:solidFill>
                <a:srgbClr val="9AE992"/>
              </a:solidFill>
              <a:prstDash val="dash"/>
              <a:miter lim="800000"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605302" y="5376196"/>
            <a:ext cx="821722" cy="407098"/>
            <a:chOff x="6605302" y="5376196"/>
            <a:chExt cx="821722" cy="407098"/>
          </a:xfrm>
        </p:grpSpPr>
        <p:sp>
          <p:nvSpPr>
            <p:cNvPr id="31" name="Rectangle 31"/>
            <p:cNvSpPr/>
            <p:nvPr/>
          </p:nvSpPr>
          <p:spPr>
            <a:xfrm>
              <a:off x="6605302" y="5376196"/>
              <a:ext cx="821722" cy="407098"/>
            </a:xfrm>
            <a:prstGeom prst="rect">
              <a:avLst/>
            </a:prstGeom>
            <a:solidFill>
              <a:srgbClr val="4472C4"/>
            </a:solidFill>
            <a:ln w="19050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8929878" y="4044791"/>
            <a:ext cx="252127" cy="625697"/>
            <a:chOff x="8929878" y="4044791"/>
            <a:chExt cx="252127" cy="625697"/>
          </a:xfrm>
        </p:grpSpPr>
        <p:sp>
          <p:nvSpPr>
            <p:cNvPr id="33" name="Rectangle 33"/>
            <p:cNvSpPr/>
            <p:nvPr/>
          </p:nvSpPr>
          <p:spPr>
            <a:xfrm>
              <a:off x="8929878" y="4044791"/>
              <a:ext cx="252127" cy="625697"/>
            </a:xfrm>
            <a:prstGeom prst="rect">
              <a:avLst/>
            </a:prstGeom>
            <a:solidFill>
              <a:srgbClr val="4472C4"/>
            </a:solidFill>
            <a:ln w="19050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941880" y="1766792"/>
            <a:ext cx="561689" cy="625697"/>
            <a:chOff x="8941880" y="1766792"/>
            <a:chExt cx="561689" cy="625697"/>
          </a:xfrm>
        </p:grpSpPr>
        <p:sp>
          <p:nvSpPr>
            <p:cNvPr id="35" name="Line 35"/>
            <p:cNvSpPr/>
            <p:nvPr/>
          </p:nvSpPr>
          <p:spPr>
            <a:xfrm>
              <a:off x="8941880" y="2078546"/>
              <a:ext cx="561689" cy="1"/>
            </a:xfrm>
            <a:prstGeom prst="line">
              <a:avLst/>
            </a:prstGeom>
            <a:noFill/>
            <a:ln w="19050" cap="sq">
              <a:solidFill>
                <a:srgbClr val="AFABAB"/>
              </a:solidFill>
              <a:prstDash val="dash"/>
              <a:miter lim="800000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941880" y="1766792"/>
              <a:ext cx="252127" cy="625697"/>
            </a:xfrm>
            <a:prstGeom prst="rect">
              <a:avLst/>
            </a:prstGeom>
            <a:solidFill>
              <a:srgbClr val="4472C4"/>
            </a:solidFill>
            <a:ln w="19050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9691211" y="2078546"/>
            <a:ext cx="561785" cy="9525"/>
            <a:chOff x="9691211" y="2078546"/>
            <a:chExt cx="561785" cy="9525"/>
          </a:xfrm>
        </p:grpSpPr>
        <p:sp>
          <p:nvSpPr>
            <p:cNvPr id="38" name="Line 38"/>
            <p:cNvSpPr/>
            <p:nvPr/>
          </p:nvSpPr>
          <p:spPr>
            <a:xfrm>
              <a:off x="9691211" y="2078546"/>
              <a:ext cx="561785" cy="9525"/>
            </a:xfrm>
            <a:custGeom>
              <a:avLst/>
              <a:gdLst/>
              <a:ahLst/>
              <a:cxnLst/>
              <a:rect l="l" t="t" r="r" b="b"/>
              <a:pathLst>
                <a:path w="561785" h="9525">
                  <a:moveTo>
                    <a:pt x="561785" y="0"/>
                  </a:move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AFABAB"/>
              </a:solidFill>
              <a:prstDash val="dash"/>
              <a:round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5009876" y="-2820638"/>
            <a:ext cx="6999066" cy="18512695"/>
            <a:chOff x="15009876" y="-2820638"/>
            <a:chExt cx="6999066" cy="18512695"/>
          </a:xfrm>
        </p:grpSpPr>
        <p:sp>
          <p:nvSpPr>
            <p:cNvPr id="40" name="Line 40"/>
            <p:cNvSpPr/>
            <p:nvPr/>
          </p:nvSpPr>
          <p:spPr>
            <a:xfrm>
              <a:off x="21447157" y="15692056"/>
              <a:ext cx="561785" cy="1"/>
            </a:xfrm>
            <a:prstGeom prst="line">
              <a:avLst/>
            </a:prstGeom>
            <a:noFill/>
            <a:ln w="19050" cap="flat">
              <a:solidFill>
                <a:srgbClr val="AFABAB"/>
              </a:solidFill>
              <a:prstDash val="dash"/>
              <a:miter lim="800000"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5009876" y="-2820638"/>
              <a:ext cx="252127" cy="625697"/>
            </a:xfrm>
            <a:prstGeom prst="rect">
              <a:avLst/>
            </a:prstGeom>
            <a:solidFill>
              <a:srgbClr val="4472C4"/>
            </a:solidFill>
            <a:ln w="19050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22817995" y="16377476"/>
            <a:ext cx="561784" cy="9525"/>
            <a:chOff x="22817995" y="16377476"/>
            <a:chExt cx="561784" cy="9525"/>
          </a:xfrm>
        </p:grpSpPr>
        <p:sp>
          <p:nvSpPr>
            <p:cNvPr id="43" name="Line 43"/>
            <p:cNvSpPr/>
            <p:nvPr/>
          </p:nvSpPr>
          <p:spPr>
            <a:xfrm>
              <a:off x="22817995" y="16377476"/>
              <a:ext cx="561784" cy="9525"/>
            </a:xfrm>
            <a:custGeom>
              <a:avLst/>
              <a:gdLst/>
              <a:ahLst/>
              <a:cxnLst/>
              <a:rect l="l" t="t" r="r" b="b"/>
              <a:pathLst>
                <a:path w="561784" h="9525">
                  <a:moveTo>
                    <a:pt x="0" y="0"/>
                  </a:moveTo>
                  <a:lnTo>
                    <a:pt x="561784" y="0"/>
                  </a:lnTo>
                </a:path>
              </a:pathLst>
            </a:custGeom>
            <a:noFill/>
            <a:ln w="19050" cap="flat">
              <a:solidFill>
                <a:srgbClr val="AFABAB"/>
              </a:solidFill>
              <a:prstDash val="dash"/>
              <a:round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9085231" y="5034820"/>
            <a:ext cx="314896" cy="625697"/>
            <a:chOff x="9085231" y="5034820"/>
            <a:chExt cx="314896" cy="625697"/>
          </a:xfrm>
        </p:grpSpPr>
        <p:sp>
          <p:nvSpPr>
            <p:cNvPr id="45" name="Line 45"/>
            <p:cNvSpPr/>
            <p:nvPr/>
          </p:nvSpPr>
          <p:spPr>
            <a:xfrm>
              <a:off x="9085231" y="5625656"/>
              <a:ext cx="314896" cy="571"/>
            </a:xfrm>
            <a:prstGeom prst="line">
              <a:avLst/>
            </a:prstGeom>
            <a:noFill/>
            <a:ln w="19050" cap="flat">
              <a:solidFill>
                <a:srgbClr val="AFABAB"/>
              </a:solidFill>
              <a:prstDash val="dash"/>
              <a:miter lim="800000"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16663" y="5034820"/>
              <a:ext cx="252127" cy="625697"/>
            </a:xfrm>
            <a:prstGeom prst="rect">
              <a:avLst/>
            </a:prstGeom>
            <a:solidFill>
              <a:srgbClr val="4472C4"/>
            </a:solidFill>
            <a:ln w="19050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4086618" y="1066705"/>
            <a:ext cx="11313891" cy="19623786"/>
            <a:chOff x="14086618" y="1066705"/>
            <a:chExt cx="11313891" cy="19623786"/>
          </a:xfrm>
        </p:grpSpPr>
        <p:sp>
          <p:nvSpPr>
            <p:cNvPr id="48" name="Line 48"/>
            <p:cNvSpPr/>
            <p:nvPr/>
          </p:nvSpPr>
          <p:spPr>
            <a:xfrm>
              <a:off x="25085612" y="20680966"/>
              <a:ext cx="314897" cy="9525"/>
            </a:xfrm>
            <a:custGeom>
              <a:avLst/>
              <a:gdLst/>
              <a:ahLst/>
              <a:cxnLst/>
              <a:rect l="l" t="t" r="r" b="b"/>
              <a:pathLst>
                <a:path w="314897" h="9525">
                  <a:moveTo>
                    <a:pt x="0" y="0"/>
                  </a:moveTo>
                  <a:lnTo>
                    <a:pt x="314897" y="667"/>
                  </a:lnTo>
                </a:path>
              </a:pathLst>
            </a:custGeom>
            <a:noFill/>
            <a:ln w="19050" cap="flat">
              <a:solidFill>
                <a:srgbClr val="AFABAB"/>
              </a:solidFill>
              <a:prstDash val="dash"/>
              <a:round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4086618" y="1066705"/>
              <a:ext cx="252127" cy="625697"/>
            </a:xfrm>
            <a:prstGeom prst="rect">
              <a:avLst/>
            </a:prstGeom>
            <a:solidFill>
              <a:srgbClr val="4472C4"/>
            </a:solidFill>
            <a:ln w="19050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7449884" y="3123628"/>
            <a:ext cx="1" cy="1383316"/>
            <a:chOff x="7449884" y="3123628"/>
            <a:chExt cx="1" cy="1383316"/>
          </a:xfrm>
        </p:grpSpPr>
        <p:sp>
          <p:nvSpPr>
            <p:cNvPr id="51" name="Line 51"/>
            <p:cNvSpPr/>
            <p:nvPr/>
          </p:nvSpPr>
          <p:spPr>
            <a:xfrm>
              <a:off x="7449884" y="3123628"/>
              <a:ext cx="1" cy="1383316"/>
            </a:xfrm>
            <a:prstGeom prst="line">
              <a:avLst/>
            </a:prstGeom>
            <a:noFill/>
            <a:ln w="19050" cap="flat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6560344" y="3129248"/>
            <a:ext cx="459581" cy="457105"/>
            <a:chOff x="6560344" y="3129248"/>
            <a:chExt cx="459581" cy="457105"/>
          </a:xfrm>
        </p:grpSpPr>
        <p:sp>
          <p:nvSpPr>
            <p:cNvPr id="53" name="Freeform 53"/>
            <p:cNvSpPr/>
            <p:nvPr/>
          </p:nvSpPr>
          <p:spPr>
            <a:xfrm>
              <a:off x="6560344" y="3129248"/>
              <a:ext cx="459581" cy="457105"/>
            </a:xfrm>
            <a:custGeom>
              <a:avLst/>
              <a:gdLst/>
              <a:ahLst/>
              <a:cxnLst/>
              <a:rect l="l" t="t" r="r" b="b"/>
              <a:pathLst>
                <a:path w="459581" h="457105">
                  <a:moveTo>
                    <a:pt x="459581" y="0"/>
                  </a:moveTo>
                  <a:lnTo>
                    <a:pt x="459581" y="457105"/>
                  </a:lnTo>
                  <a:lnTo>
                    <a:pt x="0" y="456914"/>
                  </a:lnTo>
                </a:path>
              </a:pathLst>
            </a:custGeom>
            <a:noFill/>
            <a:ln w="19050" cap="flat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56" name="Group 56"/>
          <p:cNvGrpSpPr/>
          <p:nvPr/>
        </p:nvGrpSpPr>
        <p:grpSpPr>
          <a:xfrm rot="5400000">
            <a:off x="7878556" y="3124819"/>
            <a:ext cx="459486" cy="457105"/>
            <a:chOff x="7878604" y="3124867"/>
            <a:chExt cx="459486" cy="457105"/>
          </a:xfrm>
        </p:grpSpPr>
        <p:sp>
          <p:nvSpPr>
            <p:cNvPr id="55" name="Freeform 55"/>
            <p:cNvSpPr/>
            <p:nvPr/>
          </p:nvSpPr>
          <p:spPr>
            <a:xfrm>
              <a:off x="7878604" y="3124867"/>
              <a:ext cx="459486" cy="457105"/>
            </a:xfrm>
            <a:custGeom>
              <a:avLst/>
              <a:gdLst/>
              <a:ahLst/>
              <a:cxnLst/>
              <a:rect l="l" t="t" r="r" b="b"/>
              <a:pathLst>
                <a:path w="459486" h="457105">
                  <a:moveTo>
                    <a:pt x="459486" y="0"/>
                  </a:moveTo>
                  <a:lnTo>
                    <a:pt x="459486" y="457105"/>
                  </a:lnTo>
                  <a:lnTo>
                    <a:pt x="0" y="456914"/>
                  </a:lnTo>
                </a:path>
              </a:pathLst>
            </a:custGeom>
            <a:noFill/>
            <a:ln w="19050" cap="flat">
              <a:solidFill>
                <a:srgbClr val="AFABAB"/>
              </a:solidFill>
              <a:prstDash val="dash"/>
              <a:round/>
            </a:ln>
          </p:spPr>
        </p:sp>
      </p:grpSp>
      <p:grpSp>
        <p:nvGrpSpPr>
          <p:cNvPr id="58" name="Group 58"/>
          <p:cNvGrpSpPr/>
          <p:nvPr/>
        </p:nvGrpSpPr>
        <p:grpSpPr>
          <a:xfrm rot="-5400000">
            <a:off x="6560867" y="4048649"/>
            <a:ext cx="459486" cy="457105"/>
            <a:chOff x="6560915" y="4048601"/>
            <a:chExt cx="459486" cy="457105"/>
          </a:xfrm>
        </p:grpSpPr>
        <p:sp>
          <p:nvSpPr>
            <p:cNvPr id="57" name="Freeform 57"/>
            <p:cNvSpPr/>
            <p:nvPr/>
          </p:nvSpPr>
          <p:spPr>
            <a:xfrm>
              <a:off x="6560915" y="4048601"/>
              <a:ext cx="459486" cy="457105"/>
            </a:xfrm>
            <a:custGeom>
              <a:avLst/>
              <a:gdLst/>
              <a:ahLst/>
              <a:cxnLst/>
              <a:rect l="l" t="t" r="r" b="b"/>
              <a:pathLst>
                <a:path w="459486" h="457105">
                  <a:moveTo>
                    <a:pt x="459486" y="0"/>
                  </a:moveTo>
                  <a:lnTo>
                    <a:pt x="459486" y="457105"/>
                  </a:lnTo>
                  <a:lnTo>
                    <a:pt x="0" y="456914"/>
                  </a:lnTo>
                </a:path>
              </a:pathLst>
            </a:custGeom>
            <a:noFill/>
            <a:ln w="19050" cap="flat">
              <a:solidFill>
                <a:srgbClr val="AFABAB"/>
              </a:solidFill>
              <a:prstDash val="dash"/>
              <a:miter lim="800000"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7879175" y="4049840"/>
            <a:ext cx="459486" cy="457105"/>
            <a:chOff x="7879175" y="4049840"/>
            <a:chExt cx="459486" cy="457105"/>
          </a:xfrm>
        </p:grpSpPr>
        <p:sp>
          <p:nvSpPr>
            <p:cNvPr id="59" name="Freeform 59"/>
            <p:cNvSpPr/>
            <p:nvPr/>
          </p:nvSpPr>
          <p:spPr>
            <a:xfrm>
              <a:off x="7879175" y="4049840"/>
              <a:ext cx="459486" cy="457105"/>
            </a:xfrm>
            <a:custGeom>
              <a:avLst/>
              <a:gdLst/>
              <a:ahLst/>
              <a:cxnLst/>
              <a:rect l="l" t="t" r="r" b="b"/>
              <a:pathLst>
                <a:path w="459486" h="457105">
                  <a:moveTo>
                    <a:pt x="459486" y="0"/>
                  </a:moveTo>
                  <a:lnTo>
                    <a:pt x="459486" y="457105"/>
                  </a:lnTo>
                  <a:lnTo>
                    <a:pt x="0" y="456914"/>
                  </a:lnTo>
                </a:path>
              </a:pathLst>
            </a:custGeom>
            <a:noFill/>
            <a:ln w="19050" cap="flat">
              <a:solidFill>
                <a:srgbClr val="AFABAB"/>
              </a:solidFill>
              <a:prstDash val="dash"/>
              <a:round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6560344" y="2077498"/>
            <a:ext cx="1776603" cy="1"/>
            <a:chOff x="6560344" y="2077498"/>
            <a:chExt cx="1776603" cy="1"/>
          </a:xfrm>
        </p:grpSpPr>
        <p:sp>
          <p:nvSpPr>
            <p:cNvPr id="61" name="Line 61"/>
            <p:cNvSpPr/>
            <p:nvPr/>
          </p:nvSpPr>
          <p:spPr>
            <a:xfrm>
              <a:off x="6560344" y="2077498"/>
              <a:ext cx="1776603" cy="1"/>
            </a:xfrm>
            <a:prstGeom prst="line">
              <a:avLst/>
            </a:prstGeom>
            <a:noFill/>
            <a:ln w="19050" cap="flat">
              <a:solidFill>
                <a:srgbClr val="3BBB8E"/>
              </a:solidFill>
              <a:prstDash val="dash"/>
              <a:miter lim="800000"/>
              <a:tailEnd type="oval" w="lg" len="lg"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6560344" y="2397442"/>
            <a:ext cx="1776603" cy="1"/>
            <a:chOff x="6560344" y="2397442"/>
            <a:chExt cx="1776603" cy="1"/>
          </a:xfrm>
        </p:grpSpPr>
        <p:sp>
          <p:nvSpPr>
            <p:cNvPr id="63" name="Line 63"/>
            <p:cNvSpPr/>
            <p:nvPr/>
          </p:nvSpPr>
          <p:spPr>
            <a:xfrm>
              <a:off x="6560344" y="2397442"/>
              <a:ext cx="1776603" cy="1"/>
            </a:xfrm>
            <a:prstGeom prst="line">
              <a:avLst/>
            </a:prstGeom>
            <a:noFill/>
            <a:ln w="19050" cap="flat">
              <a:solidFill>
                <a:srgbClr val="009056"/>
              </a:solidFill>
              <a:prstDash val="dash"/>
              <a:miter lim="800000"/>
              <a:headEnd type="oval" w="lg" len="lg"/>
              <a:tailEnd type="oval" w="lg" len="lg"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3145822" y="1741742"/>
            <a:ext cx="1111377" cy="260604"/>
            <a:chOff x="3145822" y="1741742"/>
            <a:chExt cx="1111377" cy="260604"/>
          </a:xfrm>
        </p:grpSpPr>
        <p:sp>
          <p:nvSpPr>
            <p:cNvPr id="65" name="Rectangle 65"/>
            <p:cNvSpPr/>
            <p:nvPr/>
          </p:nvSpPr>
          <p:spPr>
            <a:xfrm>
              <a:off x="3145822" y="1741742"/>
              <a:ext cx="1111377" cy="260604"/>
            </a:xfrm>
            <a:prstGeom prst="roundRect">
              <a:avLst>
                <a:gd name="adj" fmla="val 16667"/>
              </a:avLst>
            </a:prstGeom>
            <a:solidFill>
              <a:srgbClr val="3BBB8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432179" y="1795934"/>
              <a:ext cx="538663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content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145822" y="2441162"/>
            <a:ext cx="1111377" cy="260604"/>
            <a:chOff x="3145822" y="2441162"/>
            <a:chExt cx="1111377" cy="260604"/>
          </a:xfrm>
        </p:grpSpPr>
        <p:sp>
          <p:nvSpPr>
            <p:cNvPr id="68" name="Rectangle 68"/>
            <p:cNvSpPr/>
            <p:nvPr/>
          </p:nvSpPr>
          <p:spPr>
            <a:xfrm>
              <a:off x="3145822" y="2441162"/>
              <a:ext cx="1111377" cy="260604"/>
            </a:xfrm>
            <a:prstGeom prst="roundRect">
              <a:avLst>
                <a:gd name="adj" fmla="val 16667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432179" y="2495259"/>
              <a:ext cx="538663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808080"/>
                  </a:solidFill>
                  <a:latin typeface="Segoe UI"/>
                  <a:ea typeface="Microsoft YaHei"/>
                  <a:cs typeface="Segoe UI"/>
                </a:rPr>
                <a:t>content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145822" y="3139821"/>
            <a:ext cx="1111377" cy="260604"/>
            <a:chOff x="3145822" y="3139821"/>
            <a:chExt cx="1111377" cy="260604"/>
          </a:xfrm>
        </p:grpSpPr>
        <p:sp>
          <p:nvSpPr>
            <p:cNvPr id="71" name="Rectangle 71"/>
            <p:cNvSpPr/>
            <p:nvPr/>
          </p:nvSpPr>
          <p:spPr>
            <a:xfrm>
              <a:off x="3145822" y="3139821"/>
              <a:ext cx="1111377" cy="260604"/>
            </a:xfrm>
            <a:prstGeom prst="roundRect">
              <a:avLst>
                <a:gd name="adj" fmla="val 16667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432179" y="3193918"/>
              <a:ext cx="538663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content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019199" y="2365248"/>
            <a:ext cx="659225" cy="401669"/>
            <a:chOff x="5019199" y="2365248"/>
            <a:chExt cx="659225" cy="401669"/>
          </a:xfrm>
        </p:grpSpPr>
        <p:sp>
          <p:nvSpPr>
            <p:cNvPr id="74" name="Rectangle 74"/>
            <p:cNvSpPr/>
            <p:nvPr/>
          </p:nvSpPr>
          <p:spPr>
            <a:xfrm>
              <a:off x="5019199" y="2365248"/>
              <a:ext cx="659225" cy="401669"/>
            </a:xfrm>
            <a:prstGeom prst="roundRect">
              <a:avLst>
                <a:gd name="adj" fmla="val 16671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079528" y="2489925"/>
              <a:ext cx="538663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808080"/>
                  </a:solidFill>
                  <a:latin typeface="Segoe UI"/>
                  <a:ea typeface="Microsoft YaHei"/>
                  <a:cs typeface="Segoe UI"/>
                </a:rPr>
                <a:t>content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145822" y="4106799"/>
            <a:ext cx="1111377" cy="260604"/>
            <a:chOff x="3145822" y="4106799"/>
            <a:chExt cx="1111377" cy="260604"/>
          </a:xfrm>
        </p:grpSpPr>
        <p:sp>
          <p:nvSpPr>
            <p:cNvPr id="77" name="Rectangle 77"/>
            <p:cNvSpPr/>
            <p:nvPr/>
          </p:nvSpPr>
          <p:spPr>
            <a:xfrm>
              <a:off x="3145822" y="4106799"/>
              <a:ext cx="1111377" cy="260604"/>
            </a:xfrm>
            <a:prstGeom prst="roundRect">
              <a:avLst>
                <a:gd name="adj" fmla="val 16667"/>
              </a:avLst>
            </a:prstGeom>
            <a:solidFill>
              <a:srgbClr val="F3FC7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432179" y="4160896"/>
              <a:ext cx="538663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808080"/>
                  </a:solidFill>
                  <a:latin typeface="Segoe UI"/>
                  <a:ea typeface="Microsoft YaHei"/>
                  <a:cs typeface="Segoe UI"/>
                </a:rPr>
                <a:t>content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145822" y="4816316"/>
            <a:ext cx="1111377" cy="260604"/>
            <a:chOff x="3145822" y="4816316"/>
            <a:chExt cx="1111377" cy="260604"/>
          </a:xfrm>
        </p:grpSpPr>
        <p:sp>
          <p:nvSpPr>
            <p:cNvPr id="80" name="Rectangle 80"/>
            <p:cNvSpPr/>
            <p:nvPr/>
          </p:nvSpPr>
          <p:spPr>
            <a:xfrm>
              <a:off x="3145822" y="4816316"/>
              <a:ext cx="1111377" cy="260604"/>
            </a:xfrm>
            <a:prstGeom prst="roundRect">
              <a:avLst>
                <a:gd name="adj" fmla="val 16667"/>
              </a:avLst>
            </a:prstGeom>
            <a:solidFill>
              <a:srgbClr val="6EDA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3432179" y="4870413"/>
              <a:ext cx="538663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content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3145822" y="5522690"/>
            <a:ext cx="1111377" cy="260604"/>
            <a:chOff x="3145822" y="5522690"/>
            <a:chExt cx="1111377" cy="260604"/>
          </a:xfrm>
        </p:grpSpPr>
        <p:sp>
          <p:nvSpPr>
            <p:cNvPr id="83" name="Rectangle 83"/>
            <p:cNvSpPr/>
            <p:nvPr/>
          </p:nvSpPr>
          <p:spPr>
            <a:xfrm>
              <a:off x="3145822" y="5522690"/>
              <a:ext cx="1111377" cy="260604"/>
            </a:xfrm>
            <a:prstGeom prst="roundRect">
              <a:avLst>
                <a:gd name="adj" fmla="val 16667"/>
              </a:avLst>
            </a:prstGeom>
            <a:solidFill>
              <a:srgbClr val="00905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432179" y="5576787"/>
              <a:ext cx="538663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content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019199" y="4633722"/>
            <a:ext cx="659225" cy="625697"/>
            <a:chOff x="5019199" y="4633722"/>
            <a:chExt cx="659225" cy="625697"/>
          </a:xfrm>
        </p:grpSpPr>
        <p:sp>
          <p:nvSpPr>
            <p:cNvPr id="86" name="Rectangle 86"/>
            <p:cNvSpPr/>
            <p:nvPr/>
          </p:nvSpPr>
          <p:spPr>
            <a:xfrm>
              <a:off x="5019199" y="4633722"/>
              <a:ext cx="659225" cy="625697"/>
            </a:xfrm>
            <a:prstGeom prst="roundRect">
              <a:avLst>
                <a:gd name="adj" fmla="val 16669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079528" y="4870413"/>
              <a:ext cx="538663" cy="2031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808080"/>
                  </a:solidFill>
                  <a:latin typeface="Segoe UI"/>
                  <a:ea typeface="Microsoft YaHei"/>
                  <a:cs typeface="Segoe UI"/>
                </a:rPr>
                <a:t>content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0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10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0"/>
                            </p:stCondLst>
                            <p:childTnLst>
                              <p:par>
                                <p:cTn id="1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7900"/>
                            </p:stCondLst>
                            <p:childTnLst>
                              <p:par>
                                <p:cTn id="1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8800"/>
                            </p:stCondLst>
                            <p:childTnLst>
                              <p:par>
                                <p:cTn id="1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35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9700"/>
                            </p:stCondLst>
                            <p:childTnLst>
                              <p:par>
                                <p:cTn id="1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60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1500"/>
                            </p:stCondLst>
                            <p:childTnLst>
                              <p:par>
                                <p:cTn id="1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7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0" grpId="0"/>
      <p:bldP spid="32" grpId="0"/>
      <p:bldP spid="34" grpId="0"/>
      <p:bldP spid="37" grpId="0"/>
      <p:bldP spid="39" grpId="0"/>
      <p:bldP spid="42" grpId="0"/>
      <p:bldP spid="44" grpId="0"/>
      <p:bldP spid="47" grpId="0"/>
      <p:bldP spid="50" grpId="0"/>
      <p:bldP spid="52" grpId="0"/>
      <p:bldP spid="54" grpId="0"/>
      <p:bldP spid="56" grpId="0"/>
      <p:bldP spid="58" grpId="0"/>
      <p:bldP spid="60" grpId="0"/>
      <p:bldP spid="62" grpId="0"/>
      <p:bldP spid="64" grpId="0"/>
      <p:bldP spid="67" grpId="0"/>
      <p:bldP spid="70" grpId="0"/>
      <p:bldP spid="73" grpId="0"/>
      <p:bldP spid="76" grpId="0"/>
      <p:bldP spid="79" grpId="0"/>
      <p:bldP spid="82" grpId="0"/>
      <p:bldP spid="85" grpId="0"/>
      <p:bldP spid="8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4405408" y="1942338"/>
            <a:ext cx="678942" cy="678942"/>
            <a:chOff x="4405408" y="1942338"/>
            <a:chExt cx="678942" cy="678942"/>
          </a:xfrm>
        </p:grpSpPr>
        <p:sp>
          <p:nvSpPr>
            <p:cNvPr id="3" name="Ellipse 3"/>
            <p:cNvSpPr/>
            <p:nvPr/>
          </p:nvSpPr>
          <p:spPr>
            <a:xfrm>
              <a:off x="4405408" y="1942338"/>
              <a:ext cx="678942" cy="678942"/>
            </a:xfrm>
            <a:prstGeom prst="ellipse">
              <a:avLst/>
            </a:prstGeom>
            <a:solidFill>
              <a:srgbClr val="9AE992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808916" y="1942338"/>
            <a:ext cx="678942" cy="678942"/>
            <a:chOff x="5808916" y="1942338"/>
            <a:chExt cx="678942" cy="678942"/>
          </a:xfrm>
        </p:grpSpPr>
        <p:sp>
          <p:nvSpPr>
            <p:cNvPr id="5" name="Ellipse 5"/>
            <p:cNvSpPr/>
            <p:nvPr/>
          </p:nvSpPr>
          <p:spPr>
            <a:xfrm>
              <a:off x="5808916" y="1942338"/>
              <a:ext cx="678942" cy="678942"/>
            </a:xfrm>
            <a:prstGeom prst="ellipse">
              <a:avLst/>
            </a:prstGeom>
            <a:solidFill>
              <a:srgbClr val="6EDAA8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212520" y="1942338"/>
            <a:ext cx="678942" cy="678942"/>
            <a:chOff x="7212520" y="1942338"/>
            <a:chExt cx="678942" cy="678942"/>
          </a:xfrm>
        </p:grpSpPr>
        <p:sp>
          <p:nvSpPr>
            <p:cNvPr id="7" name="Ellipse 7"/>
            <p:cNvSpPr/>
            <p:nvPr/>
          </p:nvSpPr>
          <p:spPr>
            <a:xfrm>
              <a:off x="7212520" y="1942338"/>
              <a:ext cx="678942" cy="678942"/>
            </a:xfrm>
            <a:prstGeom prst="ellipse">
              <a:avLst/>
            </a:prstGeom>
            <a:solidFill>
              <a:srgbClr val="3BBB8E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616124" y="1942338"/>
            <a:ext cx="678942" cy="678942"/>
            <a:chOff x="8616124" y="1942338"/>
            <a:chExt cx="678942" cy="678942"/>
          </a:xfrm>
        </p:grpSpPr>
        <p:sp>
          <p:nvSpPr>
            <p:cNvPr id="9" name="Ellipse 9"/>
            <p:cNvSpPr/>
            <p:nvPr/>
          </p:nvSpPr>
          <p:spPr>
            <a:xfrm>
              <a:off x="8616124" y="1942338"/>
              <a:ext cx="678942" cy="678942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019728" y="1942338"/>
            <a:ext cx="678942" cy="678942"/>
            <a:chOff x="10019728" y="1942338"/>
            <a:chExt cx="678942" cy="678942"/>
          </a:xfrm>
        </p:grpSpPr>
        <p:sp>
          <p:nvSpPr>
            <p:cNvPr id="11" name="Ellipse 11"/>
            <p:cNvSpPr/>
            <p:nvPr/>
          </p:nvSpPr>
          <p:spPr>
            <a:xfrm>
              <a:off x="10019728" y="1942338"/>
              <a:ext cx="678942" cy="678942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405408" y="4615148"/>
            <a:ext cx="678942" cy="678942"/>
            <a:chOff x="4405408" y="4615148"/>
            <a:chExt cx="678942" cy="678942"/>
          </a:xfrm>
        </p:grpSpPr>
        <p:sp>
          <p:nvSpPr>
            <p:cNvPr id="13" name="Ellipse 13"/>
            <p:cNvSpPr/>
            <p:nvPr/>
          </p:nvSpPr>
          <p:spPr>
            <a:xfrm>
              <a:off x="4405408" y="4615148"/>
              <a:ext cx="678942" cy="678942"/>
            </a:xfrm>
            <a:prstGeom prst="ellipse">
              <a:avLst/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808916" y="4615148"/>
            <a:ext cx="678942" cy="678942"/>
            <a:chOff x="5808916" y="4615148"/>
            <a:chExt cx="678942" cy="678942"/>
          </a:xfrm>
        </p:grpSpPr>
        <p:sp>
          <p:nvSpPr>
            <p:cNvPr id="15" name="Ellipse 15"/>
            <p:cNvSpPr/>
            <p:nvPr/>
          </p:nvSpPr>
          <p:spPr>
            <a:xfrm>
              <a:off x="5808916" y="4615148"/>
              <a:ext cx="678942" cy="678942"/>
            </a:xfrm>
            <a:prstGeom prst="ellipse">
              <a:avLst/>
            </a:prstGeom>
            <a:solidFill>
              <a:srgbClr val="F3F3F3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212520" y="4615148"/>
            <a:ext cx="678942" cy="678942"/>
            <a:chOff x="7212520" y="4615148"/>
            <a:chExt cx="678942" cy="678942"/>
          </a:xfrm>
        </p:grpSpPr>
        <p:sp>
          <p:nvSpPr>
            <p:cNvPr id="17" name="Ellipse 17"/>
            <p:cNvSpPr/>
            <p:nvPr/>
          </p:nvSpPr>
          <p:spPr>
            <a:xfrm>
              <a:off x="7212520" y="4615148"/>
              <a:ext cx="678942" cy="678942"/>
            </a:xfrm>
            <a:prstGeom prst="ellipse">
              <a:avLst/>
            </a:prstGeom>
            <a:solidFill>
              <a:srgbClr val="D9DAD9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616124" y="4615148"/>
            <a:ext cx="678942" cy="678942"/>
            <a:chOff x="8616124" y="4615148"/>
            <a:chExt cx="678942" cy="678942"/>
          </a:xfrm>
        </p:grpSpPr>
        <p:sp>
          <p:nvSpPr>
            <p:cNvPr id="19" name="Ellipse 19"/>
            <p:cNvSpPr/>
            <p:nvPr/>
          </p:nvSpPr>
          <p:spPr>
            <a:xfrm>
              <a:off x="8616124" y="4615148"/>
              <a:ext cx="678942" cy="678942"/>
            </a:xfrm>
            <a:prstGeom prst="ellipse">
              <a:avLst/>
            </a:prstGeom>
            <a:solidFill>
              <a:srgbClr val="F3FC78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0019728" y="4615148"/>
            <a:ext cx="678942" cy="678942"/>
            <a:chOff x="10019728" y="4615148"/>
            <a:chExt cx="678942" cy="678942"/>
          </a:xfrm>
        </p:grpSpPr>
        <p:sp>
          <p:nvSpPr>
            <p:cNvPr id="21" name="Ellipse 21"/>
            <p:cNvSpPr/>
            <p:nvPr/>
          </p:nvSpPr>
          <p:spPr>
            <a:xfrm>
              <a:off x="10019728" y="4615148"/>
              <a:ext cx="678942" cy="678942"/>
            </a:xfrm>
            <a:prstGeom prst="ellipse">
              <a:avLst/>
            </a:prstGeom>
            <a:solidFill>
              <a:srgbClr val="046C40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405408" y="2787682"/>
            <a:ext cx="979646" cy="322231"/>
            <a:chOff x="4405408" y="2787682"/>
            <a:chExt cx="979646" cy="322231"/>
          </a:xfrm>
        </p:grpSpPr>
        <p:sp>
          <p:nvSpPr>
            <p:cNvPr id="23" name="Rectangle 23"/>
            <p:cNvSpPr/>
            <p:nvPr/>
          </p:nvSpPr>
          <p:spPr>
            <a:xfrm>
              <a:off x="4405408" y="2787682"/>
              <a:ext cx="979646" cy="32223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81608" y="2833402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#99e891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809012" y="2787682"/>
            <a:ext cx="979646" cy="322231"/>
            <a:chOff x="5809012" y="2787682"/>
            <a:chExt cx="979646" cy="322231"/>
          </a:xfrm>
        </p:grpSpPr>
        <p:sp>
          <p:nvSpPr>
            <p:cNvPr id="26" name="Rectangle 26"/>
            <p:cNvSpPr/>
            <p:nvPr/>
          </p:nvSpPr>
          <p:spPr>
            <a:xfrm>
              <a:off x="5809012" y="2787682"/>
              <a:ext cx="979646" cy="32223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85212" y="2833402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#6dd9a7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12616" y="2819495"/>
            <a:ext cx="979646" cy="290417"/>
            <a:chOff x="7212616" y="2819495"/>
            <a:chExt cx="979646" cy="290417"/>
          </a:xfrm>
        </p:grpSpPr>
        <p:sp>
          <p:nvSpPr>
            <p:cNvPr id="29" name="Rectangle 29"/>
            <p:cNvSpPr/>
            <p:nvPr/>
          </p:nvSpPr>
          <p:spPr>
            <a:xfrm>
              <a:off x="7212616" y="2819495"/>
              <a:ext cx="979646" cy="29041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88816" y="2865215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#3aba8d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616220" y="2819495"/>
            <a:ext cx="979646" cy="290417"/>
            <a:chOff x="8616220" y="2819495"/>
            <a:chExt cx="979646" cy="290417"/>
          </a:xfrm>
        </p:grpSpPr>
        <p:sp>
          <p:nvSpPr>
            <p:cNvPr id="32" name="Rectangle 32"/>
            <p:cNvSpPr/>
            <p:nvPr/>
          </p:nvSpPr>
          <p:spPr>
            <a:xfrm>
              <a:off x="8616220" y="2819495"/>
              <a:ext cx="979646" cy="29041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92324" y="2865215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#01a964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019728" y="2803588"/>
            <a:ext cx="979646" cy="290417"/>
            <a:chOff x="10019728" y="2803588"/>
            <a:chExt cx="979646" cy="290417"/>
          </a:xfrm>
        </p:grpSpPr>
        <p:sp>
          <p:nvSpPr>
            <p:cNvPr id="35" name="Rectangle 35"/>
            <p:cNvSpPr/>
            <p:nvPr/>
          </p:nvSpPr>
          <p:spPr>
            <a:xfrm>
              <a:off x="10019728" y="2803588"/>
              <a:ext cx="979646" cy="29041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95928" y="2849308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#019056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05408" y="5472208"/>
            <a:ext cx="979646" cy="322231"/>
            <a:chOff x="4405408" y="5472208"/>
            <a:chExt cx="979646" cy="322231"/>
          </a:xfrm>
        </p:grpSpPr>
        <p:sp>
          <p:nvSpPr>
            <p:cNvPr id="38" name="Rectangle 38"/>
            <p:cNvSpPr/>
            <p:nvPr/>
          </p:nvSpPr>
          <p:spPr>
            <a:xfrm>
              <a:off x="4405408" y="5472208"/>
              <a:ext cx="979646" cy="32223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481608" y="5517928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#e6fed2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809012" y="5472208"/>
            <a:ext cx="979646" cy="322231"/>
            <a:chOff x="5809012" y="5472208"/>
            <a:chExt cx="979646" cy="322231"/>
          </a:xfrm>
        </p:grpSpPr>
        <p:sp>
          <p:nvSpPr>
            <p:cNvPr id="41" name="Rectangle 41"/>
            <p:cNvSpPr/>
            <p:nvPr/>
          </p:nvSpPr>
          <p:spPr>
            <a:xfrm>
              <a:off x="5809012" y="5472208"/>
              <a:ext cx="979646" cy="32223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85212" y="5517928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#f3f3f3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12616" y="5504021"/>
            <a:ext cx="979646" cy="290417"/>
            <a:chOff x="7212616" y="5504021"/>
            <a:chExt cx="979646" cy="290417"/>
          </a:xfrm>
        </p:grpSpPr>
        <p:sp>
          <p:nvSpPr>
            <p:cNvPr id="44" name="Rectangle 44"/>
            <p:cNvSpPr/>
            <p:nvPr/>
          </p:nvSpPr>
          <p:spPr>
            <a:xfrm>
              <a:off x="7212616" y="5504021"/>
              <a:ext cx="979646" cy="29041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88816" y="5549741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#d9dad9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616220" y="5504021"/>
            <a:ext cx="979646" cy="290417"/>
            <a:chOff x="8616220" y="5504021"/>
            <a:chExt cx="979646" cy="290417"/>
          </a:xfrm>
        </p:grpSpPr>
        <p:sp>
          <p:nvSpPr>
            <p:cNvPr id="47" name="Rectangle 47"/>
            <p:cNvSpPr/>
            <p:nvPr/>
          </p:nvSpPr>
          <p:spPr>
            <a:xfrm>
              <a:off x="8616220" y="5504021"/>
              <a:ext cx="979646" cy="29041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92324" y="5549741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#f3fc77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019728" y="5488114"/>
            <a:ext cx="979646" cy="290417"/>
            <a:chOff x="10019728" y="5488114"/>
            <a:chExt cx="979646" cy="290417"/>
          </a:xfrm>
        </p:grpSpPr>
        <p:sp>
          <p:nvSpPr>
            <p:cNvPr id="50" name="Rectangle 50"/>
            <p:cNvSpPr/>
            <p:nvPr/>
          </p:nvSpPr>
          <p:spPr>
            <a:xfrm>
              <a:off x="10019728" y="5488114"/>
              <a:ext cx="979646" cy="29041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095928" y="5533834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#036b3f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313872" y="1153763"/>
            <a:ext cx="1479137" cy="452081"/>
            <a:chOff x="4313872" y="1153763"/>
            <a:chExt cx="1479137" cy="452081"/>
          </a:xfrm>
        </p:grpSpPr>
        <p:sp>
          <p:nvSpPr>
            <p:cNvPr id="53" name="Rectangle 53"/>
            <p:cNvSpPr/>
            <p:nvPr/>
          </p:nvSpPr>
          <p:spPr>
            <a:xfrm>
              <a:off x="4313872" y="1153763"/>
              <a:ext cx="1479137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379909" y="1199393"/>
              <a:ext cx="1241104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000000"/>
                  </a:solidFill>
                  <a:latin typeface="Arial"/>
                  <a:ea typeface="Microsoft JhengHei"/>
                  <a:cs typeface="Arial"/>
                </a:rPr>
                <a:t>主色</a:t>
              </a:r>
              <a:r>
                <a:rPr lang="zh-CN" sz="2000" b="1" dirty="0">
                  <a:solidFill>
                    <a:srgbClr val="000000"/>
                  </a:solidFill>
                  <a:latin typeface="Arial"/>
                  <a:ea typeface="Microsoft JhengHei"/>
                  <a:cs typeface="Arial"/>
                </a:rPr>
                <a:t xml:space="preserve">  </a:t>
              </a:r>
              <a:r>
                <a:rPr lang="zh-CN" sz="1400" b="1" dirty="0">
                  <a:solidFill>
                    <a:srgbClr val="767171"/>
                  </a:solidFill>
                  <a:latin typeface="Arial"/>
                  <a:ea typeface="Microsoft JhengHei"/>
                  <a:cs typeface="Arial"/>
                </a:rPr>
                <a:t>8</a:t>
              </a:r>
              <a:r>
                <a:rPr lang="zh-CN" sz="1400" b="1" dirty="0">
                  <a:solidFill>
                    <a:srgbClr val="767171"/>
                  </a:solidFill>
                  <a:latin typeface="Arial"/>
                  <a:ea typeface="Microsoft JhengHei"/>
                  <a:cs typeface="Arial"/>
                </a:rPr>
                <a:t>0%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313872" y="3828955"/>
            <a:ext cx="1861852" cy="452080"/>
            <a:chOff x="4313872" y="3828955"/>
            <a:chExt cx="1861852" cy="452080"/>
          </a:xfrm>
        </p:grpSpPr>
        <p:sp>
          <p:nvSpPr>
            <p:cNvPr id="56" name="Rectangle 56"/>
            <p:cNvSpPr/>
            <p:nvPr/>
          </p:nvSpPr>
          <p:spPr>
            <a:xfrm>
              <a:off x="4313872" y="3828955"/>
              <a:ext cx="1861852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379909" y="3874584"/>
              <a:ext cx="145115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000000"/>
                  </a:solidFill>
                  <a:latin typeface="Arial"/>
                  <a:ea typeface="Microsoft JhengHei"/>
                  <a:cs typeface="Arial"/>
                </a:rPr>
                <a:t>框底色</a:t>
              </a:r>
              <a:r>
                <a:rPr lang="zh-CN" sz="2000" b="1" dirty="0">
                  <a:solidFill>
                    <a:srgbClr val="000000"/>
                  </a:solidFill>
                  <a:latin typeface="Arial"/>
                  <a:ea typeface="Microsoft JhengHei"/>
                  <a:cs typeface="Arial"/>
                </a:rPr>
                <a:t xml:space="preserve">  </a:t>
              </a:r>
              <a:r>
                <a:rPr lang="zh-CN" sz="1400" b="1" dirty="0">
                  <a:solidFill>
                    <a:srgbClr val="767171"/>
                  </a:solidFill>
                  <a:latin typeface="Arial"/>
                  <a:ea typeface="Microsoft JhengHei"/>
                  <a:cs typeface="Arial"/>
                </a:rPr>
                <a:t>10%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616220" y="3833432"/>
            <a:ext cx="1861852" cy="452080"/>
            <a:chOff x="8616220" y="3833432"/>
            <a:chExt cx="1861852" cy="452080"/>
          </a:xfrm>
        </p:grpSpPr>
        <p:sp>
          <p:nvSpPr>
            <p:cNvPr id="59" name="Rectangle 59"/>
            <p:cNvSpPr/>
            <p:nvPr/>
          </p:nvSpPr>
          <p:spPr>
            <a:xfrm>
              <a:off x="8616220" y="3833432"/>
              <a:ext cx="1861852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682161" y="3879061"/>
              <a:ext cx="145115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000000"/>
                  </a:solidFill>
                  <a:latin typeface="Arial"/>
                  <a:ea typeface="Microsoft JhengHei"/>
                  <a:cs typeface="Arial"/>
                </a:rPr>
                <a:t>強調色</a:t>
              </a:r>
              <a:r>
                <a:rPr lang="zh-CN" sz="2000" b="1" dirty="0">
                  <a:solidFill>
                    <a:srgbClr val="000000"/>
                  </a:solidFill>
                  <a:latin typeface="Arial"/>
                  <a:ea typeface="Microsoft JhengHei"/>
                  <a:cs typeface="Arial"/>
                </a:rPr>
                <a:t xml:space="preserve"> </a:t>
              </a:r>
              <a:r>
                <a:rPr lang="zh-CN" sz="2000" b="1" dirty="0">
                  <a:solidFill>
                    <a:srgbClr val="000000"/>
                  </a:solidFill>
                  <a:latin typeface="Arial"/>
                  <a:ea typeface="Microsoft JhengHei"/>
                  <a:cs typeface="Arial"/>
                </a:rPr>
                <a:t xml:space="preserve"> </a:t>
              </a:r>
              <a:r>
                <a:rPr lang="zh-CN" sz="1400" b="1" dirty="0">
                  <a:solidFill>
                    <a:srgbClr val="767171"/>
                  </a:solidFill>
                  <a:latin typeface="Arial"/>
                  <a:ea typeface="Microsoft JhengHei"/>
                  <a:cs typeface="Arial"/>
                </a:rPr>
                <a:t>10%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57623" y="743331"/>
            <a:ext cx="1673066" cy="744259"/>
            <a:chOff x="1557623" y="743331"/>
            <a:chExt cx="1673066" cy="744259"/>
          </a:xfrm>
        </p:grpSpPr>
        <p:sp>
          <p:nvSpPr>
            <p:cNvPr id="62" name="Rectangle 62"/>
            <p:cNvSpPr/>
            <p:nvPr/>
          </p:nvSpPr>
          <p:spPr>
            <a:xfrm>
              <a:off x="1557623" y="743331"/>
              <a:ext cx="1673066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621126" y="789141"/>
              <a:ext cx="825882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Color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621126" y="1040601"/>
              <a:ext cx="1133886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Scheme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5" grpId="0"/>
      <p:bldP spid="28" grpId="0"/>
      <p:bldP spid="31" grpId="0"/>
      <p:bldP spid="34" grpId="0"/>
      <p:bldP spid="37" grpId="0"/>
      <p:bldP spid="40" grpId="0"/>
      <p:bldP spid="43" grpId="0"/>
      <p:bldP spid="46" grpId="0"/>
      <p:bldP spid="49" grpId="0"/>
      <p:bldP spid="52" grpId="0"/>
      <p:bldP spid="55" grpId="0"/>
      <p:bldP spid="58" grpId="0"/>
      <p:bldP spid="61" grpId="0"/>
      <p:bldP spid="6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6970490" y="4584097"/>
            <a:ext cx="571881" cy="571881"/>
            <a:chOff x="6970490" y="4584097"/>
            <a:chExt cx="571881" cy="571881"/>
          </a:xfrm>
        </p:grpSpPr>
        <p:sp>
          <p:nvSpPr>
            <p:cNvPr id="3" name="Ellipse 3"/>
            <p:cNvSpPr/>
            <p:nvPr/>
          </p:nvSpPr>
          <p:spPr>
            <a:xfrm>
              <a:off x="6970490" y="4584097"/>
              <a:ext cx="571881" cy="571881"/>
            </a:xfrm>
            <a:prstGeom prst="ellipse">
              <a:avLst/>
            </a:prstGeom>
            <a:solidFill>
              <a:srgbClr val="9AE992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253794" y="4584097"/>
            <a:ext cx="571881" cy="571881"/>
            <a:chOff x="8253794" y="4584097"/>
            <a:chExt cx="571881" cy="571881"/>
          </a:xfrm>
        </p:grpSpPr>
        <p:sp>
          <p:nvSpPr>
            <p:cNvPr id="5" name="Ellipse 5"/>
            <p:cNvSpPr/>
            <p:nvPr/>
          </p:nvSpPr>
          <p:spPr>
            <a:xfrm>
              <a:off x="8253794" y="4584097"/>
              <a:ext cx="571881" cy="571881"/>
            </a:xfrm>
            <a:prstGeom prst="ellipse">
              <a:avLst/>
            </a:prstGeom>
            <a:solidFill>
              <a:srgbClr val="E7FFD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970490" y="2121598"/>
            <a:ext cx="571881" cy="571881"/>
            <a:chOff x="6970490" y="2121598"/>
            <a:chExt cx="571881" cy="571881"/>
          </a:xfrm>
        </p:grpSpPr>
        <p:sp>
          <p:nvSpPr>
            <p:cNvPr id="7" name="Ellipse 7"/>
            <p:cNvSpPr/>
            <p:nvPr/>
          </p:nvSpPr>
          <p:spPr>
            <a:xfrm>
              <a:off x="6970490" y="2121598"/>
              <a:ext cx="571881" cy="571881"/>
            </a:xfrm>
            <a:prstGeom prst="ellipse">
              <a:avLst/>
            </a:prstGeom>
            <a:solidFill>
              <a:srgbClr val="F5F3F5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253794" y="2121598"/>
            <a:ext cx="571881" cy="571881"/>
            <a:chOff x="8253794" y="2121598"/>
            <a:chExt cx="571881" cy="571881"/>
          </a:xfrm>
        </p:grpSpPr>
        <p:sp>
          <p:nvSpPr>
            <p:cNvPr id="9" name="Ellipse 9"/>
            <p:cNvSpPr/>
            <p:nvPr/>
          </p:nvSpPr>
          <p:spPr>
            <a:xfrm>
              <a:off x="8253794" y="2121598"/>
              <a:ext cx="571881" cy="571881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537097" y="2121598"/>
            <a:ext cx="571881" cy="571881"/>
            <a:chOff x="9537097" y="2121598"/>
            <a:chExt cx="571881" cy="571881"/>
          </a:xfrm>
        </p:grpSpPr>
        <p:sp>
          <p:nvSpPr>
            <p:cNvPr id="11" name="Ellipse 11"/>
            <p:cNvSpPr/>
            <p:nvPr/>
          </p:nvSpPr>
          <p:spPr>
            <a:xfrm>
              <a:off x="9537097" y="2121598"/>
              <a:ext cx="571881" cy="571881"/>
            </a:xfrm>
            <a:prstGeom prst="ellipse">
              <a:avLst/>
            </a:prstGeom>
            <a:solidFill>
              <a:srgbClr val="046C40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970586" y="5301044"/>
            <a:ext cx="825246" cy="289560"/>
            <a:chOff x="6970586" y="5301044"/>
            <a:chExt cx="825246" cy="289560"/>
          </a:xfrm>
        </p:grpSpPr>
        <p:sp>
          <p:nvSpPr>
            <p:cNvPr id="13" name="Rectangle 13"/>
            <p:cNvSpPr/>
            <p:nvPr/>
          </p:nvSpPr>
          <p:spPr>
            <a:xfrm>
              <a:off x="6970586" y="5301044"/>
              <a:ext cx="825246" cy="2713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6690" y="5346764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#99e891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53794" y="5301044"/>
            <a:ext cx="825246" cy="289560"/>
            <a:chOff x="8253794" y="5301044"/>
            <a:chExt cx="825246" cy="289560"/>
          </a:xfrm>
        </p:grpSpPr>
        <p:sp>
          <p:nvSpPr>
            <p:cNvPr id="16" name="Rectangle 16"/>
            <p:cNvSpPr/>
            <p:nvPr/>
          </p:nvSpPr>
          <p:spPr>
            <a:xfrm>
              <a:off x="8253794" y="5301044"/>
              <a:ext cx="825246" cy="2713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29994" y="5346764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#e6fed2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70586" y="2865310"/>
            <a:ext cx="825151" cy="289560"/>
            <a:chOff x="6970586" y="2865310"/>
            <a:chExt cx="825151" cy="289560"/>
          </a:xfrm>
        </p:grpSpPr>
        <p:sp>
          <p:nvSpPr>
            <p:cNvPr id="19" name="Rectangle 19"/>
            <p:cNvSpPr/>
            <p:nvPr/>
          </p:nvSpPr>
          <p:spPr>
            <a:xfrm>
              <a:off x="6970586" y="2865310"/>
              <a:ext cx="825151" cy="2446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46690" y="2911030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#f3f3f3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53794" y="2865310"/>
            <a:ext cx="825151" cy="289560"/>
            <a:chOff x="8253794" y="2865310"/>
            <a:chExt cx="825151" cy="289560"/>
          </a:xfrm>
        </p:grpSpPr>
        <p:sp>
          <p:nvSpPr>
            <p:cNvPr id="22" name="Rectangle 22"/>
            <p:cNvSpPr/>
            <p:nvPr/>
          </p:nvSpPr>
          <p:spPr>
            <a:xfrm>
              <a:off x="8253794" y="2865310"/>
              <a:ext cx="825151" cy="2446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29994" y="2911030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#01a964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37097" y="2849404"/>
            <a:ext cx="825151" cy="289560"/>
            <a:chOff x="9537097" y="2849404"/>
            <a:chExt cx="825151" cy="289560"/>
          </a:xfrm>
        </p:grpSpPr>
        <p:sp>
          <p:nvSpPr>
            <p:cNvPr id="25" name="Rectangle 25"/>
            <p:cNvSpPr/>
            <p:nvPr/>
          </p:nvSpPr>
          <p:spPr>
            <a:xfrm>
              <a:off x="9537097" y="2849404"/>
              <a:ext cx="825151" cy="2446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13297" y="2895124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#036b3f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2666" y="1298258"/>
            <a:ext cx="4283774" cy="571786"/>
            <a:chOff x="6852666" y="1298258"/>
            <a:chExt cx="4283774" cy="571786"/>
          </a:xfrm>
        </p:grpSpPr>
        <p:sp>
          <p:nvSpPr>
            <p:cNvPr id="28" name="Rectangle 28"/>
            <p:cNvSpPr/>
            <p:nvPr/>
          </p:nvSpPr>
          <p:spPr>
            <a:xfrm>
              <a:off x="6852666" y="1298258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26323" y="1504098"/>
              <a:ext cx="3878333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如果需要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沈穩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的簡報，請以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 xml:space="preserve"> </a:t>
              </a:r>
              <a:r>
                <a:rPr lang="zh-CN" sz="1400" b="1" dirty="0">
                  <a:solidFill>
                    <a:srgbClr val="3BBB8E"/>
                  </a:solidFill>
                  <a:latin typeface="Segoe UI"/>
                  <a:ea typeface="Microsoft JhengHei"/>
                  <a:cs typeface="Segoe UI"/>
                </a:rPr>
                <a:t>深</a:t>
              </a:r>
              <a:r>
                <a:rPr lang="zh-CN" sz="1400" b="1" dirty="0">
                  <a:solidFill>
                    <a:srgbClr val="3BBB8E"/>
                  </a:solidFill>
                  <a:latin typeface="Segoe UI"/>
                  <a:ea typeface="Microsoft JhengHei"/>
                  <a:cs typeface="Segoe UI"/>
                </a:rPr>
                <a:t>色、灰色</a:t>
              </a:r>
              <a:r>
                <a:rPr lang="zh-CN" sz="1400" b="1" dirty="0">
                  <a:solidFill>
                    <a:srgbClr val="4D9FF3"/>
                  </a:solidFill>
                  <a:latin typeface="Segoe UI"/>
                  <a:ea typeface="Microsoft JhengHei"/>
                  <a:cs typeface="Segoe UI"/>
                </a:rPr>
                <a:t xml:space="preserve"> 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為主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52666" y="3733895"/>
            <a:ext cx="4283774" cy="571786"/>
            <a:chOff x="6852666" y="3733895"/>
            <a:chExt cx="4283774" cy="571786"/>
          </a:xfrm>
        </p:grpSpPr>
        <p:sp>
          <p:nvSpPr>
            <p:cNvPr id="31" name="Rectangle 31"/>
            <p:cNvSpPr/>
            <p:nvPr/>
          </p:nvSpPr>
          <p:spPr>
            <a:xfrm>
              <a:off x="6852666" y="3733895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26323" y="3939831"/>
              <a:ext cx="323133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如果需要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活潑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的簡報，請加上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 xml:space="preserve"> </a:t>
              </a:r>
              <a:r>
                <a:rPr lang="zh-CN" sz="1400" b="1" dirty="0">
                  <a:solidFill>
                    <a:srgbClr val="3BBB8E"/>
                  </a:solidFill>
                  <a:latin typeface="Segoe UI"/>
                  <a:ea typeface="Microsoft JhengHei"/>
                  <a:cs typeface="Segoe UI"/>
                </a:rPr>
                <a:t>亮綠色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91723" y="3733895"/>
            <a:ext cx="4542663" cy="2085880"/>
            <a:chOff x="1591723" y="3733895"/>
            <a:chExt cx="4542663" cy="208588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1723" y="3733895"/>
              <a:ext cx="4542663" cy="2085880"/>
            </a:xfrm>
            <a:prstGeom prst="rect">
              <a:avLst/>
            </a:prstGeom>
          </p:spPr>
        </p:pic>
      </p:grpSp>
      <p:grpSp>
        <p:nvGrpSpPr>
          <p:cNvPr id="37" name="Group 37"/>
          <p:cNvGrpSpPr/>
          <p:nvPr/>
        </p:nvGrpSpPr>
        <p:grpSpPr>
          <a:xfrm>
            <a:off x="1591723" y="1364552"/>
            <a:ext cx="4549521" cy="2085880"/>
            <a:chOff x="1591723" y="1364552"/>
            <a:chExt cx="4549521" cy="208588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91723" y="1364552"/>
              <a:ext cx="4549521" cy="2085880"/>
            </a:xfrm>
            <a:prstGeom prst="rect">
              <a:avLst/>
            </a:prstGeom>
          </p:spPr>
        </p:pic>
      </p:grpSp>
      <p:grpSp>
        <p:nvGrpSpPr>
          <p:cNvPr id="39" name="Group 3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5" grpId="0"/>
      <p:bldP spid="18" grpId="0"/>
      <p:bldP spid="21" grpId="0"/>
      <p:bldP spid="24" grpId="0"/>
      <p:bldP spid="27" grpId="0"/>
      <p:bldP spid="30" grpId="0"/>
      <p:bldP spid="33" grpId="0"/>
      <p:bldP spid="35" grpId="0"/>
      <p:bldP spid="37" grpId="0"/>
      <p:bldP spid="3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4427506" y="2833592"/>
            <a:ext cx="6129052" cy="1190911"/>
            <a:chOff x="4427506" y="2833592"/>
            <a:chExt cx="6129052" cy="1190911"/>
          </a:xfrm>
        </p:grpSpPr>
        <p:sp>
          <p:nvSpPr>
            <p:cNvPr id="3" name="Rectangle 3"/>
            <p:cNvSpPr/>
            <p:nvPr/>
          </p:nvSpPr>
          <p:spPr>
            <a:xfrm>
              <a:off x="4427506" y="2833592"/>
              <a:ext cx="6129052" cy="1190911"/>
            </a:xfrm>
            <a:prstGeom prst="roundRect">
              <a:avLst>
                <a:gd name="adj" fmla="val 6254"/>
              </a:avLst>
            </a:prstGeom>
            <a:gradFill>
              <a:gsLst>
                <a:gs pos="100000">
                  <a:srgbClr val="9AE992"/>
                </a:gs>
                <a:gs pos="0">
                  <a:srgbClr val="009056"/>
                </a:gs>
                <a:gs pos="34000">
                  <a:srgbClr val="00AA64"/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427506" y="4285488"/>
            <a:ext cx="6129052" cy="1190911"/>
            <a:chOff x="4427506" y="4285488"/>
            <a:chExt cx="6129052" cy="1190911"/>
          </a:xfrm>
        </p:grpSpPr>
        <p:sp>
          <p:nvSpPr>
            <p:cNvPr id="5" name="Rectangle 5"/>
            <p:cNvSpPr/>
            <p:nvPr/>
          </p:nvSpPr>
          <p:spPr>
            <a:xfrm>
              <a:off x="4427506" y="4285488"/>
              <a:ext cx="6129052" cy="1190911"/>
            </a:xfrm>
            <a:prstGeom prst="roundRect">
              <a:avLst>
                <a:gd name="adj" fmla="val 6254"/>
              </a:avLst>
            </a:prstGeom>
            <a:gradFill>
              <a:gsLst>
                <a:gs pos="43000">
                  <a:srgbClr val="8CECBD"/>
                </a:gs>
                <a:gs pos="100000">
                  <a:srgbClr val="3BBB8E"/>
                </a:gs>
                <a:gs pos="0">
                  <a:srgbClr val="F3FC78"/>
                </a:gs>
              </a:gsLst>
              <a:lin ang="16010402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526852" y="2185702"/>
            <a:ext cx="2496693" cy="269296"/>
            <a:chOff x="4526852" y="2185702"/>
            <a:chExt cx="2496693" cy="269296"/>
          </a:xfrm>
        </p:grpSpPr>
        <p:sp>
          <p:nvSpPr>
            <p:cNvPr id="7" name="Rectangle 7"/>
            <p:cNvSpPr/>
            <p:nvPr/>
          </p:nvSpPr>
          <p:spPr>
            <a:xfrm>
              <a:off x="4526852" y="2185702"/>
              <a:ext cx="2496693" cy="26165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04318" y="2231427"/>
              <a:ext cx="1326404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#3aba8d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—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#b4f7bb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26852" y="3636836"/>
            <a:ext cx="2496693" cy="269295"/>
            <a:chOff x="4526852" y="3636836"/>
            <a:chExt cx="2496693" cy="269295"/>
          </a:xfrm>
        </p:grpSpPr>
        <p:sp>
          <p:nvSpPr>
            <p:cNvPr id="10" name="Rectangle 10"/>
            <p:cNvSpPr/>
            <p:nvPr/>
          </p:nvSpPr>
          <p:spPr>
            <a:xfrm>
              <a:off x="4526852" y="3636836"/>
              <a:ext cx="2496693" cy="26165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04318" y="3682560"/>
              <a:ext cx="1986636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#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01a964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— 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#24b96e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—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#99e891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26852" y="5087969"/>
            <a:ext cx="2496693" cy="269201"/>
            <a:chOff x="4526852" y="5087969"/>
            <a:chExt cx="2496693" cy="269201"/>
          </a:xfrm>
        </p:grpSpPr>
        <p:sp>
          <p:nvSpPr>
            <p:cNvPr id="13" name="Rectangle 13"/>
            <p:cNvSpPr/>
            <p:nvPr/>
          </p:nvSpPr>
          <p:spPr>
            <a:xfrm>
              <a:off x="4526852" y="5087969"/>
              <a:ext cx="2496693" cy="26165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4318" y="5133599"/>
              <a:ext cx="2015980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#3aba8d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— 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#86e8b9 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— </a:t>
              </a:r>
              <a:r>
                <a:rPr lang="zh-CN" sz="1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#ebfa7d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02772" y="673894"/>
            <a:ext cx="3559683" cy="986123"/>
            <a:chOff x="1602772" y="673894"/>
            <a:chExt cx="3559683" cy="986123"/>
          </a:xfrm>
        </p:grpSpPr>
        <p:sp>
          <p:nvSpPr>
            <p:cNvPr id="16" name="Rectangle 16"/>
            <p:cNvSpPr/>
            <p:nvPr/>
          </p:nvSpPr>
          <p:spPr>
            <a:xfrm>
              <a:off x="1602772" y="673894"/>
              <a:ext cx="3559683" cy="98612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66275" y="719609"/>
              <a:ext cx="1334088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Gradient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2" grpId="0"/>
      <p:bldP spid="15" grpId="0"/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615089" y="1461992"/>
            <a:ext cx="1793843" cy="655225"/>
            <a:chOff x="2615089" y="1461992"/>
            <a:chExt cx="1793843" cy="655225"/>
          </a:xfrm>
        </p:grpSpPr>
        <p:sp>
          <p:nvSpPr>
            <p:cNvPr id="3" name="Rectangle 3"/>
            <p:cNvSpPr/>
            <p:nvPr/>
          </p:nvSpPr>
          <p:spPr>
            <a:xfrm>
              <a:off x="2615089" y="1461992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668429" y="1507617"/>
              <a:ext cx="1336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大標一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0370" y="1402366"/>
            <a:ext cx="4283774" cy="777144"/>
            <a:chOff x="4480370" y="1402366"/>
            <a:chExt cx="4283774" cy="777144"/>
          </a:xfrm>
        </p:grpSpPr>
        <p:sp>
          <p:nvSpPr>
            <p:cNvPr id="6" name="Rectangle 6"/>
            <p:cNvSpPr/>
            <p:nvPr/>
          </p:nvSpPr>
          <p:spPr>
            <a:xfrm>
              <a:off x="4480370" y="1402366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526090" y="1447990"/>
              <a:ext cx="3267037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微軟正黑 粗體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33928" y="1402366"/>
            <a:ext cx="1325213" cy="777144"/>
            <a:chOff x="9333928" y="1402366"/>
            <a:chExt cx="1325213" cy="777144"/>
          </a:xfrm>
        </p:grpSpPr>
        <p:sp>
          <p:nvSpPr>
            <p:cNvPr id="9" name="Rectangle 9"/>
            <p:cNvSpPr/>
            <p:nvPr/>
          </p:nvSpPr>
          <p:spPr>
            <a:xfrm>
              <a:off x="9333928" y="1402366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79648" y="1447990"/>
              <a:ext cx="120037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36pt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615089" y="2243804"/>
            <a:ext cx="1793843" cy="664464"/>
            <a:chOff x="2615089" y="2243804"/>
            <a:chExt cx="1793843" cy="664464"/>
          </a:xfrm>
        </p:grpSpPr>
        <p:sp>
          <p:nvSpPr>
            <p:cNvPr id="12" name="Rectangle 12"/>
            <p:cNvSpPr/>
            <p:nvPr/>
          </p:nvSpPr>
          <p:spPr>
            <a:xfrm>
              <a:off x="2615089" y="2243804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68429" y="2298668"/>
              <a:ext cx="1336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大標二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80370" y="2184178"/>
            <a:ext cx="4283774" cy="651009"/>
            <a:chOff x="4480370" y="2184178"/>
            <a:chExt cx="4283774" cy="651009"/>
          </a:xfrm>
        </p:grpSpPr>
        <p:sp>
          <p:nvSpPr>
            <p:cNvPr id="15" name="Rectangle 15"/>
            <p:cNvSpPr/>
            <p:nvPr/>
          </p:nvSpPr>
          <p:spPr>
            <a:xfrm>
              <a:off x="4480370" y="2184178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40063" y="2327238"/>
              <a:ext cx="2268549" cy="507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微軟正黑 粗體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33928" y="2184178"/>
            <a:ext cx="1325213" cy="651009"/>
            <a:chOff x="9333928" y="2184178"/>
            <a:chExt cx="1325213" cy="651009"/>
          </a:xfrm>
        </p:grpSpPr>
        <p:sp>
          <p:nvSpPr>
            <p:cNvPr id="18" name="Rectangle 18"/>
            <p:cNvSpPr/>
            <p:nvPr/>
          </p:nvSpPr>
          <p:spPr>
            <a:xfrm>
              <a:off x="9333928" y="2184178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3622" y="2327238"/>
              <a:ext cx="833513" cy="507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25pt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15089" y="3025712"/>
            <a:ext cx="1793843" cy="664464"/>
            <a:chOff x="2615089" y="3025712"/>
            <a:chExt cx="1793843" cy="664464"/>
          </a:xfrm>
        </p:grpSpPr>
        <p:sp>
          <p:nvSpPr>
            <p:cNvPr id="21" name="Rectangle 21"/>
            <p:cNvSpPr/>
            <p:nvPr/>
          </p:nvSpPr>
          <p:spPr>
            <a:xfrm>
              <a:off x="2615089" y="3025712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68429" y="3080576"/>
              <a:ext cx="1336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大標三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480370" y="2966085"/>
            <a:ext cx="4283774" cy="636461"/>
            <a:chOff x="4480370" y="2966085"/>
            <a:chExt cx="4283774" cy="636461"/>
          </a:xfrm>
        </p:grpSpPr>
        <p:sp>
          <p:nvSpPr>
            <p:cNvPr id="24" name="Rectangle 24"/>
            <p:cNvSpPr/>
            <p:nvPr/>
          </p:nvSpPr>
          <p:spPr>
            <a:xfrm>
              <a:off x="4480370" y="2966085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41330" y="3114866"/>
              <a:ext cx="21780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微軟正黑 粗體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33928" y="2966085"/>
            <a:ext cx="1325213" cy="607195"/>
            <a:chOff x="9333928" y="2966085"/>
            <a:chExt cx="1325213" cy="607195"/>
          </a:xfrm>
        </p:grpSpPr>
        <p:sp>
          <p:nvSpPr>
            <p:cNvPr id="27" name="Rectangle 27"/>
            <p:cNvSpPr/>
            <p:nvPr/>
          </p:nvSpPr>
          <p:spPr>
            <a:xfrm>
              <a:off x="9333928" y="2966085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97432" y="3126291"/>
              <a:ext cx="733481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22pt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615089" y="3771900"/>
            <a:ext cx="1793843" cy="655320"/>
            <a:chOff x="2615089" y="3771900"/>
            <a:chExt cx="1793843" cy="655320"/>
          </a:xfrm>
        </p:grpSpPr>
        <p:sp>
          <p:nvSpPr>
            <p:cNvPr id="30" name="Rectangle 30"/>
            <p:cNvSpPr/>
            <p:nvPr/>
          </p:nvSpPr>
          <p:spPr>
            <a:xfrm>
              <a:off x="2615089" y="3771900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68429" y="3817620"/>
              <a:ext cx="91630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副標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480370" y="3712274"/>
            <a:ext cx="4283774" cy="571786"/>
            <a:chOff x="4480370" y="3712274"/>
            <a:chExt cx="4283774" cy="571786"/>
          </a:xfrm>
        </p:grpSpPr>
        <p:sp>
          <p:nvSpPr>
            <p:cNvPr id="33" name="Rectangle 33"/>
            <p:cNvSpPr/>
            <p:nvPr/>
          </p:nvSpPr>
          <p:spPr>
            <a:xfrm>
              <a:off x="4480370" y="3712274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51493" y="3906769"/>
              <a:ext cx="1451790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 xml:space="preserve">微軟正黑 </a:t>
              </a:r>
              <a:r>
                <a:rPr lang="zh-CN" sz="16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粗體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333928" y="3712274"/>
            <a:ext cx="1325213" cy="571786"/>
            <a:chOff x="9333928" y="3712274"/>
            <a:chExt cx="1325213" cy="571786"/>
          </a:xfrm>
        </p:grpSpPr>
        <p:sp>
          <p:nvSpPr>
            <p:cNvPr id="36" name="Rectangle 36"/>
            <p:cNvSpPr/>
            <p:nvPr/>
          </p:nvSpPr>
          <p:spPr>
            <a:xfrm>
              <a:off x="9333928" y="3712274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02508" y="3895344"/>
              <a:ext cx="5137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18pt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615089" y="4518184"/>
            <a:ext cx="1793843" cy="655320"/>
            <a:chOff x="2615089" y="4518184"/>
            <a:chExt cx="1793843" cy="655320"/>
          </a:xfrm>
        </p:grpSpPr>
        <p:sp>
          <p:nvSpPr>
            <p:cNvPr id="39" name="Rectangle 39"/>
            <p:cNvSpPr/>
            <p:nvPr/>
          </p:nvSpPr>
          <p:spPr>
            <a:xfrm>
              <a:off x="2615089" y="4518184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668429" y="4563904"/>
              <a:ext cx="91630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內文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480370" y="4458557"/>
            <a:ext cx="4283774" cy="571786"/>
            <a:chOff x="4480370" y="4458557"/>
            <a:chExt cx="4283774" cy="571786"/>
          </a:xfrm>
        </p:grpSpPr>
        <p:sp>
          <p:nvSpPr>
            <p:cNvPr id="42" name="Rectangle 42"/>
            <p:cNvSpPr/>
            <p:nvPr/>
          </p:nvSpPr>
          <p:spPr>
            <a:xfrm>
              <a:off x="4480370" y="4458557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554026" y="4664397"/>
              <a:ext cx="1270741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微軟正黑 粗體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3928" y="4458557"/>
            <a:ext cx="1325213" cy="571786"/>
            <a:chOff x="9333928" y="4458557"/>
            <a:chExt cx="1325213" cy="571786"/>
          </a:xfrm>
        </p:grpSpPr>
        <p:sp>
          <p:nvSpPr>
            <p:cNvPr id="45" name="Rectangle 45"/>
            <p:cNvSpPr/>
            <p:nvPr/>
          </p:nvSpPr>
          <p:spPr>
            <a:xfrm>
              <a:off x="9333928" y="4458557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407585" y="4664397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14pt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615089" y="5273135"/>
            <a:ext cx="1793843" cy="655225"/>
            <a:chOff x="2615089" y="5273135"/>
            <a:chExt cx="1793843" cy="655225"/>
          </a:xfrm>
        </p:grpSpPr>
        <p:sp>
          <p:nvSpPr>
            <p:cNvPr id="48" name="Rectangle 48"/>
            <p:cNvSpPr/>
            <p:nvPr/>
          </p:nvSpPr>
          <p:spPr>
            <a:xfrm>
              <a:off x="2615089" y="5273135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668429" y="5318760"/>
              <a:ext cx="91630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內文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480370" y="5213414"/>
            <a:ext cx="4283774" cy="571786"/>
            <a:chOff x="4480370" y="5213414"/>
            <a:chExt cx="4283774" cy="571786"/>
          </a:xfrm>
        </p:grpSpPr>
        <p:sp>
          <p:nvSpPr>
            <p:cNvPr id="51" name="Rectangle 51"/>
            <p:cNvSpPr/>
            <p:nvPr/>
          </p:nvSpPr>
          <p:spPr>
            <a:xfrm>
              <a:off x="4480370" y="5213414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56570" y="5430774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微軟正黑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333928" y="5213414"/>
            <a:ext cx="1325213" cy="571786"/>
            <a:chOff x="9333928" y="5213414"/>
            <a:chExt cx="1325213" cy="571786"/>
          </a:xfrm>
        </p:grpSpPr>
        <p:sp>
          <p:nvSpPr>
            <p:cNvPr id="54" name="Rectangle 54"/>
            <p:cNvSpPr/>
            <p:nvPr/>
          </p:nvSpPr>
          <p:spPr>
            <a:xfrm>
              <a:off x="9333928" y="5213414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10128" y="5430774"/>
              <a:ext cx="3425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12pt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 rot="5400000">
            <a:off x="-1067562" y="1613726"/>
            <a:ext cx="3002471" cy="315658"/>
            <a:chOff x="-1067562" y="1613725"/>
            <a:chExt cx="3002471" cy="315658"/>
          </a:xfrm>
        </p:grpSpPr>
        <p:sp>
          <p:nvSpPr>
            <p:cNvPr id="57" name="Rectangle 57"/>
            <p:cNvSpPr/>
            <p:nvPr/>
          </p:nvSpPr>
          <p:spPr>
            <a:xfrm>
              <a:off x="-1067562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-991362" y="1659446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中文字體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  <p:bldP spid="14" grpId="0"/>
      <p:bldP spid="17" grpId="0"/>
      <p:bldP spid="20" grpId="0"/>
      <p:bldP spid="23" grpId="0"/>
      <p:bldP spid="26" grpId="0"/>
      <p:bldP spid="29" grpId="0"/>
      <p:bldP spid="32" grpId="0"/>
      <p:bldP spid="35" grpId="0"/>
      <p:bldP spid="38" grpId="0"/>
      <p:bldP spid="41" grpId="0"/>
      <p:bldP spid="44" grpId="0"/>
      <p:bldP spid="47" grpId="0"/>
      <p:bldP spid="50" grpId="0"/>
      <p:bldP spid="53" grpId="0"/>
      <p:bldP spid="56" grpId="0"/>
      <p:bldP spid="5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3" name="Rectangle 3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-967264" y="1659446"/>
              <a:ext cx="9665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English Font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93753" y="1434846"/>
            <a:ext cx="1793843" cy="655320"/>
            <a:chOff x="2593753" y="1434846"/>
            <a:chExt cx="1793843" cy="655320"/>
          </a:xfrm>
        </p:grpSpPr>
        <p:sp>
          <p:nvSpPr>
            <p:cNvPr id="6" name="Rectangle 6"/>
            <p:cNvSpPr/>
            <p:nvPr/>
          </p:nvSpPr>
          <p:spPr>
            <a:xfrm>
              <a:off x="2593753" y="1434846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47093" y="1480566"/>
              <a:ext cx="1336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大標一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59034" y="1375220"/>
            <a:ext cx="4283774" cy="811625"/>
            <a:chOff x="4459034" y="1375220"/>
            <a:chExt cx="4283774" cy="811625"/>
          </a:xfrm>
        </p:grpSpPr>
        <p:sp>
          <p:nvSpPr>
            <p:cNvPr id="9" name="Rectangle 9"/>
            <p:cNvSpPr/>
            <p:nvPr/>
          </p:nvSpPr>
          <p:spPr>
            <a:xfrm>
              <a:off x="4459034" y="1375220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04754" y="1455325"/>
              <a:ext cx="235972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Arial Bold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2592" y="1375220"/>
            <a:ext cx="1325213" cy="777240"/>
            <a:chOff x="9312592" y="1375220"/>
            <a:chExt cx="1325213" cy="777240"/>
          </a:xfrm>
        </p:grpSpPr>
        <p:sp>
          <p:nvSpPr>
            <p:cNvPr id="12" name="Rectangle 12"/>
            <p:cNvSpPr/>
            <p:nvPr/>
          </p:nvSpPr>
          <p:spPr>
            <a:xfrm>
              <a:off x="9312592" y="1375220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58312" y="1420940"/>
              <a:ext cx="120037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36pt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93753" y="2216753"/>
            <a:ext cx="1793843" cy="655225"/>
            <a:chOff x="2593753" y="2216753"/>
            <a:chExt cx="1793843" cy="655225"/>
          </a:xfrm>
        </p:grpSpPr>
        <p:sp>
          <p:nvSpPr>
            <p:cNvPr id="15" name="Rectangle 15"/>
            <p:cNvSpPr/>
            <p:nvPr/>
          </p:nvSpPr>
          <p:spPr>
            <a:xfrm>
              <a:off x="2593753" y="2216753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47093" y="2262378"/>
              <a:ext cx="1336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大標二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59034" y="2157032"/>
            <a:ext cx="4283774" cy="651104"/>
            <a:chOff x="4459034" y="2157032"/>
            <a:chExt cx="4283774" cy="651104"/>
          </a:xfrm>
        </p:grpSpPr>
        <p:sp>
          <p:nvSpPr>
            <p:cNvPr id="18" name="Rectangle 18"/>
            <p:cNvSpPr/>
            <p:nvPr/>
          </p:nvSpPr>
          <p:spPr>
            <a:xfrm>
              <a:off x="4459034" y="2157032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18727" y="2300187"/>
              <a:ext cx="1638533" cy="507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Arial Bold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12592" y="2157032"/>
            <a:ext cx="1325213" cy="651104"/>
            <a:chOff x="9312592" y="2157032"/>
            <a:chExt cx="1325213" cy="651104"/>
          </a:xfrm>
        </p:grpSpPr>
        <p:sp>
          <p:nvSpPr>
            <p:cNvPr id="21" name="Rectangle 21"/>
            <p:cNvSpPr/>
            <p:nvPr/>
          </p:nvSpPr>
          <p:spPr>
            <a:xfrm>
              <a:off x="9312592" y="2157032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72286" y="2300187"/>
              <a:ext cx="833513" cy="507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25pt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593753" y="2998565"/>
            <a:ext cx="1793843" cy="655320"/>
            <a:chOff x="2593753" y="2998565"/>
            <a:chExt cx="1793843" cy="655320"/>
          </a:xfrm>
        </p:grpSpPr>
        <p:sp>
          <p:nvSpPr>
            <p:cNvPr id="24" name="Rectangle 24"/>
            <p:cNvSpPr/>
            <p:nvPr/>
          </p:nvSpPr>
          <p:spPr>
            <a:xfrm>
              <a:off x="2593753" y="2998565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647093" y="3044285"/>
              <a:ext cx="1336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大標三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59034" y="2938939"/>
            <a:ext cx="4283774" cy="607194"/>
            <a:chOff x="4459034" y="2938939"/>
            <a:chExt cx="4283774" cy="607194"/>
          </a:xfrm>
        </p:grpSpPr>
        <p:sp>
          <p:nvSpPr>
            <p:cNvPr id="27" name="Rectangle 27"/>
            <p:cNvSpPr/>
            <p:nvPr/>
          </p:nvSpPr>
          <p:spPr>
            <a:xfrm>
              <a:off x="4459034" y="2938939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22537" y="3099144"/>
              <a:ext cx="1441889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Arial Bold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12592" y="2938939"/>
            <a:ext cx="1325213" cy="607194"/>
            <a:chOff x="9312592" y="2938939"/>
            <a:chExt cx="1325213" cy="607194"/>
          </a:xfrm>
        </p:grpSpPr>
        <p:sp>
          <p:nvSpPr>
            <p:cNvPr id="30" name="Rectangle 30"/>
            <p:cNvSpPr/>
            <p:nvPr/>
          </p:nvSpPr>
          <p:spPr>
            <a:xfrm>
              <a:off x="9312592" y="2938939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76096" y="3099144"/>
              <a:ext cx="733481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22pt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593753" y="3744849"/>
            <a:ext cx="1793843" cy="655320"/>
            <a:chOff x="2593753" y="3744849"/>
            <a:chExt cx="1793843" cy="655320"/>
          </a:xfrm>
        </p:grpSpPr>
        <p:sp>
          <p:nvSpPr>
            <p:cNvPr id="33" name="Rectangle 33"/>
            <p:cNvSpPr/>
            <p:nvPr/>
          </p:nvSpPr>
          <p:spPr>
            <a:xfrm>
              <a:off x="2593753" y="3744849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647093" y="3790569"/>
              <a:ext cx="91630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副標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59034" y="3685222"/>
            <a:ext cx="4283774" cy="571786"/>
            <a:chOff x="4459034" y="3685222"/>
            <a:chExt cx="4283774" cy="571786"/>
          </a:xfrm>
        </p:grpSpPr>
        <p:sp>
          <p:nvSpPr>
            <p:cNvPr id="36" name="Rectangle 36"/>
            <p:cNvSpPr/>
            <p:nvPr/>
          </p:nvSpPr>
          <p:spPr>
            <a:xfrm>
              <a:off x="4459034" y="3685222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27614" y="3868198"/>
              <a:ext cx="11798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Arial Bold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312592" y="3685222"/>
            <a:ext cx="1325213" cy="571786"/>
            <a:chOff x="9312592" y="3685222"/>
            <a:chExt cx="1325213" cy="571786"/>
          </a:xfrm>
        </p:grpSpPr>
        <p:sp>
          <p:nvSpPr>
            <p:cNvPr id="39" name="Rectangle 39"/>
            <p:cNvSpPr/>
            <p:nvPr/>
          </p:nvSpPr>
          <p:spPr>
            <a:xfrm>
              <a:off x="9312592" y="3685222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81172" y="3868198"/>
              <a:ext cx="5137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18pt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593753" y="4491038"/>
            <a:ext cx="1793843" cy="655320"/>
            <a:chOff x="2593753" y="4491038"/>
            <a:chExt cx="1793843" cy="655320"/>
          </a:xfrm>
        </p:grpSpPr>
        <p:sp>
          <p:nvSpPr>
            <p:cNvPr id="42" name="Rectangle 42"/>
            <p:cNvSpPr/>
            <p:nvPr/>
          </p:nvSpPr>
          <p:spPr>
            <a:xfrm>
              <a:off x="2593753" y="4491038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647093" y="4536758"/>
              <a:ext cx="1336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內文一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459034" y="4431411"/>
            <a:ext cx="4283774" cy="571786"/>
            <a:chOff x="4459034" y="4431411"/>
            <a:chExt cx="4283774" cy="571786"/>
          </a:xfrm>
        </p:grpSpPr>
        <p:sp>
          <p:nvSpPr>
            <p:cNvPr id="45" name="Rectangle 45"/>
            <p:cNvSpPr/>
            <p:nvPr/>
          </p:nvSpPr>
          <p:spPr>
            <a:xfrm>
              <a:off x="4459034" y="4431411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32690" y="4637251"/>
              <a:ext cx="118391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Arial Regular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312592" y="4431411"/>
            <a:ext cx="1325213" cy="571786"/>
            <a:chOff x="9312592" y="4431411"/>
            <a:chExt cx="1325213" cy="571786"/>
          </a:xfrm>
        </p:grpSpPr>
        <p:sp>
          <p:nvSpPr>
            <p:cNvPr id="48" name="Rectangle 48"/>
            <p:cNvSpPr/>
            <p:nvPr/>
          </p:nvSpPr>
          <p:spPr>
            <a:xfrm>
              <a:off x="9312592" y="4431411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86249" y="4637251"/>
              <a:ext cx="39967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14pt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593753" y="5245989"/>
            <a:ext cx="1793843" cy="655320"/>
            <a:chOff x="2593753" y="5245989"/>
            <a:chExt cx="1793843" cy="655320"/>
          </a:xfrm>
        </p:grpSpPr>
        <p:sp>
          <p:nvSpPr>
            <p:cNvPr id="51" name="Rectangle 51"/>
            <p:cNvSpPr/>
            <p:nvPr/>
          </p:nvSpPr>
          <p:spPr>
            <a:xfrm>
              <a:off x="2593753" y="5245989"/>
              <a:ext cx="1793843" cy="45253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647093" y="5291709"/>
              <a:ext cx="1336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內文二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459034" y="5186362"/>
            <a:ext cx="4283774" cy="571786"/>
            <a:chOff x="4459034" y="5186362"/>
            <a:chExt cx="4283774" cy="571786"/>
          </a:xfrm>
        </p:grpSpPr>
        <p:sp>
          <p:nvSpPr>
            <p:cNvPr id="54" name="Rectangle 54"/>
            <p:cNvSpPr/>
            <p:nvPr/>
          </p:nvSpPr>
          <p:spPr>
            <a:xfrm>
              <a:off x="4459034" y="5186362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535234" y="5403628"/>
              <a:ext cx="1014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Arial Regular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312592" y="5186362"/>
            <a:ext cx="1325213" cy="571786"/>
            <a:chOff x="9312592" y="5186362"/>
            <a:chExt cx="1325213" cy="571786"/>
          </a:xfrm>
        </p:grpSpPr>
        <p:sp>
          <p:nvSpPr>
            <p:cNvPr id="57" name="Rectangle 57"/>
            <p:cNvSpPr/>
            <p:nvPr/>
          </p:nvSpPr>
          <p:spPr>
            <a:xfrm>
              <a:off x="9312592" y="5186362"/>
              <a:ext cx="1325213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88792" y="5403628"/>
              <a:ext cx="3425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12pt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  <p:bldP spid="14" grpId="0"/>
      <p:bldP spid="17" grpId="0"/>
      <p:bldP spid="20" grpId="0"/>
      <p:bldP spid="23" grpId="0"/>
      <p:bldP spid="26" grpId="0"/>
      <p:bldP spid="29" grpId="0"/>
      <p:bldP spid="32" grpId="0"/>
      <p:bldP spid="35" grpId="0"/>
      <p:bldP spid="38" grpId="0"/>
      <p:bldP spid="41" grpId="0"/>
      <p:bldP spid="44" grpId="0"/>
      <p:bldP spid="47" grpId="0"/>
      <p:bldP spid="50" grpId="0"/>
      <p:bldP spid="53" grpId="0"/>
      <p:bldP spid="56" grpId="0"/>
      <p:bldP spid="5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787813" y="3426524"/>
            <a:ext cx="11404187" cy="3431476"/>
            <a:chOff x="787813" y="3426524"/>
            <a:chExt cx="11404187" cy="3431476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7813" y="3426524"/>
              <a:ext cx="11404187" cy="3431476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5" name="Rectangle 5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-967264" y="1659446"/>
              <a:ext cx="9665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English Font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21155" y="1716024"/>
            <a:ext cx="4283774" cy="636460"/>
            <a:chOff x="1621155" y="1716024"/>
            <a:chExt cx="4283774" cy="636460"/>
          </a:xfrm>
        </p:grpSpPr>
        <p:sp>
          <p:nvSpPr>
            <p:cNvPr id="8" name="Rectangle 8"/>
            <p:cNvSpPr/>
            <p:nvPr/>
          </p:nvSpPr>
          <p:spPr>
            <a:xfrm>
              <a:off x="1621155" y="1716024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82115" y="1864804"/>
              <a:ext cx="30853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u="sng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簡報內文字使用</a:t>
              </a:r>
              <a:r>
                <a:rPr lang="zh-CN" sz="2400" b="1" u="sng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黑色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1155" y="2287905"/>
            <a:ext cx="4283774" cy="571786"/>
            <a:chOff x="1621155" y="2287905"/>
            <a:chExt cx="4283774" cy="571786"/>
          </a:xfrm>
        </p:grpSpPr>
        <p:sp>
          <p:nvSpPr>
            <p:cNvPr id="11" name="Rectangle 11"/>
            <p:cNvSpPr/>
            <p:nvPr/>
          </p:nvSpPr>
          <p:spPr>
            <a:xfrm>
              <a:off x="1621155" y="2287905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94812" y="2493745"/>
              <a:ext cx="278039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808080"/>
                  </a:solidFill>
                  <a:latin typeface="Arial"/>
                  <a:ea typeface="Microsoft YaHei"/>
                  <a:cs typeface="Arial"/>
                </a:rPr>
                <a:t>內文中非重要輔助字可使用灰色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21155" y="4003358"/>
            <a:ext cx="4283774" cy="636460"/>
            <a:chOff x="1621155" y="4003358"/>
            <a:chExt cx="4283774" cy="636460"/>
          </a:xfrm>
        </p:grpSpPr>
        <p:sp>
          <p:nvSpPr>
            <p:cNvPr id="14" name="Rectangle 14"/>
            <p:cNvSpPr/>
            <p:nvPr/>
          </p:nvSpPr>
          <p:spPr>
            <a:xfrm>
              <a:off x="1621155" y="4003358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82115" y="4152138"/>
              <a:ext cx="30853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u="sng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漸層頁</a:t>
              </a:r>
              <a:r>
                <a:rPr lang="zh-CN" sz="2400" b="1" u="sng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文字使用</a:t>
              </a:r>
              <a:r>
                <a:rPr lang="zh-CN" sz="2400" b="1" u="sng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白色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21155" y="4575143"/>
            <a:ext cx="4283774" cy="571786"/>
            <a:chOff x="1621155" y="4575143"/>
            <a:chExt cx="4283774" cy="571786"/>
          </a:xfrm>
        </p:grpSpPr>
        <p:sp>
          <p:nvSpPr>
            <p:cNvPr id="17" name="Rectangle 17"/>
            <p:cNvSpPr/>
            <p:nvPr/>
          </p:nvSpPr>
          <p:spPr>
            <a:xfrm>
              <a:off x="1621155" y="4575143"/>
              <a:ext cx="4283774" cy="57178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94812" y="4781079"/>
              <a:ext cx="238828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E5FF77"/>
                  </a:solidFill>
                  <a:latin typeface="Arial"/>
                  <a:ea typeface="Microsoft YaHei"/>
                  <a:cs typeface="Arial"/>
                </a:rPr>
                <a:t>漸層頁中輔助字可使用黃色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06114" y="1871377"/>
            <a:ext cx="571881" cy="571881"/>
            <a:chOff x="7006114" y="1871377"/>
            <a:chExt cx="571881" cy="571881"/>
          </a:xfrm>
        </p:grpSpPr>
        <p:sp>
          <p:nvSpPr>
            <p:cNvPr id="20" name="Ellipse 20"/>
            <p:cNvSpPr/>
            <p:nvPr/>
          </p:nvSpPr>
          <p:spPr>
            <a:xfrm>
              <a:off x="7006114" y="1871377"/>
              <a:ext cx="571881" cy="57188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8289417" y="1871377"/>
            <a:ext cx="571881" cy="571881"/>
            <a:chOff x="8289417" y="1871377"/>
            <a:chExt cx="571881" cy="571881"/>
          </a:xfrm>
        </p:grpSpPr>
        <p:sp>
          <p:nvSpPr>
            <p:cNvPr id="22" name="Ellipse 22"/>
            <p:cNvSpPr/>
            <p:nvPr/>
          </p:nvSpPr>
          <p:spPr>
            <a:xfrm>
              <a:off x="8289417" y="1871377"/>
              <a:ext cx="571881" cy="571881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006209" y="2588324"/>
            <a:ext cx="825246" cy="289464"/>
            <a:chOff x="7006209" y="2588324"/>
            <a:chExt cx="825246" cy="289464"/>
          </a:xfrm>
        </p:grpSpPr>
        <p:sp>
          <p:nvSpPr>
            <p:cNvPr id="24" name="Rectangle 24"/>
            <p:cNvSpPr/>
            <p:nvPr/>
          </p:nvSpPr>
          <p:spPr>
            <a:xfrm>
              <a:off x="7006209" y="2588324"/>
              <a:ext cx="825246" cy="2713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82314" y="2633948"/>
              <a:ext cx="5585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#00000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89417" y="2588324"/>
            <a:ext cx="825246" cy="289464"/>
            <a:chOff x="8289417" y="2588324"/>
            <a:chExt cx="825246" cy="289464"/>
          </a:xfrm>
        </p:grpSpPr>
        <p:sp>
          <p:nvSpPr>
            <p:cNvPr id="27" name="Rectangle 27"/>
            <p:cNvSpPr/>
            <p:nvPr/>
          </p:nvSpPr>
          <p:spPr>
            <a:xfrm>
              <a:off x="8289417" y="2588324"/>
              <a:ext cx="825246" cy="2713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65617" y="2633948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#7F7F7F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006114" y="4158710"/>
            <a:ext cx="571881" cy="571881"/>
            <a:chOff x="7006114" y="4158710"/>
            <a:chExt cx="571881" cy="571881"/>
          </a:xfrm>
        </p:grpSpPr>
        <p:sp>
          <p:nvSpPr>
            <p:cNvPr id="30" name="Ellipse 30"/>
            <p:cNvSpPr/>
            <p:nvPr/>
          </p:nvSpPr>
          <p:spPr>
            <a:xfrm>
              <a:off x="7006114" y="4158710"/>
              <a:ext cx="571881" cy="57188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289417" y="4158710"/>
            <a:ext cx="571881" cy="571881"/>
            <a:chOff x="8289417" y="4158710"/>
            <a:chExt cx="571881" cy="571881"/>
          </a:xfrm>
        </p:grpSpPr>
        <p:sp>
          <p:nvSpPr>
            <p:cNvPr id="32" name="Ellipse 32"/>
            <p:cNvSpPr/>
            <p:nvPr/>
          </p:nvSpPr>
          <p:spPr>
            <a:xfrm>
              <a:off x="8289417" y="4158710"/>
              <a:ext cx="571881" cy="571881"/>
            </a:xfrm>
            <a:prstGeom prst="ellipse">
              <a:avLst/>
            </a:prstGeom>
            <a:solidFill>
              <a:srgbClr val="E0F974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7006209" y="4875562"/>
            <a:ext cx="825246" cy="289560"/>
            <a:chOff x="7006209" y="4875562"/>
            <a:chExt cx="825246" cy="289560"/>
          </a:xfrm>
        </p:grpSpPr>
        <p:sp>
          <p:nvSpPr>
            <p:cNvPr id="34" name="Rectangle 34"/>
            <p:cNvSpPr/>
            <p:nvPr/>
          </p:nvSpPr>
          <p:spPr>
            <a:xfrm>
              <a:off x="7006209" y="4875562"/>
              <a:ext cx="825246" cy="2713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82314" y="4921282"/>
              <a:ext cx="5585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#</a:t>
              </a:r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fffff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289417" y="4875562"/>
            <a:ext cx="825246" cy="289560"/>
            <a:chOff x="8289417" y="4875562"/>
            <a:chExt cx="825246" cy="289560"/>
          </a:xfrm>
        </p:grpSpPr>
        <p:sp>
          <p:nvSpPr>
            <p:cNvPr id="37" name="Rectangle 37"/>
            <p:cNvSpPr/>
            <p:nvPr/>
          </p:nvSpPr>
          <p:spPr>
            <a:xfrm>
              <a:off x="8289417" y="4875562"/>
              <a:ext cx="825246" cy="27136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65617" y="4921282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#f3fc77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3" grpId="0"/>
      <p:bldP spid="16" grpId="0"/>
      <p:bldP spid="19" grpId="0"/>
      <p:bldP spid="21" grpId="0"/>
      <p:bldP spid="23" grpId="0"/>
      <p:bldP spid="26" grpId="0"/>
      <p:bldP spid="29" grpId="0"/>
      <p:bldP spid="31" grpId="0"/>
      <p:bldP spid="33" grpId="0"/>
      <p:bldP spid="36" grpId="0"/>
      <p:bldP spid="3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732788" y="1378363"/>
            <a:ext cx="5137023" cy="330256"/>
            <a:chOff x="1732788" y="1378363"/>
            <a:chExt cx="5137023" cy="330256"/>
          </a:xfrm>
        </p:grpSpPr>
        <p:sp>
          <p:nvSpPr>
            <p:cNvPr id="3" name="Rectangle 3"/>
            <p:cNvSpPr/>
            <p:nvPr/>
          </p:nvSpPr>
          <p:spPr>
            <a:xfrm>
              <a:off x="1732788" y="1378363"/>
              <a:ext cx="5137023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806445" y="1424088"/>
              <a:ext cx="4201831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 xml:space="preserve">常見 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icon提供簡報使用，或至</a:t>
              </a:r>
              <a:r>
                <a:rPr lang="zh-CN" sz="1400" b="1" u="sng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線上下載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開源圖檔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31074" y="847916"/>
            <a:ext cx="3002471" cy="492704"/>
            <a:chOff x="1731074" y="847916"/>
            <a:chExt cx="3002471" cy="492704"/>
          </a:xfrm>
        </p:grpSpPr>
        <p:sp>
          <p:nvSpPr>
            <p:cNvPr id="6" name="Rectangle 6"/>
            <p:cNvSpPr/>
            <p:nvPr/>
          </p:nvSpPr>
          <p:spPr>
            <a:xfrm>
              <a:off x="1731074" y="847916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94577" y="893631"/>
              <a:ext cx="918283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I</a:t>
              </a:r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con</a:t>
              </a:r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70710" y="5094827"/>
            <a:ext cx="8139494" cy="514255"/>
            <a:chOff x="1870710" y="5094827"/>
            <a:chExt cx="8139494" cy="51425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95949" y="5094827"/>
              <a:ext cx="514255" cy="514255"/>
            </a:xfrm>
            <a:prstGeom prst="rect">
              <a:avLst/>
            </a:prstGeom>
          </p:spPr>
        </p:pic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17959" y="5094827"/>
              <a:ext cx="514255" cy="514255"/>
            </a:xfrm>
            <a:prstGeom prst="rect">
              <a:avLst/>
            </a:prstGeom>
          </p:spPr>
        </p:pic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70710" y="5094827"/>
              <a:ext cx="514255" cy="514255"/>
            </a:xfrm>
            <a:prstGeom prst="rect">
              <a:avLst/>
            </a:prstGeom>
          </p:spPr>
        </p:pic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48700" y="5094827"/>
              <a:ext cx="514255" cy="514255"/>
            </a:xfrm>
            <a:prstGeom prst="rect">
              <a:avLst/>
            </a:prstGeom>
          </p:spPr>
        </p:pic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54202" y="5094827"/>
              <a:ext cx="514255" cy="514255"/>
            </a:xfrm>
            <a:prstGeom prst="rect">
              <a:avLst/>
            </a:prstGeom>
          </p:spPr>
        </p:pic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59705" y="5094827"/>
              <a:ext cx="514255" cy="514255"/>
            </a:xfrm>
            <a:prstGeom prst="rect">
              <a:avLst/>
            </a:prstGeom>
          </p:spPr>
        </p:pic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106954" y="5094827"/>
              <a:ext cx="514255" cy="514255"/>
            </a:xfrm>
            <a:prstGeom prst="rect">
              <a:avLst/>
            </a:prstGeom>
          </p:spPr>
        </p:pic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01451" y="5094827"/>
              <a:ext cx="514255" cy="514255"/>
            </a:xfrm>
            <a:prstGeom prst="rect">
              <a:avLst/>
            </a:prstGeom>
          </p:spPr>
        </p:pic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65208" y="5094827"/>
              <a:ext cx="514255" cy="514255"/>
            </a:xfrm>
            <a:prstGeom prst="rect">
              <a:avLst/>
            </a:prstGeom>
          </p:spPr>
        </p:pic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412456" y="5094827"/>
              <a:ext cx="514255" cy="514255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1870710" y="2493740"/>
            <a:ext cx="8986743" cy="514255"/>
            <a:chOff x="1870710" y="2493740"/>
            <a:chExt cx="8986743" cy="514255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412456" y="2493740"/>
              <a:ext cx="514255" cy="514255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495949" y="2493740"/>
              <a:ext cx="514255" cy="514255"/>
            </a:xfrm>
            <a:prstGeom prst="rect">
              <a:avLst/>
            </a:prstGeom>
          </p:spPr>
        </p:pic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54202" y="2493740"/>
              <a:ext cx="514255" cy="514255"/>
            </a:xfrm>
            <a:prstGeom prst="rect">
              <a:avLst/>
            </a:prstGeom>
          </p:spPr>
        </p:pic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343198" y="2493740"/>
              <a:ext cx="514255" cy="514255"/>
            </a:xfrm>
            <a:prstGeom prst="rect">
              <a:avLst/>
            </a:prstGeom>
          </p:spPr>
        </p:pic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259705" y="2493740"/>
              <a:ext cx="514255" cy="514255"/>
            </a:xfrm>
            <a:prstGeom prst="rect">
              <a:avLst/>
            </a:prstGeom>
          </p:spPr>
        </p:pic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106954" y="2493740"/>
              <a:ext cx="514255" cy="514255"/>
            </a:xfrm>
            <a:prstGeom prst="rect">
              <a:avLst/>
            </a:prstGeom>
          </p:spPr>
        </p:pic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801451" y="2493740"/>
              <a:ext cx="514255" cy="514255"/>
            </a:xfrm>
            <a:prstGeom prst="rect">
              <a:avLst/>
            </a:pr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648700" y="2493740"/>
              <a:ext cx="514255" cy="514255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870710" y="2493740"/>
              <a:ext cx="514255" cy="514255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565208" y="2493740"/>
              <a:ext cx="514255" cy="514255"/>
            </a:xfrm>
            <a:prstGeom prst="rect">
              <a:avLst/>
            </a:prstGeom>
          </p:spPr>
        </p:pic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717959" y="2493740"/>
              <a:ext cx="514255" cy="514255"/>
            </a:xfrm>
            <a:prstGeom prst="rect">
              <a:avLst/>
            </a:prstGeom>
          </p:spPr>
        </p:pic>
      </p:grpSp>
      <p:grpSp>
        <p:nvGrpSpPr>
          <p:cNvPr id="43" name="Group 43"/>
          <p:cNvGrpSpPr/>
          <p:nvPr/>
        </p:nvGrpSpPr>
        <p:grpSpPr>
          <a:xfrm>
            <a:off x="1870710" y="3794284"/>
            <a:ext cx="8986743" cy="514255"/>
            <a:chOff x="1870710" y="3794284"/>
            <a:chExt cx="8986743" cy="514255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12456" y="3794284"/>
              <a:ext cx="514255" cy="514255"/>
            </a:xfrm>
            <a:prstGeom prst="rect">
              <a:avLst/>
            </a:prstGeom>
          </p:spPr>
        </p:pic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870710" y="3794284"/>
              <a:ext cx="514255" cy="514255"/>
            </a:xfrm>
            <a:prstGeom prst="rect">
              <a:avLst/>
            </a:prstGeom>
          </p:spPr>
        </p:pic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717959" y="3794284"/>
              <a:ext cx="514255" cy="514255"/>
            </a:xfrm>
            <a:prstGeom prst="rect">
              <a:avLst/>
            </a:prstGeom>
          </p:spPr>
        </p:pic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565208" y="3794284"/>
              <a:ext cx="514255" cy="514255"/>
            </a:xfrm>
            <a:prstGeom prst="rect">
              <a:avLst/>
            </a:prstGeom>
          </p:spPr>
        </p:pic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259705" y="3794284"/>
              <a:ext cx="514255" cy="514255"/>
            </a:xfrm>
            <a:prstGeom prst="rect">
              <a:avLst/>
            </a:prstGeom>
          </p:spPr>
        </p:pic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0343198" y="3794284"/>
              <a:ext cx="514255" cy="514255"/>
            </a:xfrm>
            <a:prstGeom prst="rect">
              <a:avLst/>
            </a:prstGeom>
          </p:spPr>
        </p:pic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8648700" y="3794284"/>
              <a:ext cx="514255" cy="514255"/>
            </a:xfrm>
            <a:prstGeom prst="rect">
              <a:avLst/>
            </a:prstGeom>
          </p:spPr>
        </p:pic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954202" y="3794284"/>
              <a:ext cx="514255" cy="514255"/>
            </a:xfrm>
            <a:prstGeom prst="rect">
              <a:avLst/>
            </a:prstGeom>
          </p:spPr>
        </p:pic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9495949" y="3794284"/>
              <a:ext cx="514255" cy="514255"/>
            </a:xfrm>
            <a:prstGeom prst="rect">
              <a:avLst/>
            </a:prstGeom>
          </p:spPr>
        </p:pic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6106954" y="3794284"/>
              <a:ext cx="514255" cy="514255"/>
            </a:xfrm>
            <a:prstGeom prst="rect">
              <a:avLst/>
            </a:prstGeom>
          </p:spPr>
        </p:pic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7801451" y="3794284"/>
              <a:ext cx="514255" cy="51425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9" grpId="0"/>
      <p:bldP spid="31" grpId="0"/>
      <p:bldP spid="4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81416" y="1623727"/>
            <a:ext cx="8692896" cy="4781645"/>
            <a:chOff x="2181416" y="1623727"/>
            <a:chExt cx="8692896" cy="4781645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1416" y="1623727"/>
              <a:ext cx="8692896" cy="4781645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731074" y="847916"/>
            <a:ext cx="3002471" cy="492704"/>
            <a:chOff x="1731074" y="847916"/>
            <a:chExt cx="3002471" cy="492704"/>
          </a:xfrm>
        </p:grpSpPr>
        <p:sp>
          <p:nvSpPr>
            <p:cNvPr id="5" name="Rectangle 5"/>
            <p:cNvSpPr/>
            <p:nvPr/>
          </p:nvSpPr>
          <p:spPr>
            <a:xfrm>
              <a:off x="1731074" y="847916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94577" y="893631"/>
              <a:ext cx="918283" cy="446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I</a:t>
              </a:r>
              <a:r>
                <a:rPr lang="zh-CN" sz="2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con B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32788" y="1378363"/>
            <a:ext cx="5137023" cy="330256"/>
            <a:chOff x="1732788" y="1378363"/>
            <a:chExt cx="5137023" cy="330256"/>
          </a:xfrm>
        </p:grpSpPr>
        <p:sp>
          <p:nvSpPr>
            <p:cNvPr id="8" name="Rectangle 8"/>
            <p:cNvSpPr/>
            <p:nvPr/>
          </p:nvSpPr>
          <p:spPr>
            <a:xfrm>
              <a:off x="1732788" y="1378363"/>
              <a:ext cx="5137023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06445" y="1424088"/>
              <a:ext cx="3809712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漸層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 xml:space="preserve"> 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icon提供簡報使用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，</a:t>
              </a:r>
              <a:r>
                <a:rPr lang="zh-CN" sz="1400" b="1" dirty="0">
                  <a:solidFill>
                    <a:srgbClr val="000000"/>
                  </a:solidFill>
                  <a:latin typeface="Segoe UI"/>
                  <a:ea typeface="Microsoft JhengHei"/>
                  <a:cs typeface="Segoe UI"/>
                </a:rPr>
                <a:t>請至壓縮包中下載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3" name="Rectangle 3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-967264" y="1659446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Content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 rot="5400000">
            <a:off x="-1043463" y="1613726"/>
            <a:ext cx="3002471" cy="315658"/>
            <a:chOff x="-1043464" y="1613725"/>
            <a:chExt cx="3002471" cy="315658"/>
          </a:xfrm>
        </p:grpSpPr>
        <p:sp>
          <p:nvSpPr>
            <p:cNvPr id="3" name="Rectangle 3"/>
            <p:cNvSpPr/>
            <p:nvPr/>
          </p:nvSpPr>
          <p:spPr>
            <a:xfrm>
              <a:off x="-1043464" y="1613725"/>
              <a:ext cx="3002471" cy="31565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-967264" y="1659446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Content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980408" y="2464975"/>
            <a:ext cx="5115592" cy="696016"/>
            <a:chOff x="980408" y="2464975"/>
            <a:chExt cx="5115592" cy="696016"/>
          </a:xfrm>
        </p:grpSpPr>
        <p:sp>
          <p:nvSpPr>
            <p:cNvPr id="3" name="Rectangle 3"/>
            <p:cNvSpPr/>
            <p:nvPr/>
          </p:nvSpPr>
          <p:spPr>
            <a:xfrm>
              <a:off x="980408" y="2464975"/>
              <a:ext cx="5115592" cy="55264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31110" y="2510700"/>
              <a:ext cx="2411360" cy="650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THANK YOU!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0408" y="3224594"/>
            <a:ext cx="5115592" cy="1056418"/>
            <a:chOff x="980408" y="3224594"/>
            <a:chExt cx="5115592" cy="1056418"/>
          </a:xfrm>
        </p:grpSpPr>
        <p:sp>
          <p:nvSpPr>
            <p:cNvPr id="6" name="Rectangle 6"/>
            <p:cNvSpPr/>
            <p:nvPr/>
          </p:nvSpPr>
          <p:spPr>
            <a:xfrm>
              <a:off x="980408" y="3224594"/>
              <a:ext cx="5115592" cy="10564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3970" y="3270318"/>
              <a:ext cx="4675641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Need more information? Please contact the Cathay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3970" y="3483678"/>
              <a:ext cx="2164212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Financial Holding team. 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980408" y="2464975"/>
            <a:ext cx="5115592" cy="696016"/>
            <a:chOff x="980408" y="2464975"/>
            <a:chExt cx="5115592" cy="696016"/>
          </a:xfrm>
        </p:grpSpPr>
        <p:sp>
          <p:nvSpPr>
            <p:cNvPr id="3" name="Rectangle 3"/>
            <p:cNvSpPr/>
            <p:nvPr/>
          </p:nvSpPr>
          <p:spPr>
            <a:xfrm>
              <a:off x="980408" y="2464975"/>
              <a:ext cx="5115592" cy="55264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31110" y="2510700"/>
              <a:ext cx="2411360" cy="650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THANK YOU!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0408" y="3224594"/>
            <a:ext cx="5115592" cy="1056418"/>
            <a:chOff x="980408" y="3224594"/>
            <a:chExt cx="5115592" cy="1056418"/>
          </a:xfrm>
        </p:grpSpPr>
        <p:sp>
          <p:nvSpPr>
            <p:cNvPr id="6" name="Rectangle 6"/>
            <p:cNvSpPr/>
            <p:nvPr/>
          </p:nvSpPr>
          <p:spPr>
            <a:xfrm>
              <a:off x="980408" y="3224594"/>
              <a:ext cx="5115592" cy="10564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3970" y="3270318"/>
              <a:ext cx="4675641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Need more information? Please contact the Cathay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3970" y="3483678"/>
              <a:ext cx="2164212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Financial Holding team. 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