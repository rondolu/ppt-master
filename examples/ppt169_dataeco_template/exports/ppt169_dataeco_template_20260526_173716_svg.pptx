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png"/>
  <Relationship Id="rId3" Type="http://schemas.openxmlformats.org/officeDocument/2006/relationships/image" Target="../media/image1.sv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png"/>
  <Relationship Id="rId3" Type="http://schemas.openxmlformats.org/officeDocument/2006/relationships/image" Target="../media/image2.svg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png"/>
  <Relationship Id="rId3" Type="http://schemas.openxmlformats.org/officeDocument/2006/relationships/image" Target="../media/image3.svg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png"/>
  <Relationship Id="rId3" Type="http://schemas.openxmlformats.org/officeDocument/2006/relationships/image" Target="../media/image4.sv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png"/>
  <Relationship Id="rId3" Type="http://schemas.openxmlformats.org/officeDocument/2006/relationships/image" Target="../media/image5.sv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png"/>
  <Relationship Id="rId3" Type="http://schemas.openxmlformats.org/officeDocument/2006/relationships/image" Target="../media/image6.sv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png"/>
  <Relationship Id="rId3" Type="http://schemas.openxmlformats.org/officeDocument/2006/relationships/image" Target="../media/image7.svg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png"/>
  <Relationship Id="rId3" Type="http://schemas.openxmlformats.org/officeDocument/2006/relationships/image" Target="../media/image8.sv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png"/>
  <Relationship Id="rId3" Type="http://schemas.openxmlformats.org/officeDocument/2006/relationships/image" Target="../media/image9.sv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png"/>
  <Relationship Id="rId3" Type="http://schemas.openxmlformats.org/officeDocument/2006/relationships/image" Target="../media/image10.sv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png"/>
  <Relationship Id="rId3" Type="http://schemas.openxmlformats.org/officeDocument/2006/relationships/image" Target="../media/image11.svg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png"/>
  <Relationship Id="rId3" Type="http://schemas.openxmlformats.org/officeDocument/2006/relationships/image" Target="../media/image12.svg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png"/>
  <Relationship Id="rId3" Type="http://schemas.openxmlformats.org/officeDocument/2006/relationships/image" Target="../media/image13.svg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4.png"/>
  <Relationship Id="rId3" Type="http://schemas.openxmlformats.org/officeDocument/2006/relationships/image" Target="../media/image14.svg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5.png"/>
  <Relationship Id="rId3" Type="http://schemas.openxmlformats.org/officeDocument/2006/relationships/image" Target="../media/image15.svg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6.png"/>
  <Relationship Id="rId3" Type="http://schemas.openxmlformats.org/officeDocument/2006/relationships/image" Target="../media/image16.svg"/>
</Relationships>
</file>

<file path=ppt/slides/_rels/slide1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7.png"/>
  <Relationship Id="rId3" Type="http://schemas.openxmlformats.org/officeDocument/2006/relationships/image" Target="../media/image17.svg"/>
</Relationships>
</file>

<file path=ppt/slides/_rels/slide1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8.png"/>
  <Relationship Id="rId3" Type="http://schemas.openxmlformats.org/officeDocument/2006/relationships/image" Target="../media/image18.svg"/>
</Relationships>
</file>

<file path=ppt/slides/_rels/slide1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9.png"/>
  <Relationship Id="rId3" Type="http://schemas.openxmlformats.org/officeDocument/2006/relationships/image" Target="../media/image19.svg"/>
</Relationships>
</file>

<file path=ppt/slides/_rels/slide2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0.png"/>
  <Relationship Id="rId3" Type="http://schemas.openxmlformats.org/officeDocument/2006/relationships/image" Target="../media/image20.svg"/>
</Relationships>
</file>

<file path=ppt/slides/_rels/slide2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1.png"/>
  <Relationship Id="rId3" Type="http://schemas.openxmlformats.org/officeDocument/2006/relationships/image" Target="../media/image21.svg"/>
</Relationships>
</file>

<file path=ppt/slides/_rels/slide2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2.png"/>
  <Relationship Id="rId3" Type="http://schemas.openxmlformats.org/officeDocument/2006/relationships/image" Target="../media/image22.svg"/>
</Relationships>
</file>

<file path=ppt/slides/_rels/slide2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3.png"/>
  <Relationship Id="rId3" Type="http://schemas.openxmlformats.org/officeDocument/2006/relationships/image" Target="../media/image23.svg"/>
</Relationships>
</file>

<file path=ppt/slides/_rels/slide2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4.png"/>
  <Relationship Id="rId3" Type="http://schemas.openxmlformats.org/officeDocument/2006/relationships/image" Target="../media/image24.svg"/>
</Relationships>
</file>

<file path=ppt/slides/_rels/slide2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5.png"/>
  <Relationship Id="rId3" Type="http://schemas.openxmlformats.org/officeDocument/2006/relationships/image" Target="../media/image25.svg"/>
</Relationships>
</file>

<file path=ppt/slides/_rels/slide2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6.png"/>
  <Relationship Id="rId3" Type="http://schemas.openxmlformats.org/officeDocument/2006/relationships/image" Target="../media/image26.svg"/>
</Relationships>
</file>

<file path=ppt/slides/_rels/slide2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7.png"/>
  <Relationship Id="rId3" Type="http://schemas.openxmlformats.org/officeDocument/2006/relationships/image" Target="../media/image27.svg"/>
</Relationships>
</file>

<file path=ppt/slides/_rels/slide2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8.png"/>
  <Relationship Id="rId3" Type="http://schemas.openxmlformats.org/officeDocument/2006/relationships/image" Target="../media/image28.svg"/>
</Relationships>
</file>

<file path=ppt/slides/_rels/slide2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9.png"/>
  <Relationship Id="rId3" Type="http://schemas.openxmlformats.org/officeDocument/2006/relationships/image" Target="../media/image29.svg"/>
</Relationships>
</file>

<file path=ppt/slides/_rels/slide3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0.png"/>
  <Relationship Id="rId3" Type="http://schemas.openxmlformats.org/officeDocument/2006/relationships/image" Target="../media/image30.svg"/>
</Relationships>
</file>

<file path=ppt/slides/_rels/slide3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1.png"/>
  <Relationship Id="rId3" Type="http://schemas.openxmlformats.org/officeDocument/2006/relationships/image" Target="../media/image31.svg"/>
</Relationships>
</file>

<file path=ppt/slides/_rels/slide3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2.png"/>
  <Relationship Id="rId3" Type="http://schemas.openxmlformats.org/officeDocument/2006/relationships/image" Target="../media/image32.svg"/>
</Relationships>
</file>

<file path=ppt/slides/_rels/slide3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3.png"/>
  <Relationship Id="rId3" Type="http://schemas.openxmlformats.org/officeDocument/2006/relationships/image" Target="../media/image33.svg"/>
</Relationships>
</file>

<file path=ppt/slides/_rels/slide3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4.png"/>
  <Relationship Id="rId3" Type="http://schemas.openxmlformats.org/officeDocument/2006/relationships/image" Target="../media/image34.svg"/>
</Relationships>
</file>

<file path=ppt/slides/_rels/slide3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5.png"/>
  <Relationship Id="rId3" Type="http://schemas.openxmlformats.org/officeDocument/2006/relationships/image" Target="../media/image35.svg"/>
</Relationships>
</file>

<file path=ppt/slides/_rels/slide3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6.png"/>
  <Relationship Id="rId3" Type="http://schemas.openxmlformats.org/officeDocument/2006/relationships/image" Target="../media/image36.svg"/>
</Relationships>
</file>

<file path=ppt/slides/_rels/slide3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7.png"/>
  <Relationship Id="rId3" Type="http://schemas.openxmlformats.org/officeDocument/2006/relationships/image" Target="../media/image37.svg"/>
</Relationships>
</file>

<file path=ppt/slides/_rels/slide3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8.png"/>
  <Relationship Id="rId3" Type="http://schemas.openxmlformats.org/officeDocument/2006/relationships/image" Target="../media/image38.svg"/>
</Relationships>
</file>

<file path=ppt/slides/_rels/slide3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9.png"/>
  <Relationship Id="rId3" Type="http://schemas.openxmlformats.org/officeDocument/2006/relationships/image" Target="../media/image39.svg"/>
</Relationships>
</file>

<file path=ppt/slides/_rels/slide4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0.png"/>
  <Relationship Id="rId3" Type="http://schemas.openxmlformats.org/officeDocument/2006/relationships/image" Target="../media/image40.svg"/>
</Relationships>
</file>

<file path=ppt/slides/_rels/slide4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1.png"/>
  <Relationship Id="rId3" Type="http://schemas.openxmlformats.org/officeDocument/2006/relationships/image" Target="../media/image41.svg"/>
</Relationships>
</file>

<file path=ppt/slides/_rels/slide4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2.png"/>
  <Relationship Id="rId3" Type="http://schemas.openxmlformats.org/officeDocument/2006/relationships/image" Target="../media/image42.svg"/>
</Relationships>
</file>

<file path=ppt/slides/_rels/slide4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3.png"/>
  <Relationship Id="rId3" Type="http://schemas.openxmlformats.org/officeDocument/2006/relationships/image" Target="../media/image43.svg"/>
</Relationships>
</file>

<file path=ppt/slides/_rels/slide4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4.png"/>
  <Relationship Id="rId3" Type="http://schemas.openxmlformats.org/officeDocument/2006/relationships/image" Target="../media/image44.svg"/>
</Relationships>
</file>

<file path=ppt/slides/_rels/slide4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5.png"/>
  <Relationship Id="rId3" Type="http://schemas.openxmlformats.org/officeDocument/2006/relationships/image" Target="../media/image45.svg"/>
</Relationships>
</file>

<file path=ppt/slides/_rels/slide4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6.png"/>
  <Relationship Id="rId3" Type="http://schemas.openxmlformats.org/officeDocument/2006/relationships/image" Target="../media/image46.svg"/>
</Relationships>
</file>

<file path=ppt/slides/_rels/slide4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7.png"/>
  <Relationship Id="rId3" Type="http://schemas.openxmlformats.org/officeDocument/2006/relationships/image" Target="../media/image47.svg"/>
</Relationships>
</file>

<file path=ppt/slides/_rels/slide4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8.png"/>
  <Relationship Id="rId3" Type="http://schemas.openxmlformats.org/officeDocument/2006/relationships/image" Target="../media/image48.svg"/>
</Relationships>
</file>

<file path=ppt/slides/_rels/slide4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9.png"/>
  <Relationship Id="rId3" Type="http://schemas.openxmlformats.org/officeDocument/2006/relationships/image" Target="../media/image49.svg"/>
</Relationships>
</file>

<file path=ppt/slides/_rels/slide5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0.png"/>
  <Relationship Id="rId3" Type="http://schemas.openxmlformats.org/officeDocument/2006/relationships/image" Target="../media/image50.svg"/>
</Relationships>
</file>

<file path=ppt/slides/_rels/slide5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1.png"/>
  <Relationship Id="rId3" Type="http://schemas.openxmlformats.org/officeDocument/2006/relationships/image" Target="../media/image51.svg"/>
</Relationships>
</file>

<file path=ppt/slides/_rels/slide5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2.png"/>
  <Relationship Id="rId3" Type="http://schemas.openxmlformats.org/officeDocument/2006/relationships/image" Target="../media/image52.svg"/>
</Relationships>
</file>

<file path=ppt/slides/_rels/slide5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3.png"/>
  <Relationship Id="rId3" Type="http://schemas.openxmlformats.org/officeDocument/2006/relationships/image" Target="../media/image53.svg"/>
</Relationships>
</file>

<file path=ppt/slides/_rels/slide5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4.png"/>
  <Relationship Id="rId3" Type="http://schemas.openxmlformats.org/officeDocument/2006/relationships/image" Target="../media/image54.svg"/>
</Relationships>
</file>

<file path=ppt/slides/_rels/slide5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5.png"/>
  <Relationship Id="rId3" Type="http://schemas.openxmlformats.org/officeDocument/2006/relationships/image" Target="../media/image55.sv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