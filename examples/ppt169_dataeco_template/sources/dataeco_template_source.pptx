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81" r:id="rId1"/>
  </p:sldMasterIdLst>
  <p:notesMasterIdLst>
    <p:notesMasterId r:id="rId57"/>
  </p:notesMasterIdLst>
  <p:handoutMasterIdLst>
    <p:handoutMasterId r:id="rId58"/>
  </p:handoutMasterIdLst>
  <p:sldIdLst>
    <p:sldId id="416" r:id="rId2"/>
    <p:sldId id="450" r:id="rId3"/>
    <p:sldId id="375" r:id="rId4"/>
    <p:sldId id="417" r:id="rId5"/>
    <p:sldId id="377" r:id="rId6"/>
    <p:sldId id="421" r:id="rId7"/>
    <p:sldId id="419" r:id="rId8"/>
    <p:sldId id="460" r:id="rId9"/>
    <p:sldId id="379" r:id="rId10"/>
    <p:sldId id="445" r:id="rId11"/>
    <p:sldId id="380" r:id="rId12"/>
    <p:sldId id="382" r:id="rId13"/>
    <p:sldId id="383" r:id="rId14"/>
    <p:sldId id="393" r:id="rId15"/>
    <p:sldId id="390" r:id="rId16"/>
    <p:sldId id="394" r:id="rId17"/>
    <p:sldId id="396" r:id="rId18"/>
    <p:sldId id="397" r:id="rId19"/>
    <p:sldId id="395" r:id="rId20"/>
    <p:sldId id="398" r:id="rId21"/>
    <p:sldId id="399" r:id="rId22"/>
    <p:sldId id="400" r:id="rId23"/>
    <p:sldId id="473" r:id="rId24"/>
    <p:sldId id="467" r:id="rId25"/>
    <p:sldId id="474" r:id="rId26"/>
    <p:sldId id="401" r:id="rId27"/>
    <p:sldId id="469" r:id="rId28"/>
    <p:sldId id="470" r:id="rId29"/>
    <p:sldId id="471" r:id="rId30"/>
    <p:sldId id="472" r:id="rId31"/>
    <p:sldId id="432" r:id="rId32"/>
    <p:sldId id="438" r:id="rId33"/>
    <p:sldId id="447" r:id="rId34"/>
    <p:sldId id="402" r:id="rId35"/>
    <p:sldId id="433" r:id="rId36"/>
    <p:sldId id="435" r:id="rId37"/>
    <p:sldId id="407" r:id="rId38"/>
    <p:sldId id="422" r:id="rId39"/>
    <p:sldId id="403" r:id="rId40"/>
    <p:sldId id="405" r:id="rId41"/>
    <p:sldId id="478" r:id="rId42"/>
    <p:sldId id="409" r:id="rId43"/>
    <p:sldId id="423" r:id="rId44"/>
    <p:sldId id="384" r:id="rId45"/>
    <p:sldId id="424" r:id="rId46"/>
    <p:sldId id="391" r:id="rId47"/>
    <p:sldId id="385" r:id="rId48"/>
    <p:sldId id="389" r:id="rId49"/>
    <p:sldId id="426" r:id="rId50"/>
    <p:sldId id="386" r:id="rId51"/>
    <p:sldId id="410" r:id="rId52"/>
    <p:sldId id="425" r:id="rId53"/>
    <p:sldId id="461" r:id="rId54"/>
    <p:sldId id="387" r:id="rId55"/>
    <p:sldId id="451" r:id="rId56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76" roundtripDataSignature="AMtx7mi8el4zc2u4A0EWVG90GcKO+WDCx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056"/>
    <a:srgbClr val="046C40"/>
    <a:srgbClr val="F5F3F5"/>
    <a:srgbClr val="E7FFD2"/>
    <a:srgbClr val="3BBB8E"/>
    <a:srgbClr val="00AA64"/>
    <a:srgbClr val="6EDAA8"/>
    <a:srgbClr val="9AE992"/>
    <a:srgbClr val="F3FC78"/>
    <a:srgbClr val="BBF8B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854"/>
    <p:restoredTop sz="95629"/>
  </p:normalViewPr>
  <p:slideViewPr>
    <p:cSldViewPr snapToGrid="0">
      <p:cViewPr varScale="1">
        <p:scale>
          <a:sx n="107" d="100"/>
          <a:sy n="107" d="100"/>
        </p:scale>
        <p:origin x="1296" y="176"/>
      </p:cViewPr>
      <p:guideLst/>
    </p:cSldViewPr>
  </p:slideViewPr>
  <p:notesTextViewPr>
    <p:cViewPr>
      <p:scale>
        <a:sx n="65" d="100"/>
        <a:sy n="65" d="100"/>
      </p:scale>
      <p:origin x="0" y="0"/>
    </p:cViewPr>
  </p:notesTextViewPr>
  <p:notesViewPr>
    <p:cSldViewPr snapToGrid="0">
      <p:cViewPr varScale="1">
        <p:scale>
          <a:sx n="122" d="100"/>
          <a:sy n="122" d="100"/>
        </p:scale>
        <p:origin x="3864" y="2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customschemas.google.com/relationships/presentationmetadata" Target="meta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handoutMaster" Target="handoutMasters/handoutMaster1.xml"/><Relationship Id="rId79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77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80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78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NULL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039709487899302"/>
          <c:y val="6.0132213390587351E-2"/>
          <c:w val="0.86093011811023623"/>
          <c:h val="0.80292129782275756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09056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New Brand</c:v>
                </c:pt>
                <c:pt idx="1">
                  <c:v>Marketing</c:v>
                </c:pt>
                <c:pt idx="2">
                  <c:v>Social</c:v>
                </c:pt>
                <c:pt idx="3">
                  <c:v>Management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D97-AB47-B8CA-B66F94F4A4E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rgbClr val="3BBB8E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New Brand</c:v>
                </c:pt>
                <c:pt idx="1">
                  <c:v>Marketing</c:v>
                </c:pt>
                <c:pt idx="2">
                  <c:v>Social</c:v>
                </c:pt>
                <c:pt idx="3">
                  <c:v>Management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D97-AB47-B8CA-B66F94F4A4E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rgbClr val="9AE99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New Brand</c:v>
                </c:pt>
                <c:pt idx="1">
                  <c:v>Marketing</c:v>
                </c:pt>
                <c:pt idx="2">
                  <c:v>Social</c:v>
                </c:pt>
                <c:pt idx="3">
                  <c:v>Management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D97-AB47-B8CA-B66F94F4A4E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-1840691104"/>
        <c:axId val="-1840689472"/>
      </c:barChart>
      <c:catAx>
        <c:axId val="-184069110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pPr>
            <a:endParaRPr lang="zh-TW"/>
          </a:p>
        </c:txPr>
        <c:crossAx val="-1840689472"/>
        <c:crosses val="autoZero"/>
        <c:auto val="1"/>
        <c:lblAlgn val="ctr"/>
        <c:lblOffset val="100"/>
        <c:noMultiLvlLbl val="0"/>
      </c:catAx>
      <c:valAx>
        <c:axId val="-184068947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pPr>
            <a:endParaRPr lang="zh-TW"/>
          </a:p>
        </c:txPr>
        <c:crossAx val="-18406911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2BB6C774-50E5-4EB7-E8AA-40E5D8632CE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0A719E1E-B1DE-ADB4-92DC-87CA9EAED46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900167-1E2E-334A-85CD-ECBC5C4660E0}" type="datetimeFigureOut">
              <a:rPr kumimoji="1" lang="zh-TW" altLang="en-US" smtClean="0"/>
              <a:t>2026/4/13</a:t>
            </a:fld>
            <a:endParaRPr kumimoji="1"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9E81309E-0C08-9E99-ABA7-85ACD30EB09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90A64B70-A2EC-910A-2439-DC4941D4965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490B8F-EE50-4F41-8EAE-A4F3CE4B4269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8721754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E0DF0FB-3747-9842-A284-146FB77462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50D65824-D033-CC43-AEB4-B4434E9E4F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9E5EADD-3D4E-D140-BF25-0AA1DEA503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6FE7337-0273-104E-8AB8-E9E5C1DAB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3323CFB-CD9A-AF40-8DEF-8C918DE57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08076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AEC22AA-3265-B045-B92A-9E62E1C78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BE5D1EB-176A-FE4D-9556-C39BD0A631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TW" altLang="en-US"/>
              <a:t>按一下以編輯母片文字樣式
第二層
第三層
第四層
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862B9E2-53E6-C241-9A31-0E988561CF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F4DF3C2-2110-8F4F-8E9B-3815F4D22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331F723-552E-8D4F-812A-ACFD4041D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208149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85C8A07-524B-0445-B182-DDE7F37561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C54CD8B-301A-2242-B457-091772DCFD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zh-TW" altLang="en-US"/>
              <a:t>按一下以編輯母片文字樣式
第二層
第三層
第四層
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0E92F9F-DDF1-E441-897F-ADDA80B01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BFCC83D-619F-A745-AA24-D45CFC5A8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88898F3-62E8-9A4A-A613-82CEDF760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650315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389F7B0-10CC-3B4E-A1E5-49908927AA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6A35E10-9E60-CD4A-AB34-71DE6CC5E5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r>
              <a:rPr kumimoji="1" lang="zh-TW" altLang="en-US"/>
              <a:t>按一下以編輯母片文字樣式
第二層
第三層
第四層
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A179CAF6-956C-1443-9022-5DF2337EC7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rPr kumimoji="1" lang="zh-TW" altLang="en-US"/>
              <a:t>按一下以編輯母片文字樣式
第二層
第三層
第四層
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72867BB-9261-574C-BA60-739FAB5A43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4649ADF-F5BC-0447-8CB8-380804892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E1A741E-C8E6-4E4C-BE3E-0877F385DA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558137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1894C1E-2781-BD49-B716-20089546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FE3E021-EA1B-8F4A-B3A7-3031D575E3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kumimoji="1" lang="zh-TW" altLang="en-US"/>
              <a:t>按一下以編輯母片文字樣式
第二層
第三層
第四層
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C1439BFE-2433-684D-B7C5-D24170DBB1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r>
              <a:rPr kumimoji="1" lang="zh-TW" altLang="en-US"/>
              <a:t>按一下以編輯母片文字樣式
第二層
第三層
第四層
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27EA915C-82DA-FE4E-9451-A15796CBA6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kumimoji="1" lang="zh-TW" altLang="en-US"/>
              <a:t>按一下以編輯母片文字樣式
第二層
第三層
第四層
第五層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472AFD23-432F-1847-AFD1-73A576E422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r>
              <a:rPr kumimoji="1" lang="zh-TW" altLang="en-US"/>
              <a:t>按一下以編輯母片文字樣式
第二層
第三層
第四層
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C86E287A-AC38-0A46-8D15-9B3940AE1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A7A58C83-41B6-9C43-883A-061007066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2C203664-E9BB-5A4E-AA1E-E437C7A08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883599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C3AF4D8-5895-BE42-8BA3-D5D3813C9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642B3515-B22F-8342-A3CB-6FD38DEB1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A42D234D-3E56-464C-AD04-4CD412EF7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A143A75D-4948-A04E-8209-67DB72A4F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747847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B7B71C57-D5D9-064A-9192-6A47B5FD3B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BA405AC-FCF0-9E44-AF5D-7AC4DBC23C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FF02025-3415-6E41-9B7D-8A702A26C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724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53C56F9-BDB8-BE4D-9E47-6E73F2119C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02DC558-C266-1E47-B096-134BC01FCD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kumimoji="1" lang="zh-TW" altLang="en-US"/>
              <a:t>按一下以編輯母片文字樣式
第二層
第三層
第四層
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AC7A5F31-CED2-E64D-B65D-160E5988C5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kumimoji="1" lang="zh-TW" altLang="en-US"/>
              <a:t>按一下以編輯母片文字樣式
第二層
第三層
第四層
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A6D94DC-86AD-D042-8793-2C42BAAD3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53C9669-A4DA-C748-B1A0-747FD08529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360E465-BE47-D24D-A245-0CAE5D7C6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333645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7346011-9D56-0E47-A82D-C5342FA210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A4AFC768-FBA1-E349-82CC-18099A9702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03DF549C-81A9-744D-9DD7-B0C0ECF515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kumimoji="1" lang="zh-TW" altLang="en-US"/>
              <a:t>按一下以編輯母片文字樣式
第二層
第三層
第四層
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6D0276D-8F1A-7D4C-923B-DAB5F3C4E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B24C07F-92D7-D742-B029-BC624102E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47FC41F-004B-A645-AE79-FF07F0939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6608490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B6DDFA9-C420-1240-BD48-BC367C954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AD15C1EE-F3FA-1E49-A068-18B24F6201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kumimoji="1" lang="zh-TW" altLang="en-US"/>
              <a:t>按一下以編輯母片文字樣式
第二層
第三層
第四層
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26E9053-17D1-2743-904E-4C8E78B70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D546752-30D6-A341-9BE1-7E29E9D44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9CF974A-0961-0B4E-B9C7-1B71CE8D8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377516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A0D45B34-4C82-5346-994A-A85F8E22BC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F1D5E67B-F7DF-8F47-8F05-4E42B551B8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r>
              <a:rPr kumimoji="1" lang="zh-TW" altLang="en-US"/>
              <a:t>按一下以編輯母片文字樣式
第二層
第三層
第四層
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934753C-D2D1-9045-95B6-E64D935F90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921BAFB-F5A5-E243-B30A-3E1694DA1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F3F3AD6-A11E-CC44-A473-27B3FAF7E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2961806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A160FFA5-9D02-F349-8B66-22AF2111D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E888EEE-3F78-1D45-AFA0-C17EB435E0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kumimoji="1" lang="zh-TW" altLang="en-US"/>
              <a:t>按一下以編輯母片文字樣式
第二層
第三層
第四層
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93222AA-FE4A-B94E-81CF-66F1DB1246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00F98A1-22F3-FA44-ABD9-B5836A56BD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D421D89-459E-7D41-A32A-277AAE6455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0683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86" r:id="rId5"/>
    <p:sldLayoutId id="2147483687" r:id="rId6"/>
    <p:sldLayoutId id="2147483688" r:id="rId7"/>
    <p:sldLayoutId id="2147483689" r:id="rId8"/>
    <p:sldLayoutId id="2147483690" r:id="rId9"/>
    <p:sldLayoutId id="2147483691" r:id="rId10"/>
    <p:sldLayoutId id="2147483692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microsoft.com/office/2007/relationships/hdphoto" Target="../media/hdphoto1.wdp"/><Relationship Id="rId5" Type="http://schemas.openxmlformats.org/officeDocument/2006/relationships/image" Target="../media/image9.jpe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microsoft.com/office/2007/relationships/hdphoto" Target="../media/hdphoto2.wdp"/><Relationship Id="rId5" Type="http://schemas.openxmlformats.org/officeDocument/2006/relationships/image" Target="../media/image10.jpe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8" Type="http://schemas.microsoft.com/office/2007/relationships/hdphoto" Target="../media/hdphoto4.wdp"/><Relationship Id="rId3" Type="http://schemas.openxmlformats.org/officeDocument/2006/relationships/image" Target="../media/image2.emf"/><Relationship Id="rId7" Type="http://schemas.openxmlformats.org/officeDocument/2006/relationships/image" Target="../media/image12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microsoft.com/office/2007/relationships/hdphoto" Target="../media/hdphoto3.wdp"/><Relationship Id="rId5" Type="http://schemas.openxmlformats.org/officeDocument/2006/relationships/image" Target="../media/image11.jpe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7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emf"/><Relationship Id="rId5" Type="http://schemas.openxmlformats.org/officeDocument/2006/relationships/image" Target="../media/image15.jpeg"/><Relationship Id="rId4" Type="http://schemas.openxmlformats.org/officeDocument/2006/relationships/image" Target="../media/image14.jpe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emf"/><Relationship Id="rId3" Type="http://schemas.openxmlformats.org/officeDocument/2006/relationships/image" Target="../media/image17.jpeg"/><Relationship Id="rId7" Type="http://schemas.openxmlformats.org/officeDocument/2006/relationships/image" Target="../media/image19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Relationship Id="rId6" Type="http://schemas.microsoft.com/office/2007/relationships/hdphoto" Target="../media/hdphoto6.wdp"/><Relationship Id="rId5" Type="http://schemas.openxmlformats.org/officeDocument/2006/relationships/image" Target="../media/image18.jpeg"/><Relationship Id="rId4" Type="http://schemas.microsoft.com/office/2007/relationships/hdphoto" Target="../media/hdphoto5.wdp"/><Relationship Id="rId9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microsoft.com/office/2007/relationships/hdphoto" Target="../media/hdphoto9.wdp"/><Relationship Id="rId5" Type="http://schemas.microsoft.com/office/2007/relationships/hdphoto" Target="../media/hdphoto8.wdp"/><Relationship Id="rId4" Type="http://schemas.microsoft.com/office/2007/relationships/hdphoto" Target="../media/hdphoto7.wdp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png"/><Relationship Id="rId4" Type="http://schemas.openxmlformats.org/officeDocument/2006/relationships/image" Target="../media/image24.sv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0.jpe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4" Type="http://schemas.microsoft.com/office/2007/relationships/hdphoto" Target="../media/hdphoto10.wdp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4" Type="http://schemas.microsoft.com/office/2007/relationships/hdphoto" Target="../media/hdphoto11.wdp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microsoft.com/office/2007/relationships/hdphoto" Target="../media/hdphoto12.wdp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microsoft.com/office/2007/relationships/hdphoto" Target="../media/hdphoto13.wdp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e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1.emf"/><Relationship Id="rId4" Type="http://schemas.openxmlformats.org/officeDocument/2006/relationships/image" Target="../media/image50.jpe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2.png"/><Relationship Id="rId18" Type="http://schemas.openxmlformats.org/officeDocument/2006/relationships/image" Target="../media/image67.png"/><Relationship Id="rId26" Type="http://schemas.openxmlformats.org/officeDocument/2006/relationships/image" Target="../media/image75.png"/><Relationship Id="rId3" Type="http://schemas.openxmlformats.org/officeDocument/2006/relationships/hyperlink" Target="https://fonts.google.com/icons" TargetMode="External"/><Relationship Id="rId21" Type="http://schemas.openxmlformats.org/officeDocument/2006/relationships/image" Target="../media/image70.png"/><Relationship Id="rId34" Type="http://schemas.openxmlformats.org/officeDocument/2006/relationships/image" Target="../media/image83.png"/><Relationship Id="rId7" Type="http://schemas.openxmlformats.org/officeDocument/2006/relationships/image" Target="../media/image56.png"/><Relationship Id="rId12" Type="http://schemas.openxmlformats.org/officeDocument/2006/relationships/image" Target="../media/image61.png"/><Relationship Id="rId17" Type="http://schemas.openxmlformats.org/officeDocument/2006/relationships/image" Target="../media/image66.png"/><Relationship Id="rId25" Type="http://schemas.openxmlformats.org/officeDocument/2006/relationships/image" Target="../media/image74.png"/><Relationship Id="rId33" Type="http://schemas.openxmlformats.org/officeDocument/2006/relationships/image" Target="../media/image82.png"/><Relationship Id="rId2" Type="http://schemas.openxmlformats.org/officeDocument/2006/relationships/image" Target="../media/image20.png"/><Relationship Id="rId16" Type="http://schemas.openxmlformats.org/officeDocument/2006/relationships/image" Target="../media/image65.png"/><Relationship Id="rId20" Type="http://schemas.openxmlformats.org/officeDocument/2006/relationships/image" Target="../media/image69.png"/><Relationship Id="rId29" Type="http://schemas.openxmlformats.org/officeDocument/2006/relationships/image" Target="../media/image7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5.png"/><Relationship Id="rId11" Type="http://schemas.openxmlformats.org/officeDocument/2006/relationships/image" Target="../media/image60.png"/><Relationship Id="rId24" Type="http://schemas.openxmlformats.org/officeDocument/2006/relationships/image" Target="../media/image73.png"/><Relationship Id="rId32" Type="http://schemas.openxmlformats.org/officeDocument/2006/relationships/image" Target="../media/image81.png"/><Relationship Id="rId5" Type="http://schemas.openxmlformats.org/officeDocument/2006/relationships/image" Target="../media/image54.png"/><Relationship Id="rId15" Type="http://schemas.openxmlformats.org/officeDocument/2006/relationships/image" Target="../media/image64.png"/><Relationship Id="rId23" Type="http://schemas.openxmlformats.org/officeDocument/2006/relationships/image" Target="../media/image72.png"/><Relationship Id="rId28" Type="http://schemas.openxmlformats.org/officeDocument/2006/relationships/image" Target="../media/image77.png"/><Relationship Id="rId10" Type="http://schemas.openxmlformats.org/officeDocument/2006/relationships/image" Target="../media/image59.png"/><Relationship Id="rId19" Type="http://schemas.openxmlformats.org/officeDocument/2006/relationships/image" Target="../media/image68.png"/><Relationship Id="rId31" Type="http://schemas.openxmlformats.org/officeDocument/2006/relationships/image" Target="../media/image80.png"/><Relationship Id="rId4" Type="http://schemas.openxmlformats.org/officeDocument/2006/relationships/image" Target="../media/image53.png"/><Relationship Id="rId9" Type="http://schemas.openxmlformats.org/officeDocument/2006/relationships/image" Target="../media/image58.png"/><Relationship Id="rId14" Type="http://schemas.openxmlformats.org/officeDocument/2006/relationships/image" Target="../media/image63.png"/><Relationship Id="rId22" Type="http://schemas.openxmlformats.org/officeDocument/2006/relationships/image" Target="../media/image71.png"/><Relationship Id="rId27" Type="http://schemas.openxmlformats.org/officeDocument/2006/relationships/image" Target="../media/image76.png"/><Relationship Id="rId30" Type="http://schemas.openxmlformats.org/officeDocument/2006/relationships/image" Target="../media/image79.png"/><Relationship Id="rId35" Type="http://schemas.openxmlformats.org/officeDocument/2006/relationships/image" Target="../media/image84.png"/><Relationship Id="rId8" Type="http://schemas.openxmlformats.org/officeDocument/2006/relationships/image" Target="../media/image57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圖片 14">
            <a:extLst>
              <a:ext uri="{FF2B5EF4-FFF2-40B4-BE49-F238E27FC236}">
                <a16:creationId xmlns:a16="http://schemas.microsoft.com/office/drawing/2014/main" id="{3D4C1137-8537-D746-9118-54E8DB71F4A0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63393" y="6138642"/>
            <a:ext cx="320582" cy="401857"/>
          </a:xfrm>
          <a:prstGeom prst="rect">
            <a:avLst/>
          </a:prstGeom>
        </p:spPr>
      </p:pic>
      <p:pic>
        <p:nvPicPr>
          <p:cNvPr id="16" name="圖片 15">
            <a:extLst>
              <a:ext uri="{FF2B5EF4-FFF2-40B4-BE49-F238E27FC236}">
                <a16:creationId xmlns:a16="http://schemas.microsoft.com/office/drawing/2014/main" id="{388F64B8-E9D6-714A-8B5D-EB7842DAFD2C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44669" y="6114305"/>
            <a:ext cx="1657168" cy="409341"/>
          </a:xfrm>
          <a:prstGeom prst="rect">
            <a:avLst/>
          </a:prstGeom>
        </p:spPr>
      </p:pic>
      <p:sp>
        <p:nvSpPr>
          <p:cNvPr id="17" name="Google Shape;288;p1">
            <a:extLst>
              <a:ext uri="{FF2B5EF4-FFF2-40B4-BE49-F238E27FC236}">
                <a16:creationId xmlns:a16="http://schemas.microsoft.com/office/drawing/2014/main" id="{515C9E51-A955-B745-98B4-BA4A36928A04}"/>
              </a:ext>
            </a:extLst>
          </p:cNvPr>
          <p:cNvSpPr txBox="1">
            <a:spLocks noGrp="1"/>
          </p:cNvSpPr>
          <p:nvPr/>
        </p:nvSpPr>
        <p:spPr>
          <a:xfrm>
            <a:off x="1037427" y="1281018"/>
            <a:ext cx="4695292" cy="144930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4572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 panose="020B0604020202020204" pitchFamily="34" charset="0"/>
              <a:buNone/>
              <a:defRPr sz="3600" b="1" i="0" kern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lvl="2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800" lvl="3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86000" lvl="4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43200" lvl="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00400" lvl="6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7600" lvl="7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4800" lvl="8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en-US" sz="4000" dirty="0">
                <a:solidFill>
                  <a:schemeClr val="bg1"/>
                </a:solidFill>
                <a:effectLst>
                  <a:glow rad="241300">
                    <a:srgbClr val="A5DBFF">
                      <a:alpha val="11000"/>
                    </a:srgbClr>
                  </a:glow>
                </a:effectLst>
              </a:rPr>
              <a:t>TITLE</a:t>
            </a:r>
            <a:endParaRPr sz="4000" dirty="0">
              <a:solidFill>
                <a:schemeClr val="bg1"/>
              </a:solidFill>
              <a:effectLst>
                <a:glow rad="241300">
                  <a:srgbClr val="A5DBFF">
                    <a:alpha val="11000"/>
                  </a:srgbClr>
                </a:glow>
              </a:effectLst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en-US" sz="4000" dirty="0">
                <a:solidFill>
                  <a:schemeClr val="bg1"/>
                </a:solidFill>
                <a:effectLst>
                  <a:glow rad="241300">
                    <a:srgbClr val="A5DBFF">
                      <a:alpha val="11000"/>
                    </a:srgbClr>
                  </a:glow>
                </a:effectLst>
              </a:rPr>
              <a:t>TITLE</a:t>
            </a:r>
            <a:endParaRPr sz="4000" dirty="0">
              <a:solidFill>
                <a:schemeClr val="bg1"/>
              </a:solidFill>
              <a:effectLst>
                <a:glow rad="241300">
                  <a:srgbClr val="A5DBFF">
                    <a:alpha val="11000"/>
                  </a:srgbClr>
                </a:glow>
              </a:effectLst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 sz="4000" dirty="0">
              <a:solidFill>
                <a:schemeClr val="bg1"/>
              </a:solidFill>
              <a:effectLst>
                <a:glow rad="241300">
                  <a:srgbClr val="A5DBFF">
                    <a:alpha val="11000"/>
                  </a:srgbClr>
                </a:glow>
              </a:effectLst>
            </a:endParaRPr>
          </a:p>
        </p:txBody>
      </p:sp>
      <p:sp>
        <p:nvSpPr>
          <p:cNvPr id="18" name="Google Shape;289;p1">
            <a:extLst>
              <a:ext uri="{FF2B5EF4-FFF2-40B4-BE49-F238E27FC236}">
                <a16:creationId xmlns:a16="http://schemas.microsoft.com/office/drawing/2014/main" id="{354643BF-E3AB-F310-8D20-8E325DB1C988}"/>
              </a:ext>
            </a:extLst>
          </p:cNvPr>
          <p:cNvSpPr txBox="1">
            <a:spLocks noGrp="1"/>
          </p:cNvSpPr>
          <p:nvPr/>
        </p:nvSpPr>
        <p:spPr>
          <a:xfrm>
            <a:off x="1106007" y="2721581"/>
            <a:ext cx="3002424" cy="55021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4572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 panose="020B0604020202020204" pitchFamily="34" charset="0"/>
              <a:buNone/>
              <a:defRPr sz="1800" b="0" i="0" kern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lvl="2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800" lvl="3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86000" lvl="4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43200" lvl="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00400" lvl="6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7600" lvl="7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4800" lvl="8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en-US" sz="2000" b="1" dirty="0">
                <a:solidFill>
                  <a:schemeClr val="bg1"/>
                </a:solidFill>
              </a:rPr>
              <a:t>SUBTITLE</a:t>
            </a:r>
            <a:endParaRPr sz="2000" b="1" dirty="0">
              <a:solidFill>
                <a:schemeClr val="bg1"/>
              </a:solidFill>
            </a:endParaRPr>
          </a:p>
        </p:txBody>
      </p:sp>
      <p:sp>
        <p:nvSpPr>
          <p:cNvPr id="20" name="Google Shape;290;p1">
            <a:extLst>
              <a:ext uri="{FF2B5EF4-FFF2-40B4-BE49-F238E27FC236}">
                <a16:creationId xmlns:a16="http://schemas.microsoft.com/office/drawing/2014/main" id="{5055F521-136D-AA4F-BA55-EB7B98067FD7}"/>
              </a:ext>
            </a:extLst>
          </p:cNvPr>
          <p:cNvSpPr txBox="1">
            <a:spLocks noGrp="1"/>
          </p:cNvSpPr>
          <p:nvPr/>
        </p:nvSpPr>
        <p:spPr>
          <a:xfrm>
            <a:off x="1037427" y="5973434"/>
            <a:ext cx="2006517" cy="55021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 fontScale="85000" lnSpcReduction="10000"/>
          </a:bodyPr>
          <a:lstStyle>
            <a:lvl1pPr marL="228600" lvl="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 panose="020B0604020202020204" pitchFamily="34" charset="0"/>
              <a:buNone/>
              <a:defRPr sz="1200" b="1" i="0" kern="120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L="685800" lvl="1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274509"/>
              <a:buNone/>
            </a:pPr>
            <a:r>
              <a:rPr lang="en-US" dirty="0">
                <a:solidFill>
                  <a:schemeClr val="bg1"/>
                </a:solidFill>
              </a:rPr>
              <a:t>國泰金控</a:t>
            </a:r>
            <a:r>
              <a:rPr lang="zh-TW" altLang="en-US" dirty="0">
                <a:solidFill>
                  <a:schemeClr val="bg1"/>
                </a:solidFill>
              </a:rPr>
              <a:t>     </a:t>
            </a:r>
            <a:r>
              <a:rPr lang="en-US" dirty="0">
                <a:solidFill>
                  <a:schemeClr val="bg1"/>
                </a:solidFill>
              </a:rPr>
              <a:t>部門名稱</a:t>
            </a:r>
            <a:r>
              <a:rPr lang="zh-TW" altLang="en-US" dirty="0">
                <a:solidFill>
                  <a:schemeClr val="bg1"/>
                </a:solidFill>
              </a:rPr>
              <a:t>      有名字</a:t>
            </a:r>
            <a:endParaRPr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37816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圖片 14">
            <a:extLst>
              <a:ext uri="{FF2B5EF4-FFF2-40B4-BE49-F238E27FC236}">
                <a16:creationId xmlns:a16="http://schemas.microsoft.com/office/drawing/2014/main" id="{3D4C1137-8537-D746-9118-54E8DB71F4A0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63393" y="6138642"/>
            <a:ext cx="320582" cy="401857"/>
          </a:xfrm>
          <a:prstGeom prst="rect">
            <a:avLst/>
          </a:prstGeom>
        </p:spPr>
      </p:pic>
      <p:pic>
        <p:nvPicPr>
          <p:cNvPr id="16" name="圖片 15">
            <a:extLst>
              <a:ext uri="{FF2B5EF4-FFF2-40B4-BE49-F238E27FC236}">
                <a16:creationId xmlns:a16="http://schemas.microsoft.com/office/drawing/2014/main" id="{388F64B8-E9D6-714A-8B5D-EB7842DAFD2C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44669" y="6114305"/>
            <a:ext cx="1657168" cy="409341"/>
          </a:xfrm>
          <a:prstGeom prst="rect">
            <a:avLst/>
          </a:prstGeom>
        </p:spPr>
      </p:pic>
      <p:sp>
        <p:nvSpPr>
          <p:cNvPr id="17" name="Google Shape;288;p1">
            <a:extLst>
              <a:ext uri="{FF2B5EF4-FFF2-40B4-BE49-F238E27FC236}">
                <a16:creationId xmlns:a16="http://schemas.microsoft.com/office/drawing/2014/main" id="{515C9E51-A955-B745-98B4-BA4A36928A04}"/>
              </a:ext>
            </a:extLst>
          </p:cNvPr>
          <p:cNvSpPr txBox="1">
            <a:spLocks noGrp="1"/>
          </p:cNvSpPr>
          <p:nvPr/>
        </p:nvSpPr>
        <p:spPr>
          <a:xfrm>
            <a:off x="1037427" y="1281018"/>
            <a:ext cx="4695292" cy="144930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4572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 panose="020B0604020202020204" pitchFamily="34" charset="0"/>
              <a:buNone/>
              <a:defRPr sz="3600" b="1" i="0" kern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lvl="2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800" lvl="3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86000" lvl="4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43200" lvl="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00400" lvl="6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7600" lvl="7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4800" lvl="8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en-US" sz="4000" dirty="0">
                <a:solidFill>
                  <a:schemeClr val="bg1"/>
                </a:solidFill>
                <a:effectLst>
                  <a:glow rad="241300">
                    <a:srgbClr val="A5DBFF">
                      <a:alpha val="11000"/>
                    </a:srgbClr>
                  </a:glow>
                </a:effectLst>
              </a:rPr>
              <a:t>TITLE</a:t>
            </a:r>
            <a:endParaRPr sz="4000" dirty="0">
              <a:solidFill>
                <a:schemeClr val="bg1"/>
              </a:solidFill>
              <a:effectLst>
                <a:glow rad="241300">
                  <a:srgbClr val="A5DBFF">
                    <a:alpha val="11000"/>
                  </a:srgbClr>
                </a:glow>
              </a:effectLst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en-US" sz="4000" dirty="0">
                <a:solidFill>
                  <a:schemeClr val="bg1"/>
                </a:solidFill>
                <a:effectLst>
                  <a:glow rad="241300">
                    <a:srgbClr val="A5DBFF">
                      <a:alpha val="11000"/>
                    </a:srgbClr>
                  </a:glow>
                </a:effectLst>
              </a:rPr>
              <a:t>TITLE</a:t>
            </a:r>
            <a:endParaRPr sz="4000" dirty="0">
              <a:solidFill>
                <a:schemeClr val="bg1"/>
              </a:solidFill>
              <a:effectLst>
                <a:glow rad="241300">
                  <a:srgbClr val="A5DBFF">
                    <a:alpha val="11000"/>
                  </a:srgbClr>
                </a:glow>
              </a:effectLst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 sz="4000" dirty="0">
              <a:solidFill>
                <a:schemeClr val="bg1"/>
              </a:solidFill>
              <a:effectLst>
                <a:glow rad="241300">
                  <a:srgbClr val="A5DBFF">
                    <a:alpha val="11000"/>
                  </a:srgbClr>
                </a:glow>
              </a:effectLst>
            </a:endParaRPr>
          </a:p>
        </p:txBody>
      </p:sp>
      <p:sp>
        <p:nvSpPr>
          <p:cNvPr id="18" name="Google Shape;289;p1">
            <a:extLst>
              <a:ext uri="{FF2B5EF4-FFF2-40B4-BE49-F238E27FC236}">
                <a16:creationId xmlns:a16="http://schemas.microsoft.com/office/drawing/2014/main" id="{354643BF-E3AB-F310-8D20-8E325DB1C988}"/>
              </a:ext>
            </a:extLst>
          </p:cNvPr>
          <p:cNvSpPr txBox="1">
            <a:spLocks noGrp="1"/>
          </p:cNvSpPr>
          <p:nvPr/>
        </p:nvSpPr>
        <p:spPr>
          <a:xfrm>
            <a:off x="1106007" y="2721581"/>
            <a:ext cx="3002424" cy="55021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4572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 panose="020B0604020202020204" pitchFamily="34" charset="0"/>
              <a:buNone/>
              <a:defRPr sz="1800" b="0" i="0" kern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lvl="2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800" lvl="3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86000" lvl="4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43200" lvl="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00400" lvl="6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7600" lvl="7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4800" lvl="8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en-US" sz="2000" b="1" dirty="0">
                <a:solidFill>
                  <a:srgbClr val="E0F974"/>
                </a:solidFill>
              </a:rPr>
              <a:t>SUBTITLE</a:t>
            </a:r>
            <a:endParaRPr sz="2000" b="1" dirty="0">
              <a:solidFill>
                <a:srgbClr val="E0F974"/>
              </a:solidFill>
            </a:endParaRPr>
          </a:p>
        </p:txBody>
      </p:sp>
      <p:sp>
        <p:nvSpPr>
          <p:cNvPr id="20" name="Google Shape;290;p1">
            <a:extLst>
              <a:ext uri="{FF2B5EF4-FFF2-40B4-BE49-F238E27FC236}">
                <a16:creationId xmlns:a16="http://schemas.microsoft.com/office/drawing/2014/main" id="{5055F521-136D-AA4F-BA55-EB7B98067FD7}"/>
              </a:ext>
            </a:extLst>
          </p:cNvPr>
          <p:cNvSpPr txBox="1">
            <a:spLocks noGrp="1"/>
          </p:cNvSpPr>
          <p:nvPr/>
        </p:nvSpPr>
        <p:spPr>
          <a:xfrm>
            <a:off x="1037427" y="5973434"/>
            <a:ext cx="2006517" cy="55021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 fontScale="85000" lnSpcReduction="10000"/>
          </a:bodyPr>
          <a:lstStyle>
            <a:lvl1pPr marL="228600" lvl="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 panose="020B0604020202020204" pitchFamily="34" charset="0"/>
              <a:buNone/>
              <a:defRPr sz="1200" b="1" i="0" kern="120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L="685800" lvl="1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274509"/>
              <a:buNone/>
            </a:pPr>
            <a:r>
              <a:rPr lang="en-US" dirty="0">
                <a:solidFill>
                  <a:schemeClr val="bg1"/>
                </a:solidFill>
              </a:rPr>
              <a:t>國泰金控</a:t>
            </a:r>
            <a:r>
              <a:rPr lang="zh-TW" altLang="en-US" dirty="0">
                <a:solidFill>
                  <a:schemeClr val="bg1"/>
                </a:solidFill>
              </a:rPr>
              <a:t>     </a:t>
            </a:r>
            <a:r>
              <a:rPr lang="en-US" dirty="0">
                <a:solidFill>
                  <a:schemeClr val="bg1"/>
                </a:solidFill>
              </a:rPr>
              <a:t>部門名稱</a:t>
            </a:r>
            <a:r>
              <a:rPr lang="zh-TW" altLang="en-US" dirty="0">
                <a:solidFill>
                  <a:schemeClr val="bg1"/>
                </a:solidFill>
              </a:rPr>
              <a:t>      有名字</a:t>
            </a:r>
            <a:endParaRPr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15179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07;p3">
            <a:extLst>
              <a:ext uri="{FF2B5EF4-FFF2-40B4-BE49-F238E27FC236}">
                <a16:creationId xmlns:a16="http://schemas.microsoft.com/office/drawing/2014/main" id="{673A9436-33C1-2D4F-8B10-CEBAA7D8E631}"/>
              </a:ext>
            </a:extLst>
          </p:cNvPr>
          <p:cNvSpPr txBox="1">
            <a:spLocks noGrp="1"/>
          </p:cNvSpPr>
          <p:nvPr/>
        </p:nvSpPr>
        <p:spPr>
          <a:xfrm>
            <a:off x="9444677" y="5851395"/>
            <a:ext cx="2309506" cy="59427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4572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 panose="020B0604020202020204" pitchFamily="34" charset="0"/>
              <a:buNone/>
              <a:defRPr sz="2500" b="1" i="0" kern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lvl="2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800" lvl="3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86000" lvl="4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43200" lvl="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00400" lvl="6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7600" lvl="7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4800" lvl="8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en-US" dirty="0">
                <a:solidFill>
                  <a:schemeClr val="bg1"/>
                </a:solidFill>
              </a:rPr>
              <a:t>CONTENTS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8" name="Google Shape;309;p2">
            <a:extLst>
              <a:ext uri="{FF2B5EF4-FFF2-40B4-BE49-F238E27FC236}">
                <a16:creationId xmlns:a16="http://schemas.microsoft.com/office/drawing/2014/main" id="{777CB1D2-D260-1445-82DA-C261B90360E0}"/>
              </a:ext>
            </a:extLst>
          </p:cNvPr>
          <p:cNvSpPr txBox="1">
            <a:spLocks noGrp="1"/>
          </p:cNvSpPr>
          <p:nvPr/>
        </p:nvSpPr>
        <p:spPr>
          <a:xfrm>
            <a:off x="1044557" y="915210"/>
            <a:ext cx="5443084" cy="48051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</a:pPr>
            <a:r>
              <a:rPr lang="en-US" sz="1400" dirty="0">
                <a:solidFill>
                  <a:schemeClr val="bg1"/>
                </a:solidFill>
              </a:rPr>
              <a:t>01     OOOOO </a:t>
            </a:r>
            <a:endParaRPr sz="1400" dirty="0">
              <a:solidFill>
                <a:schemeClr val="bg1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</a:pPr>
            <a:r>
              <a:rPr lang="en-US" sz="1400" dirty="0">
                <a:solidFill>
                  <a:schemeClr val="bg1"/>
                </a:solidFill>
              </a:rPr>
              <a:t>01     OOOOO </a:t>
            </a:r>
            <a:endParaRPr sz="1400" dirty="0">
              <a:solidFill>
                <a:schemeClr val="bg1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</a:pPr>
            <a:r>
              <a:rPr lang="en-US" sz="1400" dirty="0">
                <a:solidFill>
                  <a:schemeClr val="bg1"/>
                </a:solidFill>
              </a:rPr>
              <a:t>01     OOOOO </a:t>
            </a:r>
            <a:endParaRPr sz="1400" dirty="0">
              <a:solidFill>
                <a:schemeClr val="bg1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</a:pPr>
            <a:r>
              <a:rPr lang="en-US" sz="1400" dirty="0">
                <a:solidFill>
                  <a:schemeClr val="bg1"/>
                </a:solidFill>
              </a:rPr>
              <a:t>01     OOOOO </a:t>
            </a:r>
            <a:endParaRPr sz="1400" dirty="0">
              <a:solidFill>
                <a:schemeClr val="bg1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</a:pPr>
            <a:r>
              <a:rPr lang="en-US" sz="1400" dirty="0">
                <a:solidFill>
                  <a:schemeClr val="bg1"/>
                </a:solidFill>
              </a:rPr>
              <a:t>01     OOOOO </a:t>
            </a:r>
            <a:endParaRPr sz="1400" dirty="0">
              <a:solidFill>
                <a:schemeClr val="bg1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</a:pPr>
            <a:r>
              <a:rPr lang="en-US" sz="1400" dirty="0">
                <a:solidFill>
                  <a:schemeClr val="bg1"/>
                </a:solidFill>
              </a:rPr>
              <a:t>01     OOOOO </a:t>
            </a:r>
            <a:endParaRPr sz="1400" dirty="0">
              <a:solidFill>
                <a:schemeClr val="bg1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</a:pPr>
            <a:r>
              <a:rPr lang="en-US" sz="1400" dirty="0">
                <a:solidFill>
                  <a:schemeClr val="bg1"/>
                </a:solidFill>
              </a:rPr>
              <a:t>01     OOOOO </a:t>
            </a:r>
            <a:endParaRPr sz="1400" dirty="0">
              <a:solidFill>
                <a:schemeClr val="bg1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</a:pPr>
            <a:r>
              <a:rPr lang="en-US" sz="1400" dirty="0">
                <a:solidFill>
                  <a:schemeClr val="bg1"/>
                </a:solidFill>
              </a:rPr>
              <a:t>01     OOOOO </a:t>
            </a:r>
            <a:endParaRPr sz="1400" dirty="0">
              <a:solidFill>
                <a:schemeClr val="bg1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</a:pPr>
            <a:r>
              <a:rPr lang="en-US" sz="1400" dirty="0">
                <a:solidFill>
                  <a:schemeClr val="bg1"/>
                </a:solidFill>
              </a:rPr>
              <a:t>01     OOOOO </a:t>
            </a:r>
            <a:endParaRPr sz="1400" dirty="0">
              <a:solidFill>
                <a:schemeClr val="bg1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</a:pPr>
            <a:r>
              <a:rPr lang="en-US" sz="1400" dirty="0">
                <a:solidFill>
                  <a:schemeClr val="bg1"/>
                </a:solidFill>
              </a:rPr>
              <a:t>01     OOOOO </a:t>
            </a:r>
            <a:endParaRPr sz="1400" dirty="0">
              <a:solidFill>
                <a:schemeClr val="bg1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</a:pPr>
            <a:r>
              <a:rPr lang="en-US" sz="1400" dirty="0">
                <a:solidFill>
                  <a:schemeClr val="bg1"/>
                </a:solidFill>
              </a:rPr>
              <a:t>01     OOOOO </a:t>
            </a:r>
            <a:endParaRPr sz="1400" dirty="0">
              <a:solidFill>
                <a:schemeClr val="bg1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</a:pPr>
            <a:r>
              <a:rPr lang="en-US" sz="1400" dirty="0">
                <a:solidFill>
                  <a:schemeClr val="bg1"/>
                </a:solidFill>
              </a:rPr>
              <a:t>01     OOOOO </a:t>
            </a:r>
            <a:endParaRPr sz="1400" dirty="0">
              <a:solidFill>
                <a:schemeClr val="bg1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</a:pPr>
            <a:endParaRPr sz="1400" dirty="0">
              <a:solidFill>
                <a:schemeClr val="bg1"/>
              </a:solidFill>
            </a:endParaRPr>
          </a:p>
        </p:txBody>
      </p:sp>
      <p:sp>
        <p:nvSpPr>
          <p:cNvPr id="9" name="Google Shape;310;p2">
            <a:extLst>
              <a:ext uri="{FF2B5EF4-FFF2-40B4-BE49-F238E27FC236}">
                <a16:creationId xmlns:a16="http://schemas.microsoft.com/office/drawing/2014/main" id="{C9EEE64A-0D85-B843-A634-07B5A452F96D}"/>
              </a:ext>
            </a:extLst>
          </p:cNvPr>
          <p:cNvSpPr txBox="1">
            <a:spLocks noGrp="1"/>
          </p:cNvSpPr>
          <p:nvPr/>
        </p:nvSpPr>
        <p:spPr>
          <a:xfrm>
            <a:off x="6393549" y="915210"/>
            <a:ext cx="923298" cy="48051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</a:pPr>
            <a:r>
              <a:rPr lang="en-US" sz="1400" dirty="0">
                <a:solidFill>
                  <a:schemeClr val="bg1"/>
                </a:solidFill>
              </a:rPr>
              <a:t>P 03</a:t>
            </a:r>
            <a:endParaRPr sz="1400" dirty="0">
              <a:solidFill>
                <a:schemeClr val="bg1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</a:pPr>
            <a:r>
              <a:rPr lang="en-US" sz="1400" dirty="0">
                <a:solidFill>
                  <a:schemeClr val="bg1"/>
                </a:solidFill>
              </a:rPr>
              <a:t>P 03</a:t>
            </a:r>
            <a:endParaRPr sz="1400" dirty="0">
              <a:solidFill>
                <a:schemeClr val="bg1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</a:pPr>
            <a:r>
              <a:rPr lang="en-US" sz="1400" dirty="0">
                <a:solidFill>
                  <a:schemeClr val="bg1"/>
                </a:solidFill>
              </a:rPr>
              <a:t>P 03</a:t>
            </a:r>
            <a:endParaRPr sz="1400" dirty="0">
              <a:solidFill>
                <a:schemeClr val="bg1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</a:pPr>
            <a:r>
              <a:rPr lang="en-US" sz="1400" dirty="0">
                <a:solidFill>
                  <a:schemeClr val="bg1"/>
                </a:solidFill>
              </a:rPr>
              <a:t>P 03</a:t>
            </a:r>
            <a:endParaRPr sz="1400" dirty="0">
              <a:solidFill>
                <a:schemeClr val="bg1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</a:pPr>
            <a:r>
              <a:rPr lang="en-US" sz="1400" dirty="0">
                <a:solidFill>
                  <a:schemeClr val="bg1"/>
                </a:solidFill>
              </a:rPr>
              <a:t>P 03</a:t>
            </a:r>
            <a:endParaRPr sz="1400" dirty="0">
              <a:solidFill>
                <a:schemeClr val="bg1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</a:pPr>
            <a:r>
              <a:rPr lang="en-US" sz="1400" dirty="0">
                <a:solidFill>
                  <a:schemeClr val="bg1"/>
                </a:solidFill>
              </a:rPr>
              <a:t>P 03</a:t>
            </a:r>
            <a:endParaRPr sz="1400" dirty="0">
              <a:solidFill>
                <a:schemeClr val="bg1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</a:pPr>
            <a:r>
              <a:rPr lang="en-US" sz="1400" dirty="0">
                <a:solidFill>
                  <a:schemeClr val="bg1"/>
                </a:solidFill>
              </a:rPr>
              <a:t>P 03</a:t>
            </a:r>
            <a:endParaRPr sz="1400" dirty="0">
              <a:solidFill>
                <a:schemeClr val="bg1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</a:pPr>
            <a:r>
              <a:rPr lang="en-US" sz="1400" dirty="0">
                <a:solidFill>
                  <a:schemeClr val="bg1"/>
                </a:solidFill>
              </a:rPr>
              <a:t>P 03</a:t>
            </a:r>
            <a:endParaRPr sz="1400" dirty="0">
              <a:solidFill>
                <a:schemeClr val="bg1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</a:pPr>
            <a:r>
              <a:rPr lang="en-US" sz="1400" dirty="0">
                <a:solidFill>
                  <a:schemeClr val="bg1"/>
                </a:solidFill>
              </a:rPr>
              <a:t>P 03</a:t>
            </a:r>
            <a:endParaRPr sz="1400" dirty="0">
              <a:solidFill>
                <a:schemeClr val="bg1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</a:pPr>
            <a:r>
              <a:rPr lang="en-US" sz="1400" dirty="0">
                <a:solidFill>
                  <a:schemeClr val="bg1"/>
                </a:solidFill>
              </a:rPr>
              <a:t>P 03</a:t>
            </a:r>
            <a:endParaRPr sz="1400" dirty="0">
              <a:solidFill>
                <a:schemeClr val="bg1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</a:pPr>
            <a:r>
              <a:rPr lang="en-US" sz="1400" dirty="0">
                <a:solidFill>
                  <a:schemeClr val="bg1"/>
                </a:solidFill>
              </a:rPr>
              <a:t>P 03</a:t>
            </a:r>
            <a:endParaRPr sz="1400" dirty="0">
              <a:solidFill>
                <a:schemeClr val="bg1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</a:pPr>
            <a:r>
              <a:rPr lang="en-US" sz="1400" dirty="0">
                <a:solidFill>
                  <a:schemeClr val="bg1"/>
                </a:solidFill>
              </a:rPr>
              <a:t>P 03</a:t>
            </a:r>
            <a:endParaRPr sz="1400" dirty="0">
              <a:solidFill>
                <a:schemeClr val="bg1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</a:pPr>
            <a:endParaRPr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48145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07;p3">
            <a:extLst>
              <a:ext uri="{FF2B5EF4-FFF2-40B4-BE49-F238E27FC236}">
                <a16:creationId xmlns:a16="http://schemas.microsoft.com/office/drawing/2014/main" id="{673A9436-33C1-2D4F-8B10-CEBAA7D8E631}"/>
              </a:ext>
            </a:extLst>
          </p:cNvPr>
          <p:cNvSpPr txBox="1">
            <a:spLocks noGrp="1"/>
          </p:cNvSpPr>
          <p:nvPr/>
        </p:nvSpPr>
        <p:spPr>
          <a:xfrm>
            <a:off x="9444677" y="5851395"/>
            <a:ext cx="2309506" cy="59427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4572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 panose="020B0604020202020204" pitchFamily="34" charset="0"/>
              <a:buNone/>
              <a:defRPr sz="2500" b="1" i="0" kern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lvl="2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800" lvl="3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86000" lvl="4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43200" lvl="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00400" lvl="6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7600" lvl="7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4800" lvl="8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en-US" dirty="0">
                <a:solidFill>
                  <a:schemeClr val="bg1"/>
                </a:solidFill>
              </a:rPr>
              <a:t>CONTENTS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8" name="Google Shape;309;p2">
            <a:extLst>
              <a:ext uri="{FF2B5EF4-FFF2-40B4-BE49-F238E27FC236}">
                <a16:creationId xmlns:a16="http://schemas.microsoft.com/office/drawing/2014/main" id="{777CB1D2-D260-1445-82DA-C261B90360E0}"/>
              </a:ext>
            </a:extLst>
          </p:cNvPr>
          <p:cNvSpPr txBox="1">
            <a:spLocks noGrp="1"/>
          </p:cNvSpPr>
          <p:nvPr/>
        </p:nvSpPr>
        <p:spPr>
          <a:xfrm>
            <a:off x="1044557" y="915210"/>
            <a:ext cx="5443084" cy="48051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</a:pPr>
            <a:r>
              <a:rPr lang="en-US" sz="1400" dirty="0">
                <a:solidFill>
                  <a:schemeClr val="bg1"/>
                </a:solidFill>
              </a:rPr>
              <a:t>01     OOOOO </a:t>
            </a:r>
            <a:endParaRPr sz="1400" dirty="0">
              <a:solidFill>
                <a:schemeClr val="bg1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</a:pPr>
            <a:r>
              <a:rPr lang="en-US" sz="1400" dirty="0">
                <a:solidFill>
                  <a:schemeClr val="bg1"/>
                </a:solidFill>
              </a:rPr>
              <a:t>01     OOOOO </a:t>
            </a:r>
            <a:endParaRPr sz="1400" dirty="0">
              <a:solidFill>
                <a:schemeClr val="bg1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</a:pPr>
            <a:r>
              <a:rPr lang="en-US" sz="1400" dirty="0">
                <a:solidFill>
                  <a:schemeClr val="bg1"/>
                </a:solidFill>
              </a:rPr>
              <a:t>01     OOOOO </a:t>
            </a:r>
            <a:endParaRPr sz="1400" dirty="0">
              <a:solidFill>
                <a:schemeClr val="bg1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</a:pPr>
            <a:r>
              <a:rPr lang="en-US" sz="1400" dirty="0">
                <a:solidFill>
                  <a:schemeClr val="bg1"/>
                </a:solidFill>
              </a:rPr>
              <a:t>01     OOOOO </a:t>
            </a:r>
            <a:endParaRPr sz="1400" dirty="0">
              <a:solidFill>
                <a:schemeClr val="bg1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</a:pPr>
            <a:r>
              <a:rPr lang="en-US" sz="1400" dirty="0">
                <a:solidFill>
                  <a:schemeClr val="bg1"/>
                </a:solidFill>
              </a:rPr>
              <a:t>01     OOOOO </a:t>
            </a:r>
            <a:endParaRPr sz="1400" dirty="0">
              <a:solidFill>
                <a:schemeClr val="bg1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</a:pPr>
            <a:r>
              <a:rPr lang="en-US" sz="1400" dirty="0">
                <a:solidFill>
                  <a:schemeClr val="bg1"/>
                </a:solidFill>
              </a:rPr>
              <a:t>01     OOOOO </a:t>
            </a:r>
            <a:endParaRPr sz="1400" dirty="0">
              <a:solidFill>
                <a:schemeClr val="bg1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</a:pPr>
            <a:r>
              <a:rPr lang="en-US" sz="1400" dirty="0">
                <a:solidFill>
                  <a:schemeClr val="bg1"/>
                </a:solidFill>
              </a:rPr>
              <a:t>01     OOOOO </a:t>
            </a:r>
            <a:endParaRPr sz="1400" dirty="0">
              <a:solidFill>
                <a:schemeClr val="bg1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</a:pPr>
            <a:r>
              <a:rPr lang="en-US" sz="1400" dirty="0">
                <a:solidFill>
                  <a:schemeClr val="bg1"/>
                </a:solidFill>
              </a:rPr>
              <a:t>01     OOOOO </a:t>
            </a:r>
            <a:endParaRPr sz="1400" dirty="0">
              <a:solidFill>
                <a:schemeClr val="bg1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</a:pPr>
            <a:r>
              <a:rPr lang="en-US" sz="1400" dirty="0">
                <a:solidFill>
                  <a:schemeClr val="bg1"/>
                </a:solidFill>
              </a:rPr>
              <a:t>01     OOOOO </a:t>
            </a:r>
            <a:endParaRPr sz="1400" dirty="0">
              <a:solidFill>
                <a:schemeClr val="bg1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</a:pPr>
            <a:r>
              <a:rPr lang="en-US" sz="1400" dirty="0">
                <a:solidFill>
                  <a:schemeClr val="bg1"/>
                </a:solidFill>
              </a:rPr>
              <a:t>01     OOOOO </a:t>
            </a:r>
            <a:endParaRPr sz="1400" dirty="0">
              <a:solidFill>
                <a:schemeClr val="bg1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</a:pPr>
            <a:r>
              <a:rPr lang="en-US" sz="1400" dirty="0">
                <a:solidFill>
                  <a:schemeClr val="bg1"/>
                </a:solidFill>
              </a:rPr>
              <a:t>01     OOOOO </a:t>
            </a:r>
            <a:endParaRPr sz="1400" dirty="0">
              <a:solidFill>
                <a:schemeClr val="bg1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</a:pPr>
            <a:r>
              <a:rPr lang="en-US" sz="1400" dirty="0">
                <a:solidFill>
                  <a:schemeClr val="bg1"/>
                </a:solidFill>
              </a:rPr>
              <a:t>01     OOOOO </a:t>
            </a:r>
            <a:endParaRPr sz="1400" dirty="0">
              <a:solidFill>
                <a:schemeClr val="bg1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</a:pPr>
            <a:endParaRPr sz="1400" dirty="0">
              <a:solidFill>
                <a:schemeClr val="bg1"/>
              </a:solidFill>
            </a:endParaRPr>
          </a:p>
        </p:txBody>
      </p:sp>
      <p:sp>
        <p:nvSpPr>
          <p:cNvPr id="9" name="Google Shape;310;p2">
            <a:extLst>
              <a:ext uri="{FF2B5EF4-FFF2-40B4-BE49-F238E27FC236}">
                <a16:creationId xmlns:a16="http://schemas.microsoft.com/office/drawing/2014/main" id="{C9EEE64A-0D85-B843-A634-07B5A452F96D}"/>
              </a:ext>
            </a:extLst>
          </p:cNvPr>
          <p:cNvSpPr txBox="1">
            <a:spLocks noGrp="1"/>
          </p:cNvSpPr>
          <p:nvPr/>
        </p:nvSpPr>
        <p:spPr>
          <a:xfrm>
            <a:off x="6393549" y="915210"/>
            <a:ext cx="923298" cy="48051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</a:pPr>
            <a:r>
              <a:rPr lang="en-US" sz="1400" dirty="0">
                <a:solidFill>
                  <a:srgbClr val="E0F974"/>
                </a:solidFill>
              </a:rPr>
              <a:t>P 03</a:t>
            </a:r>
            <a:endParaRPr sz="1400" dirty="0">
              <a:solidFill>
                <a:srgbClr val="E0F974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</a:pPr>
            <a:r>
              <a:rPr lang="en-US" sz="1400" dirty="0">
                <a:solidFill>
                  <a:srgbClr val="E0F974"/>
                </a:solidFill>
              </a:rPr>
              <a:t>P 03</a:t>
            </a:r>
            <a:endParaRPr sz="1400" dirty="0">
              <a:solidFill>
                <a:srgbClr val="E0F974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</a:pPr>
            <a:r>
              <a:rPr lang="en-US" sz="1400" dirty="0">
                <a:solidFill>
                  <a:srgbClr val="E0F974"/>
                </a:solidFill>
              </a:rPr>
              <a:t>P 03</a:t>
            </a:r>
            <a:endParaRPr sz="1400" dirty="0">
              <a:solidFill>
                <a:srgbClr val="E0F974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</a:pPr>
            <a:r>
              <a:rPr lang="en-US" sz="1400" dirty="0">
                <a:solidFill>
                  <a:srgbClr val="E0F974"/>
                </a:solidFill>
              </a:rPr>
              <a:t>P 03</a:t>
            </a:r>
            <a:endParaRPr sz="1400" dirty="0">
              <a:solidFill>
                <a:srgbClr val="E0F974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</a:pPr>
            <a:r>
              <a:rPr lang="en-US" sz="1400" dirty="0">
                <a:solidFill>
                  <a:srgbClr val="E0F974"/>
                </a:solidFill>
              </a:rPr>
              <a:t>P 03</a:t>
            </a:r>
            <a:endParaRPr sz="1400" dirty="0">
              <a:solidFill>
                <a:srgbClr val="E0F974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</a:pPr>
            <a:r>
              <a:rPr lang="en-US" sz="1400" dirty="0">
                <a:solidFill>
                  <a:srgbClr val="E0F974"/>
                </a:solidFill>
              </a:rPr>
              <a:t>P 03</a:t>
            </a:r>
            <a:endParaRPr sz="1400" dirty="0">
              <a:solidFill>
                <a:srgbClr val="E0F974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</a:pPr>
            <a:r>
              <a:rPr lang="en-US" sz="1400" dirty="0">
                <a:solidFill>
                  <a:srgbClr val="E0F974"/>
                </a:solidFill>
              </a:rPr>
              <a:t>P 03</a:t>
            </a:r>
            <a:endParaRPr sz="1400" dirty="0">
              <a:solidFill>
                <a:srgbClr val="E0F974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</a:pPr>
            <a:r>
              <a:rPr lang="en-US" sz="1400" dirty="0">
                <a:solidFill>
                  <a:srgbClr val="E0F974"/>
                </a:solidFill>
              </a:rPr>
              <a:t>P 03</a:t>
            </a:r>
            <a:endParaRPr sz="1400" dirty="0">
              <a:solidFill>
                <a:srgbClr val="E0F974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</a:pPr>
            <a:r>
              <a:rPr lang="en-US" sz="1400" dirty="0">
                <a:solidFill>
                  <a:srgbClr val="E0F974"/>
                </a:solidFill>
              </a:rPr>
              <a:t>P 03</a:t>
            </a:r>
            <a:endParaRPr sz="1400" dirty="0">
              <a:solidFill>
                <a:srgbClr val="E0F974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</a:pPr>
            <a:r>
              <a:rPr lang="en-US" sz="1400" dirty="0">
                <a:solidFill>
                  <a:srgbClr val="E0F974"/>
                </a:solidFill>
              </a:rPr>
              <a:t>P 03</a:t>
            </a:r>
            <a:endParaRPr sz="1400" dirty="0">
              <a:solidFill>
                <a:srgbClr val="E0F974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</a:pPr>
            <a:r>
              <a:rPr lang="en-US" sz="1400" dirty="0">
                <a:solidFill>
                  <a:srgbClr val="E0F974"/>
                </a:solidFill>
              </a:rPr>
              <a:t>P 03</a:t>
            </a:r>
            <a:endParaRPr sz="1400" dirty="0">
              <a:solidFill>
                <a:srgbClr val="E0F974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</a:pPr>
            <a:r>
              <a:rPr lang="en-US" sz="1400" dirty="0">
                <a:solidFill>
                  <a:srgbClr val="E0F974"/>
                </a:solidFill>
              </a:rPr>
              <a:t>P 03</a:t>
            </a:r>
            <a:endParaRPr sz="1400" dirty="0">
              <a:solidFill>
                <a:srgbClr val="E0F974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</a:pPr>
            <a:endParaRPr sz="1400" dirty="0">
              <a:solidFill>
                <a:srgbClr val="E0F97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13595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07;p3">
            <a:extLst>
              <a:ext uri="{FF2B5EF4-FFF2-40B4-BE49-F238E27FC236}">
                <a16:creationId xmlns:a16="http://schemas.microsoft.com/office/drawing/2014/main" id="{4AC243C2-74BD-5C44-A73F-B4B38A9AA6D3}"/>
              </a:ext>
            </a:extLst>
          </p:cNvPr>
          <p:cNvSpPr txBox="1">
            <a:spLocks noGrp="1"/>
          </p:cNvSpPr>
          <p:nvPr/>
        </p:nvSpPr>
        <p:spPr>
          <a:xfrm>
            <a:off x="9444677" y="5851395"/>
            <a:ext cx="2309506" cy="59427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4572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 panose="020B0604020202020204" pitchFamily="34" charset="0"/>
              <a:buNone/>
              <a:defRPr sz="2500" b="1" i="0" kern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lvl="2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800" lvl="3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86000" lvl="4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43200" lvl="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00400" lvl="6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7600" lvl="7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4800" lvl="8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en-US" dirty="0">
                <a:solidFill>
                  <a:schemeClr val="bg1"/>
                </a:solidFill>
              </a:rPr>
              <a:t>CONTENTS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3" name="Google Shape;325;p4">
            <a:extLst>
              <a:ext uri="{FF2B5EF4-FFF2-40B4-BE49-F238E27FC236}">
                <a16:creationId xmlns:a16="http://schemas.microsoft.com/office/drawing/2014/main" id="{9858BCCC-C96E-0949-8595-FA702A04C5CF}"/>
              </a:ext>
            </a:extLst>
          </p:cNvPr>
          <p:cNvSpPr txBox="1">
            <a:spLocks noGrp="1"/>
          </p:cNvSpPr>
          <p:nvPr/>
        </p:nvSpPr>
        <p:spPr>
          <a:xfrm>
            <a:off x="1044557" y="915210"/>
            <a:ext cx="3157084" cy="48051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n-US" sz="1400" dirty="0">
                <a:solidFill>
                  <a:schemeClr val="bg1"/>
                </a:solidFill>
              </a:rPr>
              <a:t>10:00 – 11:15   01  OOOO</a:t>
            </a:r>
          </a:p>
          <a:p>
            <a:pPr marL="0" indent="0">
              <a:lnSpc>
                <a:spcPct val="200000"/>
              </a:lnSpc>
              <a:spcBef>
                <a:spcPts val="0"/>
              </a:spcBef>
              <a:buClr>
                <a:schemeClr val="lt1"/>
              </a:buClr>
            </a:pPr>
            <a:r>
              <a:rPr lang="en-US" altLang="zh-TW" sz="1400" dirty="0">
                <a:solidFill>
                  <a:schemeClr val="bg1"/>
                </a:solidFill>
              </a:rPr>
              <a:t>10:00 – 11:15   01  OOOO</a:t>
            </a:r>
          </a:p>
          <a:p>
            <a:pPr marL="0" indent="0">
              <a:lnSpc>
                <a:spcPct val="200000"/>
              </a:lnSpc>
              <a:spcBef>
                <a:spcPts val="0"/>
              </a:spcBef>
              <a:buClr>
                <a:schemeClr val="lt1"/>
              </a:buClr>
            </a:pPr>
            <a:r>
              <a:rPr lang="en-US" altLang="zh-TW" sz="1400" dirty="0">
                <a:solidFill>
                  <a:schemeClr val="bg1"/>
                </a:solidFill>
              </a:rPr>
              <a:t>10:00 – 11:15   01  OOOO</a:t>
            </a: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endParaRPr sz="1400" dirty="0">
              <a:solidFill>
                <a:schemeClr val="bg1"/>
              </a:solidFill>
            </a:endParaRPr>
          </a:p>
          <a:p>
            <a:pPr marL="0" lvl="0" indent="0" algn="l" rtl="0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</a:pPr>
            <a:endParaRPr sz="1400" dirty="0">
              <a:solidFill>
                <a:schemeClr val="bg1"/>
              </a:solidFill>
            </a:endParaRPr>
          </a:p>
          <a:p>
            <a:pPr marL="0" lvl="0" indent="0" algn="l" rtl="0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</a:pPr>
            <a:endParaRPr sz="1400" dirty="0">
              <a:solidFill>
                <a:schemeClr val="bg1"/>
              </a:solidFill>
            </a:endParaRPr>
          </a:p>
          <a:p>
            <a:pPr marL="0" lvl="0" indent="0" algn="l" rtl="0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n-US" sz="1400" dirty="0">
                <a:solidFill>
                  <a:schemeClr val="bg1"/>
                </a:solidFill>
              </a:rPr>
              <a:t>01 OOOOO</a:t>
            </a:r>
            <a:endParaRPr sz="1400" dirty="0">
              <a:solidFill>
                <a:schemeClr val="bg1"/>
              </a:solidFill>
            </a:endParaRPr>
          </a:p>
        </p:txBody>
      </p:sp>
      <p:sp>
        <p:nvSpPr>
          <p:cNvPr id="14" name="Google Shape;326;p4">
            <a:extLst>
              <a:ext uri="{FF2B5EF4-FFF2-40B4-BE49-F238E27FC236}">
                <a16:creationId xmlns:a16="http://schemas.microsoft.com/office/drawing/2014/main" id="{45E205ED-2A37-FA41-96EB-1B39E8D99C49}"/>
              </a:ext>
            </a:extLst>
          </p:cNvPr>
          <p:cNvSpPr txBox="1">
            <a:spLocks noGrp="1"/>
          </p:cNvSpPr>
          <p:nvPr/>
        </p:nvSpPr>
        <p:spPr>
          <a:xfrm>
            <a:off x="4354686" y="915210"/>
            <a:ext cx="3209298" cy="48051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</a:pPr>
            <a:r>
              <a:rPr lang="en-US" sz="1400" dirty="0">
                <a:solidFill>
                  <a:schemeClr val="bg1"/>
                </a:solidFill>
              </a:rPr>
              <a:t>P13</a:t>
            </a:r>
          </a:p>
          <a:p>
            <a:pPr marL="0" indent="0">
              <a:lnSpc>
                <a:spcPct val="200000"/>
              </a:lnSpc>
              <a:spcBef>
                <a:spcPts val="0"/>
              </a:spcBef>
            </a:pPr>
            <a:r>
              <a:rPr lang="en-US" altLang="zh-TW" sz="1400" dirty="0">
                <a:solidFill>
                  <a:schemeClr val="bg1"/>
                </a:solidFill>
              </a:rPr>
              <a:t>P13</a:t>
            </a:r>
          </a:p>
          <a:p>
            <a:pPr marL="0" indent="0">
              <a:lnSpc>
                <a:spcPct val="200000"/>
              </a:lnSpc>
              <a:spcBef>
                <a:spcPts val="0"/>
              </a:spcBef>
            </a:pPr>
            <a:r>
              <a:rPr lang="en-US" altLang="zh-TW" sz="1400" dirty="0">
                <a:solidFill>
                  <a:schemeClr val="bg1"/>
                </a:solidFill>
              </a:rPr>
              <a:t>P13</a:t>
            </a: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</a:pPr>
            <a:endParaRPr sz="1400" dirty="0">
              <a:solidFill>
                <a:schemeClr val="bg1"/>
              </a:solidFill>
            </a:endParaRPr>
          </a:p>
          <a:p>
            <a:pPr marL="0" lvl="0" indent="0" algn="l" rtl="0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</a:pPr>
            <a:endParaRPr sz="1400" dirty="0">
              <a:solidFill>
                <a:schemeClr val="bg1"/>
              </a:solidFill>
            </a:endParaRPr>
          </a:p>
          <a:p>
            <a:pPr marL="0" lvl="0" indent="0" algn="l" rtl="0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</a:pPr>
            <a:endParaRPr sz="1400" dirty="0">
              <a:solidFill>
                <a:schemeClr val="bg1"/>
              </a:solidFill>
            </a:endParaRPr>
          </a:p>
          <a:p>
            <a:pPr marL="0" lvl="0" indent="0" algn="l" rtl="0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</a:pPr>
            <a:r>
              <a:rPr lang="en-US" sz="1400" dirty="0">
                <a:solidFill>
                  <a:schemeClr val="bg1"/>
                </a:solidFill>
              </a:rPr>
              <a:t>25 Mins</a:t>
            </a:r>
            <a:endParaRPr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2865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07;p3">
            <a:extLst>
              <a:ext uri="{FF2B5EF4-FFF2-40B4-BE49-F238E27FC236}">
                <a16:creationId xmlns:a16="http://schemas.microsoft.com/office/drawing/2014/main" id="{4AC243C2-74BD-5C44-A73F-B4B38A9AA6D3}"/>
              </a:ext>
            </a:extLst>
          </p:cNvPr>
          <p:cNvSpPr txBox="1">
            <a:spLocks noGrp="1"/>
          </p:cNvSpPr>
          <p:nvPr/>
        </p:nvSpPr>
        <p:spPr>
          <a:xfrm>
            <a:off x="9444677" y="5851395"/>
            <a:ext cx="2309506" cy="59427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4572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 panose="020B0604020202020204" pitchFamily="34" charset="0"/>
              <a:buNone/>
              <a:defRPr sz="2500" b="1" i="0" kern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lvl="2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800" lvl="3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86000" lvl="4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43200" lvl="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00400" lvl="6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7600" lvl="7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4800" lvl="8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en-US" dirty="0">
                <a:solidFill>
                  <a:schemeClr val="bg1"/>
                </a:solidFill>
              </a:rPr>
              <a:t>CONTENTS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3" name="Google Shape;325;p4">
            <a:extLst>
              <a:ext uri="{FF2B5EF4-FFF2-40B4-BE49-F238E27FC236}">
                <a16:creationId xmlns:a16="http://schemas.microsoft.com/office/drawing/2014/main" id="{9858BCCC-C96E-0949-8595-FA702A04C5CF}"/>
              </a:ext>
            </a:extLst>
          </p:cNvPr>
          <p:cNvSpPr txBox="1">
            <a:spLocks noGrp="1"/>
          </p:cNvSpPr>
          <p:nvPr/>
        </p:nvSpPr>
        <p:spPr>
          <a:xfrm>
            <a:off x="1044557" y="915210"/>
            <a:ext cx="3157084" cy="48051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n-US" sz="1400" dirty="0">
                <a:solidFill>
                  <a:schemeClr val="bg1"/>
                </a:solidFill>
              </a:rPr>
              <a:t>10:00 – 11:15   01  OOOO</a:t>
            </a:r>
          </a:p>
          <a:p>
            <a:pPr marL="0" indent="0">
              <a:lnSpc>
                <a:spcPct val="200000"/>
              </a:lnSpc>
              <a:spcBef>
                <a:spcPts val="0"/>
              </a:spcBef>
              <a:buClr>
                <a:schemeClr val="lt1"/>
              </a:buClr>
            </a:pPr>
            <a:r>
              <a:rPr lang="en-US" altLang="zh-TW" sz="1400" dirty="0">
                <a:solidFill>
                  <a:schemeClr val="bg1"/>
                </a:solidFill>
              </a:rPr>
              <a:t>10:00 – 11:15   01  OOOO</a:t>
            </a:r>
          </a:p>
          <a:p>
            <a:pPr marL="0" indent="0">
              <a:lnSpc>
                <a:spcPct val="200000"/>
              </a:lnSpc>
              <a:spcBef>
                <a:spcPts val="0"/>
              </a:spcBef>
              <a:buClr>
                <a:schemeClr val="lt1"/>
              </a:buClr>
            </a:pPr>
            <a:r>
              <a:rPr lang="en-US" altLang="zh-TW" sz="1400" dirty="0">
                <a:solidFill>
                  <a:schemeClr val="bg1"/>
                </a:solidFill>
              </a:rPr>
              <a:t>10:00 – 11:15   01  OOOO</a:t>
            </a: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endParaRPr sz="1400" dirty="0">
              <a:solidFill>
                <a:schemeClr val="bg1"/>
              </a:solidFill>
            </a:endParaRPr>
          </a:p>
          <a:p>
            <a:pPr marL="0" lvl="0" indent="0" algn="l" rtl="0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</a:pPr>
            <a:endParaRPr sz="1400" dirty="0">
              <a:solidFill>
                <a:schemeClr val="bg1"/>
              </a:solidFill>
            </a:endParaRPr>
          </a:p>
          <a:p>
            <a:pPr marL="0" lvl="0" indent="0" algn="l" rtl="0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</a:pPr>
            <a:endParaRPr sz="1400" dirty="0">
              <a:solidFill>
                <a:schemeClr val="bg1"/>
              </a:solidFill>
            </a:endParaRPr>
          </a:p>
          <a:p>
            <a:pPr marL="0" lvl="0" indent="0" algn="l" rtl="0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n-US" sz="1400" dirty="0">
                <a:solidFill>
                  <a:schemeClr val="bg1"/>
                </a:solidFill>
              </a:rPr>
              <a:t>01 OOOOO</a:t>
            </a:r>
            <a:endParaRPr sz="1400" dirty="0">
              <a:solidFill>
                <a:schemeClr val="bg1"/>
              </a:solidFill>
            </a:endParaRPr>
          </a:p>
        </p:txBody>
      </p:sp>
      <p:sp>
        <p:nvSpPr>
          <p:cNvPr id="14" name="Google Shape;326;p4">
            <a:extLst>
              <a:ext uri="{FF2B5EF4-FFF2-40B4-BE49-F238E27FC236}">
                <a16:creationId xmlns:a16="http://schemas.microsoft.com/office/drawing/2014/main" id="{45E205ED-2A37-FA41-96EB-1B39E8D99C49}"/>
              </a:ext>
            </a:extLst>
          </p:cNvPr>
          <p:cNvSpPr txBox="1">
            <a:spLocks noGrp="1"/>
          </p:cNvSpPr>
          <p:nvPr/>
        </p:nvSpPr>
        <p:spPr>
          <a:xfrm>
            <a:off x="4354686" y="915210"/>
            <a:ext cx="3209298" cy="48051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</a:pPr>
            <a:r>
              <a:rPr lang="en-US" sz="1400" dirty="0">
                <a:solidFill>
                  <a:srgbClr val="E0F974"/>
                </a:solidFill>
              </a:rPr>
              <a:t>P13</a:t>
            </a:r>
          </a:p>
          <a:p>
            <a:pPr marL="0" indent="0">
              <a:lnSpc>
                <a:spcPct val="200000"/>
              </a:lnSpc>
              <a:spcBef>
                <a:spcPts val="0"/>
              </a:spcBef>
            </a:pPr>
            <a:r>
              <a:rPr lang="en-US" altLang="zh-TW" sz="1400" dirty="0">
                <a:solidFill>
                  <a:srgbClr val="E0F974"/>
                </a:solidFill>
              </a:rPr>
              <a:t>P13</a:t>
            </a:r>
          </a:p>
          <a:p>
            <a:pPr marL="0" indent="0">
              <a:lnSpc>
                <a:spcPct val="200000"/>
              </a:lnSpc>
              <a:spcBef>
                <a:spcPts val="0"/>
              </a:spcBef>
            </a:pPr>
            <a:r>
              <a:rPr lang="en-US" altLang="zh-TW" sz="1400" dirty="0">
                <a:solidFill>
                  <a:srgbClr val="E0F974"/>
                </a:solidFill>
              </a:rPr>
              <a:t>P13</a:t>
            </a: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</a:pPr>
            <a:endParaRPr sz="1400" dirty="0">
              <a:solidFill>
                <a:srgbClr val="E0F974"/>
              </a:solidFill>
            </a:endParaRPr>
          </a:p>
          <a:p>
            <a:pPr marL="0" lvl="0" indent="0" algn="l" rtl="0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</a:pPr>
            <a:endParaRPr sz="1400" dirty="0">
              <a:solidFill>
                <a:srgbClr val="E0F974"/>
              </a:solidFill>
            </a:endParaRPr>
          </a:p>
          <a:p>
            <a:pPr marL="0" lvl="0" indent="0" algn="l" rtl="0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</a:pPr>
            <a:endParaRPr sz="1400" dirty="0">
              <a:solidFill>
                <a:srgbClr val="E0F974"/>
              </a:solidFill>
            </a:endParaRPr>
          </a:p>
          <a:p>
            <a:pPr marL="0" lvl="0" indent="0" algn="l" rtl="0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</a:pPr>
            <a:r>
              <a:rPr lang="en-US" sz="1400" dirty="0">
                <a:solidFill>
                  <a:srgbClr val="E0F974"/>
                </a:solidFill>
              </a:rPr>
              <a:t>25 Mins</a:t>
            </a:r>
            <a:endParaRPr sz="1400" dirty="0">
              <a:solidFill>
                <a:srgbClr val="E0F97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97673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圖片 13">
            <a:extLst>
              <a:ext uri="{FF2B5EF4-FFF2-40B4-BE49-F238E27FC236}">
                <a16:creationId xmlns:a16="http://schemas.microsoft.com/office/drawing/2014/main" id="{3E711EBE-D725-8940-8A61-2BF44126B8B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15793" y="6097077"/>
            <a:ext cx="320582" cy="401857"/>
          </a:xfrm>
          <a:prstGeom prst="rect">
            <a:avLst/>
          </a:prstGeom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id="{3A2B44FA-47CD-0944-8892-E31F2A1E86DC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07"/>
          <a:stretch/>
        </p:blipFill>
        <p:spPr>
          <a:xfrm>
            <a:off x="10540358" y="6085440"/>
            <a:ext cx="558237" cy="409341"/>
          </a:xfrm>
          <a:prstGeom prst="rect">
            <a:avLst/>
          </a:prstGeom>
        </p:spPr>
      </p:pic>
      <p:sp>
        <p:nvSpPr>
          <p:cNvPr id="9" name="Google Shape;322;p5">
            <a:extLst>
              <a:ext uri="{FF2B5EF4-FFF2-40B4-BE49-F238E27FC236}">
                <a16:creationId xmlns:a16="http://schemas.microsoft.com/office/drawing/2014/main" id="{D98D4D30-8DC2-1447-B37F-F9FB4F3919EA}"/>
              </a:ext>
            </a:extLst>
          </p:cNvPr>
          <p:cNvSpPr txBox="1">
            <a:spLocks noGrp="1"/>
          </p:cNvSpPr>
          <p:nvPr/>
        </p:nvSpPr>
        <p:spPr>
          <a:xfrm>
            <a:off x="1041060" y="2309989"/>
            <a:ext cx="379761" cy="59427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4572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 panose="020B0604020202020204" pitchFamily="34" charset="0"/>
              <a:buNone/>
              <a:defRPr sz="3000" b="1" i="0" kern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lvl="2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800" lvl="3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86000" lvl="4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43200" lvl="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00400" lvl="6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7600" lvl="7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4800" lvl="8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en-US" dirty="0">
                <a:solidFill>
                  <a:schemeClr val="bg1"/>
                </a:solidFill>
              </a:rPr>
              <a:t>“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0" name="Google Shape;323;p5">
            <a:extLst>
              <a:ext uri="{FF2B5EF4-FFF2-40B4-BE49-F238E27FC236}">
                <a16:creationId xmlns:a16="http://schemas.microsoft.com/office/drawing/2014/main" id="{12489B4A-97FD-8740-9153-5AE897EDC64C}"/>
              </a:ext>
            </a:extLst>
          </p:cNvPr>
          <p:cNvSpPr txBox="1">
            <a:spLocks noGrp="1"/>
          </p:cNvSpPr>
          <p:nvPr/>
        </p:nvSpPr>
        <p:spPr>
          <a:xfrm>
            <a:off x="5156118" y="3341487"/>
            <a:ext cx="467443" cy="59427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4572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 panose="020B0604020202020204" pitchFamily="34" charset="0"/>
              <a:buNone/>
              <a:defRPr sz="3000" b="1" i="0" kern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lvl="2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800" lvl="3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86000" lvl="4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43200" lvl="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00400" lvl="6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7600" lvl="7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4800" lvl="8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en-US" dirty="0">
                <a:solidFill>
                  <a:schemeClr val="bg1"/>
                </a:solidFill>
              </a:rPr>
              <a:t>”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1" name="Google Shape;324;p5">
            <a:extLst>
              <a:ext uri="{FF2B5EF4-FFF2-40B4-BE49-F238E27FC236}">
                <a16:creationId xmlns:a16="http://schemas.microsoft.com/office/drawing/2014/main" id="{7B8A5CE7-BE82-A34D-AC35-312FE6DAED2C}"/>
              </a:ext>
            </a:extLst>
          </p:cNvPr>
          <p:cNvSpPr txBox="1">
            <a:spLocks noGrp="1"/>
          </p:cNvSpPr>
          <p:nvPr/>
        </p:nvSpPr>
        <p:spPr>
          <a:xfrm>
            <a:off x="1445873" y="3462137"/>
            <a:ext cx="2545863" cy="87456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4572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 panose="020B0604020202020204" pitchFamily="34" charset="0"/>
              <a:buNone/>
              <a:defRPr sz="1600" b="0" i="0" kern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lvl="2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800" lvl="3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86000" lvl="4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43200" lvl="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00400" lvl="6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7600" lvl="7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4800" lvl="8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en-US" b="1">
                <a:solidFill>
                  <a:schemeClr val="bg1"/>
                </a:solidFill>
              </a:rPr>
              <a:t>SUBTITLE</a:t>
            </a:r>
            <a:endParaRPr b="1">
              <a:solidFill>
                <a:schemeClr val="bg1"/>
              </a:solidFill>
            </a:endParaRPr>
          </a:p>
        </p:txBody>
      </p:sp>
      <p:sp>
        <p:nvSpPr>
          <p:cNvPr id="13" name="Google Shape;321;p5">
            <a:extLst>
              <a:ext uri="{FF2B5EF4-FFF2-40B4-BE49-F238E27FC236}">
                <a16:creationId xmlns:a16="http://schemas.microsoft.com/office/drawing/2014/main" id="{64B717B5-4594-5848-8A0B-57749F4BAA4C}"/>
              </a:ext>
            </a:extLst>
          </p:cNvPr>
          <p:cNvSpPr txBox="1">
            <a:spLocks noGrp="1"/>
          </p:cNvSpPr>
          <p:nvPr/>
        </p:nvSpPr>
        <p:spPr>
          <a:xfrm>
            <a:off x="1445873" y="2735874"/>
            <a:ext cx="3724210" cy="59427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4572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 panose="020B0604020202020204" pitchFamily="34" charset="0"/>
              <a:buNone/>
              <a:defRPr sz="3600" b="1" i="0" kern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lvl="2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800" lvl="3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86000" lvl="4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43200" lvl="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00400" lvl="6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7600" lvl="7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4800" lvl="8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/>
            <a:r>
              <a:rPr lang="en-US" dirty="0">
                <a:solidFill>
                  <a:schemeClr val="bg1"/>
                </a:solidFill>
              </a:rPr>
              <a:t>01 TITLE </a:t>
            </a:r>
            <a:r>
              <a:rPr lang="en-US" altLang="zh-TW" dirty="0">
                <a:solidFill>
                  <a:schemeClr val="bg1"/>
                </a:solidFill>
              </a:rPr>
              <a:t>TITLE</a:t>
            </a:r>
            <a:endParaRPr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2336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圖片 13">
            <a:extLst>
              <a:ext uri="{FF2B5EF4-FFF2-40B4-BE49-F238E27FC236}">
                <a16:creationId xmlns:a16="http://schemas.microsoft.com/office/drawing/2014/main" id="{3E711EBE-D725-8940-8A61-2BF44126B8B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15793" y="6097077"/>
            <a:ext cx="320582" cy="401857"/>
          </a:xfrm>
          <a:prstGeom prst="rect">
            <a:avLst/>
          </a:prstGeom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id="{3A2B44FA-47CD-0944-8892-E31F2A1E86DC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07"/>
          <a:stretch/>
        </p:blipFill>
        <p:spPr>
          <a:xfrm>
            <a:off x="10540358" y="6085440"/>
            <a:ext cx="558237" cy="409341"/>
          </a:xfrm>
          <a:prstGeom prst="rect">
            <a:avLst/>
          </a:prstGeom>
        </p:spPr>
      </p:pic>
      <p:sp>
        <p:nvSpPr>
          <p:cNvPr id="8" name="Google Shape;321;p5">
            <a:extLst>
              <a:ext uri="{FF2B5EF4-FFF2-40B4-BE49-F238E27FC236}">
                <a16:creationId xmlns:a16="http://schemas.microsoft.com/office/drawing/2014/main" id="{EA335B50-403D-784F-97B8-10066CF6303D}"/>
              </a:ext>
            </a:extLst>
          </p:cNvPr>
          <p:cNvSpPr txBox="1">
            <a:spLocks noGrp="1"/>
          </p:cNvSpPr>
          <p:nvPr/>
        </p:nvSpPr>
        <p:spPr>
          <a:xfrm>
            <a:off x="1445873" y="2735874"/>
            <a:ext cx="3724210" cy="59427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4572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 panose="020B0604020202020204" pitchFamily="34" charset="0"/>
              <a:buNone/>
              <a:defRPr sz="3600" b="1" i="0" kern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lvl="2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800" lvl="3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86000" lvl="4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43200" lvl="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00400" lvl="6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7600" lvl="7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4800" lvl="8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/>
            <a:r>
              <a:rPr lang="en-US" dirty="0">
                <a:solidFill>
                  <a:schemeClr val="bg1"/>
                </a:solidFill>
              </a:rPr>
              <a:t>01 TITLE </a:t>
            </a:r>
            <a:r>
              <a:rPr lang="en-US" altLang="zh-TW" dirty="0">
                <a:solidFill>
                  <a:schemeClr val="bg1"/>
                </a:solidFill>
              </a:rPr>
              <a:t>TITLE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9" name="Google Shape;322;p5">
            <a:extLst>
              <a:ext uri="{FF2B5EF4-FFF2-40B4-BE49-F238E27FC236}">
                <a16:creationId xmlns:a16="http://schemas.microsoft.com/office/drawing/2014/main" id="{D98D4D30-8DC2-1447-B37F-F9FB4F3919EA}"/>
              </a:ext>
            </a:extLst>
          </p:cNvPr>
          <p:cNvSpPr txBox="1">
            <a:spLocks noGrp="1"/>
          </p:cNvSpPr>
          <p:nvPr/>
        </p:nvSpPr>
        <p:spPr>
          <a:xfrm>
            <a:off x="1041060" y="2309989"/>
            <a:ext cx="379761" cy="59427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4572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 panose="020B0604020202020204" pitchFamily="34" charset="0"/>
              <a:buNone/>
              <a:defRPr sz="3000" b="1" i="0" kern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lvl="2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800" lvl="3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86000" lvl="4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43200" lvl="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00400" lvl="6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7600" lvl="7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4800" lvl="8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en-US" dirty="0">
                <a:solidFill>
                  <a:schemeClr val="bg1"/>
                </a:solidFill>
              </a:rPr>
              <a:t>“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0" name="Google Shape;323;p5">
            <a:extLst>
              <a:ext uri="{FF2B5EF4-FFF2-40B4-BE49-F238E27FC236}">
                <a16:creationId xmlns:a16="http://schemas.microsoft.com/office/drawing/2014/main" id="{12489B4A-97FD-8740-9153-5AE897EDC64C}"/>
              </a:ext>
            </a:extLst>
          </p:cNvPr>
          <p:cNvSpPr txBox="1">
            <a:spLocks noGrp="1"/>
          </p:cNvSpPr>
          <p:nvPr/>
        </p:nvSpPr>
        <p:spPr>
          <a:xfrm>
            <a:off x="5156118" y="3341487"/>
            <a:ext cx="467443" cy="59427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4572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 panose="020B0604020202020204" pitchFamily="34" charset="0"/>
              <a:buNone/>
              <a:defRPr sz="3000" b="1" i="0" kern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lvl="2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800" lvl="3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86000" lvl="4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43200" lvl="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00400" lvl="6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7600" lvl="7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4800" lvl="8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en-US" dirty="0">
                <a:solidFill>
                  <a:schemeClr val="bg1"/>
                </a:solidFill>
              </a:rPr>
              <a:t>”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1" name="Google Shape;324;p5">
            <a:extLst>
              <a:ext uri="{FF2B5EF4-FFF2-40B4-BE49-F238E27FC236}">
                <a16:creationId xmlns:a16="http://schemas.microsoft.com/office/drawing/2014/main" id="{7B8A5CE7-BE82-A34D-AC35-312FE6DAED2C}"/>
              </a:ext>
            </a:extLst>
          </p:cNvPr>
          <p:cNvSpPr txBox="1">
            <a:spLocks noGrp="1"/>
          </p:cNvSpPr>
          <p:nvPr/>
        </p:nvSpPr>
        <p:spPr>
          <a:xfrm>
            <a:off x="1445873" y="3462137"/>
            <a:ext cx="2545863" cy="87456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4572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 panose="020B0604020202020204" pitchFamily="34" charset="0"/>
              <a:buNone/>
              <a:defRPr sz="1600" b="0" i="0" kern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lvl="2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800" lvl="3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86000" lvl="4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43200" lvl="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00400" lvl="6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7600" lvl="7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4800" lvl="8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en-US" b="1">
                <a:solidFill>
                  <a:srgbClr val="E0F974"/>
                </a:solidFill>
              </a:rPr>
              <a:t>SUBTITLE</a:t>
            </a:r>
            <a:endParaRPr b="1">
              <a:solidFill>
                <a:srgbClr val="E0F97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98171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485;p13">
            <a:extLst>
              <a:ext uri="{FF2B5EF4-FFF2-40B4-BE49-F238E27FC236}">
                <a16:creationId xmlns:a16="http://schemas.microsoft.com/office/drawing/2014/main" id="{CFA2F80A-C437-464F-8B89-BD81347087BE}"/>
              </a:ext>
            </a:extLst>
          </p:cNvPr>
          <p:cNvSpPr txBox="1">
            <a:spLocks/>
          </p:cNvSpPr>
          <p:nvPr/>
        </p:nvSpPr>
        <p:spPr>
          <a:xfrm>
            <a:off x="1065825" y="5998011"/>
            <a:ext cx="3559692" cy="540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SzPts val="2800"/>
              <a:buFont typeface="Arial" panose="020B0604020202020204" pitchFamily="34" charset="0"/>
              <a:buNone/>
            </a:pPr>
            <a:r>
              <a:rPr lang="zh-TW" altLang="en-US" sz="1200" dirty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rPr>
              <a:t>請在此</a:t>
            </a:r>
            <a:r>
              <a:rPr lang="zh-CN" altLang="en-US" sz="1200" dirty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rPr>
              <a:t>寫下圖片說明</a:t>
            </a:r>
            <a:endParaRPr lang="en-US" sz="1200" dirty="0">
              <a:solidFill>
                <a:schemeClr val="bg1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Arial"/>
              <a:sym typeface="Arial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5E66F0F3-BD72-0E47-B9C4-7F339ACEF55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15793" y="6097077"/>
            <a:ext cx="320582" cy="401857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298C687F-E3B2-3D4E-B9D4-7F53C3371C1C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07"/>
          <a:stretch/>
        </p:blipFill>
        <p:spPr>
          <a:xfrm>
            <a:off x="10540358" y="6085440"/>
            <a:ext cx="558237" cy="409341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0A10421E-A60B-D345-89DF-15AA9D96F821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screen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colorTemperature colorTemp="8800"/>
                    </a14:imgEffect>
                    <a14:imgEffect>
                      <a14:brightnessContrast contrast="-31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5722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77129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485;p13">
            <a:extLst>
              <a:ext uri="{FF2B5EF4-FFF2-40B4-BE49-F238E27FC236}">
                <a16:creationId xmlns:a16="http://schemas.microsoft.com/office/drawing/2014/main" id="{CFA2F80A-C437-464F-8B89-BD81347087BE}"/>
              </a:ext>
            </a:extLst>
          </p:cNvPr>
          <p:cNvSpPr txBox="1">
            <a:spLocks/>
          </p:cNvSpPr>
          <p:nvPr/>
        </p:nvSpPr>
        <p:spPr>
          <a:xfrm>
            <a:off x="1065825" y="5998011"/>
            <a:ext cx="3559692" cy="540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SzPts val="2800"/>
              <a:buFont typeface="Arial" panose="020B0604020202020204" pitchFamily="34" charset="0"/>
              <a:buNone/>
            </a:pPr>
            <a:r>
              <a:rPr lang="zh-TW" altLang="en-US" sz="12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請在此</a:t>
            </a:r>
            <a:r>
              <a:rPr lang="zh-CN" altLang="en-US" sz="12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寫下圖片說明</a:t>
            </a:r>
            <a:endParaRPr lang="en-US" sz="1200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5E66F0F3-BD72-0E47-B9C4-7F339ACEF55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15793" y="6097077"/>
            <a:ext cx="320582" cy="401857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298C687F-E3B2-3D4E-B9D4-7F53C3371C1C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07"/>
          <a:stretch/>
        </p:blipFill>
        <p:spPr>
          <a:xfrm>
            <a:off x="10540358" y="6085440"/>
            <a:ext cx="558237" cy="409341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3705B0EC-811B-8943-A4B0-D8F72D1CC859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screen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-1"/>
            <a:ext cx="12191999" cy="5722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19403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485;p13">
            <a:extLst>
              <a:ext uri="{FF2B5EF4-FFF2-40B4-BE49-F238E27FC236}">
                <a16:creationId xmlns:a16="http://schemas.microsoft.com/office/drawing/2014/main" id="{091E07FC-109E-1D4E-9CAA-D27F6F7A3104}"/>
              </a:ext>
            </a:extLst>
          </p:cNvPr>
          <p:cNvSpPr txBox="1">
            <a:spLocks/>
          </p:cNvSpPr>
          <p:nvPr/>
        </p:nvSpPr>
        <p:spPr>
          <a:xfrm>
            <a:off x="697525" y="5815798"/>
            <a:ext cx="3559692" cy="540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SzPts val="2800"/>
              <a:buFont typeface="Arial" panose="020B0604020202020204" pitchFamily="34" charset="0"/>
              <a:buNone/>
            </a:pPr>
            <a:r>
              <a:rPr lang="en-US" sz="18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Picture A</a:t>
            </a:r>
          </a:p>
        </p:txBody>
      </p:sp>
      <p:sp>
        <p:nvSpPr>
          <p:cNvPr id="11" name="Google Shape;485;p13">
            <a:extLst>
              <a:ext uri="{FF2B5EF4-FFF2-40B4-BE49-F238E27FC236}">
                <a16:creationId xmlns:a16="http://schemas.microsoft.com/office/drawing/2014/main" id="{63BB7C22-36A0-8548-AD6D-364D36857CA6}"/>
              </a:ext>
            </a:extLst>
          </p:cNvPr>
          <p:cNvSpPr txBox="1">
            <a:spLocks/>
          </p:cNvSpPr>
          <p:nvPr/>
        </p:nvSpPr>
        <p:spPr>
          <a:xfrm>
            <a:off x="6286500" y="5815798"/>
            <a:ext cx="3559692" cy="540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SzPts val="2800"/>
              <a:buFont typeface="Arial" panose="020B0604020202020204" pitchFamily="34" charset="0"/>
              <a:buNone/>
            </a:pPr>
            <a:r>
              <a:rPr lang="en-US" sz="18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Picture B</a:t>
            </a:r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318E5491-E2A4-CF41-8234-90AC36C1F54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15793" y="6097077"/>
            <a:ext cx="320582" cy="401857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F59F972B-2BF0-B944-B160-BBFFFF2B7E13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07"/>
          <a:stretch/>
        </p:blipFill>
        <p:spPr>
          <a:xfrm>
            <a:off x="10540358" y="6085440"/>
            <a:ext cx="558237" cy="409341"/>
          </a:xfrm>
          <a:prstGeom prst="rect">
            <a:avLst/>
          </a:prstGeom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id="{31423672-E572-D740-AF52-0A50ED1A61B8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screen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colorTemperature colorTemp="7361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6096000" cy="5448300"/>
          </a:xfrm>
          <a:prstGeom prst="rect">
            <a:avLst/>
          </a:prstGeom>
        </p:spPr>
      </p:pic>
      <p:pic>
        <p:nvPicPr>
          <p:cNvPr id="17" name="圖片 16">
            <a:extLst>
              <a:ext uri="{FF2B5EF4-FFF2-40B4-BE49-F238E27FC236}">
                <a16:creationId xmlns:a16="http://schemas.microsoft.com/office/drawing/2014/main" id="{F7654EA9-2D09-A04D-B621-FDD839456752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screen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colorTemperature colorTemp="7200"/>
                    </a14:imgEffect>
                    <a14:imgEffect>
                      <a14:brightnessContrast bright="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96000" y="0"/>
            <a:ext cx="6096000" cy="544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20605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E7F8D5AD-0113-0A4D-9597-2C82BE33D742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3412"/>
            <a:ext cx="4071938" cy="4897773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2B655847-0049-AC41-93AD-BA9052464D1F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071938" y="1"/>
            <a:ext cx="4071938" cy="4901184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47B5F279-06DC-9842-9E59-8B97C2545787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120062" y="1"/>
            <a:ext cx="4071938" cy="4901184"/>
          </a:xfrm>
          <a:prstGeom prst="rect">
            <a:avLst/>
          </a:prstGeom>
        </p:spPr>
      </p:pic>
      <p:sp>
        <p:nvSpPr>
          <p:cNvPr id="8" name="Google Shape;485;p13">
            <a:extLst>
              <a:ext uri="{FF2B5EF4-FFF2-40B4-BE49-F238E27FC236}">
                <a16:creationId xmlns:a16="http://schemas.microsoft.com/office/drawing/2014/main" id="{FF431AF5-D29D-DD4E-AD2D-030A743E2249}"/>
              </a:ext>
            </a:extLst>
          </p:cNvPr>
          <p:cNvSpPr txBox="1">
            <a:spLocks/>
          </p:cNvSpPr>
          <p:nvPr/>
        </p:nvSpPr>
        <p:spPr>
          <a:xfrm>
            <a:off x="771831" y="5229566"/>
            <a:ext cx="2528275" cy="540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20000"/>
              </a:lnSpc>
              <a:buSzPts val="2800"/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Picture A</a:t>
            </a:r>
          </a:p>
        </p:txBody>
      </p:sp>
      <p:sp>
        <p:nvSpPr>
          <p:cNvPr id="9" name="Google Shape;485;p13">
            <a:extLst>
              <a:ext uri="{FF2B5EF4-FFF2-40B4-BE49-F238E27FC236}">
                <a16:creationId xmlns:a16="http://schemas.microsoft.com/office/drawing/2014/main" id="{E4C5539F-6CDF-204B-A3DC-7963293B14B6}"/>
              </a:ext>
            </a:extLst>
          </p:cNvPr>
          <p:cNvSpPr txBox="1">
            <a:spLocks/>
          </p:cNvSpPr>
          <p:nvPr/>
        </p:nvSpPr>
        <p:spPr>
          <a:xfrm>
            <a:off x="4831862" y="5229566"/>
            <a:ext cx="2528275" cy="540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20000"/>
              </a:lnSpc>
              <a:buSzPts val="2800"/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Picture B</a:t>
            </a:r>
          </a:p>
        </p:txBody>
      </p:sp>
      <p:sp>
        <p:nvSpPr>
          <p:cNvPr id="10" name="Google Shape;485;p13">
            <a:extLst>
              <a:ext uri="{FF2B5EF4-FFF2-40B4-BE49-F238E27FC236}">
                <a16:creationId xmlns:a16="http://schemas.microsoft.com/office/drawing/2014/main" id="{40912B16-639B-D245-A4EC-E1FD6B179D2B}"/>
              </a:ext>
            </a:extLst>
          </p:cNvPr>
          <p:cNvSpPr txBox="1">
            <a:spLocks/>
          </p:cNvSpPr>
          <p:nvPr/>
        </p:nvSpPr>
        <p:spPr>
          <a:xfrm>
            <a:off x="8891893" y="5229566"/>
            <a:ext cx="2528275" cy="540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20000"/>
              </a:lnSpc>
              <a:buSzPts val="2800"/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Picture C</a:t>
            </a:r>
          </a:p>
        </p:txBody>
      </p:sp>
      <p:sp>
        <p:nvSpPr>
          <p:cNvPr id="11" name="Google Shape;485;p13">
            <a:extLst>
              <a:ext uri="{FF2B5EF4-FFF2-40B4-BE49-F238E27FC236}">
                <a16:creationId xmlns:a16="http://schemas.microsoft.com/office/drawing/2014/main" id="{351A5741-4855-B043-A5DA-B030BD6CAE3F}"/>
              </a:ext>
            </a:extLst>
          </p:cNvPr>
          <p:cNvSpPr txBox="1">
            <a:spLocks/>
          </p:cNvSpPr>
          <p:nvPr/>
        </p:nvSpPr>
        <p:spPr>
          <a:xfrm>
            <a:off x="771831" y="5730687"/>
            <a:ext cx="2528275" cy="540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20000"/>
              </a:lnSpc>
              <a:buSzPts val="2800"/>
              <a:buFont typeface="Arial" panose="020B0604020202020204" pitchFamily="34" charset="0"/>
              <a:buNone/>
            </a:pPr>
            <a:r>
              <a:rPr lang="zh-TW" altLang="en-US" sz="14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請在此</a:t>
            </a:r>
            <a:r>
              <a:rPr lang="zh-CN" altLang="en-US" sz="14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寫下圖片說明</a:t>
            </a:r>
            <a:endParaRPr lang="en-US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485;p13">
            <a:extLst>
              <a:ext uri="{FF2B5EF4-FFF2-40B4-BE49-F238E27FC236}">
                <a16:creationId xmlns:a16="http://schemas.microsoft.com/office/drawing/2014/main" id="{D8FAFE0E-DA9F-C44C-B7CC-FBD9F6136408}"/>
              </a:ext>
            </a:extLst>
          </p:cNvPr>
          <p:cNvSpPr txBox="1">
            <a:spLocks/>
          </p:cNvSpPr>
          <p:nvPr/>
        </p:nvSpPr>
        <p:spPr>
          <a:xfrm>
            <a:off x="4831861" y="5730687"/>
            <a:ext cx="2528275" cy="540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20000"/>
              </a:lnSpc>
              <a:buSzPts val="2800"/>
              <a:buFont typeface="Arial" panose="020B0604020202020204" pitchFamily="34" charset="0"/>
              <a:buNone/>
            </a:pPr>
            <a:r>
              <a:rPr lang="zh-TW" altLang="en-US" sz="14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請在此</a:t>
            </a:r>
            <a:r>
              <a:rPr lang="zh-CN" altLang="en-US" sz="14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寫下圖片說明</a:t>
            </a:r>
            <a:endParaRPr lang="en-US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485;p13">
            <a:extLst>
              <a:ext uri="{FF2B5EF4-FFF2-40B4-BE49-F238E27FC236}">
                <a16:creationId xmlns:a16="http://schemas.microsoft.com/office/drawing/2014/main" id="{36A8E11E-0752-0149-B31F-C44AB09FF84A}"/>
              </a:ext>
            </a:extLst>
          </p:cNvPr>
          <p:cNvSpPr txBox="1">
            <a:spLocks/>
          </p:cNvSpPr>
          <p:nvPr/>
        </p:nvSpPr>
        <p:spPr>
          <a:xfrm>
            <a:off x="8891891" y="5733674"/>
            <a:ext cx="2528275" cy="540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20000"/>
              </a:lnSpc>
              <a:buSzPts val="2800"/>
              <a:buFont typeface="Arial" panose="020B0604020202020204" pitchFamily="34" charset="0"/>
              <a:buNone/>
            </a:pPr>
            <a:r>
              <a:rPr lang="zh-TW" altLang="en-US" sz="14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請在此</a:t>
            </a:r>
            <a:r>
              <a:rPr lang="zh-CN" altLang="en-US" sz="14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寫下圖片說明</a:t>
            </a:r>
            <a:endParaRPr lang="en-US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" name="圖片 13">
            <a:extLst>
              <a:ext uri="{FF2B5EF4-FFF2-40B4-BE49-F238E27FC236}">
                <a16:creationId xmlns:a16="http://schemas.microsoft.com/office/drawing/2014/main" id="{452B73F8-D45D-4F45-B284-657645B4569F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15793" y="458277"/>
            <a:ext cx="320582" cy="401857"/>
          </a:xfrm>
          <a:prstGeom prst="rect">
            <a:avLst/>
          </a:prstGeom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id="{CE38F32C-FC29-B04F-ACF2-B6AD21D4414A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07"/>
          <a:stretch/>
        </p:blipFill>
        <p:spPr>
          <a:xfrm>
            <a:off x="10540358" y="446640"/>
            <a:ext cx="558237" cy="409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82973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9BB84212-C144-F043-B4BB-98A3A621F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13</a:t>
            </a:fld>
            <a:endParaRPr 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AFB275F6-25E4-7C4D-AA4A-E6073AC29B1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96000" y="0"/>
            <a:ext cx="6096000" cy="3429000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2C7FD12A-0347-ED41-A73A-1D4DAFC653F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3429000"/>
            <a:ext cx="6096000" cy="3429000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E40B799B-1924-FA42-8E10-8AC185FCA600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screen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contrast="-3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96000" y="3429000"/>
            <a:ext cx="6096000" cy="3429000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4DBB22BE-96A8-2644-B2C0-5427E18B2469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6096000" cy="3429000"/>
          </a:xfrm>
          <a:prstGeom prst="rect">
            <a:avLst/>
          </a:prstGeom>
        </p:spPr>
      </p:pic>
      <p:pic>
        <p:nvPicPr>
          <p:cNvPr id="25" name="圖片 24">
            <a:extLst>
              <a:ext uri="{FF2B5EF4-FFF2-40B4-BE49-F238E27FC236}">
                <a16:creationId xmlns:a16="http://schemas.microsoft.com/office/drawing/2014/main" id="{E97F899A-73CE-5543-8965-ED7BFA22856D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15793" y="6097077"/>
            <a:ext cx="320582" cy="401857"/>
          </a:xfrm>
          <a:prstGeom prst="rect">
            <a:avLst/>
          </a:prstGeom>
        </p:spPr>
      </p:pic>
      <p:pic>
        <p:nvPicPr>
          <p:cNvPr id="26" name="圖片 25">
            <a:extLst>
              <a:ext uri="{FF2B5EF4-FFF2-40B4-BE49-F238E27FC236}">
                <a16:creationId xmlns:a16="http://schemas.microsoft.com/office/drawing/2014/main" id="{49BCDE18-442F-4A41-9521-0EED9912E83E}"/>
              </a:ext>
            </a:extLst>
          </p:cNvPr>
          <p:cNvPicPr>
            <a:picLocks noChangeAspect="1"/>
          </p:cNvPicPr>
          <p:nvPr/>
        </p:nvPicPr>
        <p:blipFill rotWithShape="1"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07"/>
          <a:stretch/>
        </p:blipFill>
        <p:spPr>
          <a:xfrm>
            <a:off x="10540358" y="6085440"/>
            <a:ext cx="558237" cy="409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66334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517;p14">
            <a:extLst>
              <a:ext uri="{FF2B5EF4-FFF2-40B4-BE49-F238E27FC236}">
                <a16:creationId xmlns:a16="http://schemas.microsoft.com/office/drawing/2014/main" id="{5FE50F75-3596-854F-8B56-B61A5F805389}"/>
              </a:ext>
            </a:extLst>
          </p:cNvPr>
          <p:cNvSpPr txBox="1"/>
          <p:nvPr/>
        </p:nvSpPr>
        <p:spPr>
          <a:xfrm>
            <a:off x="1602805" y="673881"/>
            <a:ext cx="3559692" cy="986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200" b="1" i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TITLE</a:t>
            </a:r>
            <a:endParaRPr dirty="0"/>
          </a:p>
        </p:txBody>
      </p:sp>
      <p:sp>
        <p:nvSpPr>
          <p:cNvPr id="6" name="Google Shape;512;p14">
            <a:extLst>
              <a:ext uri="{FF2B5EF4-FFF2-40B4-BE49-F238E27FC236}">
                <a16:creationId xmlns:a16="http://schemas.microsoft.com/office/drawing/2014/main" id="{CAD2796D-14B9-EC49-955E-F56A927E2A06}"/>
              </a:ext>
            </a:extLst>
          </p:cNvPr>
          <p:cNvSpPr txBox="1">
            <a:spLocks noGrp="1"/>
          </p:cNvSpPr>
          <p:nvPr/>
        </p:nvSpPr>
        <p:spPr>
          <a:xfrm>
            <a:off x="1602805" y="1324606"/>
            <a:ext cx="3559692" cy="876624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>
            <a:lvl1pPr marL="228600" lvl="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 panose="020B0604020202020204" pitchFamily="34" charset="0"/>
              <a:buNone/>
              <a:defRPr sz="1400" b="0" i="0" kern="12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685800" lvl="1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en-US" dirty="0"/>
              <a:t>請在</a:t>
            </a:r>
            <a:r>
              <a:rPr lang="zh-CN" altLang="en-US" dirty="0"/>
              <a:t>這裡說明長條圖的內容</a:t>
            </a:r>
            <a:br>
              <a:rPr lang="en-US" dirty="0"/>
            </a:br>
            <a:r>
              <a:rPr lang="en-US" dirty="0"/>
              <a:t>contents contents.</a:t>
            </a:r>
            <a:endParaRPr dirty="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 dirty="0"/>
          </a:p>
        </p:txBody>
      </p:sp>
      <p:graphicFrame>
        <p:nvGraphicFramePr>
          <p:cNvPr id="22" name="Chart 10">
            <a:extLst>
              <a:ext uri="{FF2B5EF4-FFF2-40B4-BE49-F238E27FC236}">
                <a16:creationId xmlns:a16="http://schemas.microsoft.com/office/drawing/2014/main" id="{680D431F-66EC-3C4F-9765-5C818A91B90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98567527"/>
              </p:ext>
            </p:extLst>
          </p:nvPr>
        </p:nvGraphicFramePr>
        <p:xfrm>
          <a:off x="1544190" y="2403895"/>
          <a:ext cx="9901412" cy="23232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3" name="Rounded Rectangle 11">
            <a:extLst>
              <a:ext uri="{FF2B5EF4-FFF2-40B4-BE49-F238E27FC236}">
                <a16:creationId xmlns:a16="http://schemas.microsoft.com/office/drawing/2014/main" id="{00CD07F7-617A-5146-B80B-2645EA0AF7F4}"/>
              </a:ext>
            </a:extLst>
          </p:cNvPr>
          <p:cNvSpPr/>
          <p:nvPr/>
        </p:nvSpPr>
        <p:spPr>
          <a:xfrm>
            <a:off x="2543923" y="4998236"/>
            <a:ext cx="632639" cy="632639"/>
          </a:xfrm>
          <a:prstGeom prst="roundRect">
            <a:avLst/>
          </a:prstGeom>
          <a:solidFill>
            <a:srgbClr val="009056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4" name="TextBox 12">
            <a:extLst>
              <a:ext uri="{FF2B5EF4-FFF2-40B4-BE49-F238E27FC236}">
                <a16:creationId xmlns:a16="http://schemas.microsoft.com/office/drawing/2014/main" id="{902571BE-DEAA-494A-ADF5-BE4405833737}"/>
              </a:ext>
            </a:extLst>
          </p:cNvPr>
          <p:cNvSpPr txBox="1"/>
          <p:nvPr/>
        </p:nvSpPr>
        <p:spPr>
          <a:xfrm>
            <a:off x="3273282" y="5114500"/>
            <a:ext cx="19320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Lid est laborum dolo rumes fugats untras. </a:t>
            </a:r>
          </a:p>
        </p:txBody>
      </p:sp>
      <p:sp>
        <p:nvSpPr>
          <p:cNvPr id="25" name="Rounded Rectangle 13">
            <a:extLst>
              <a:ext uri="{FF2B5EF4-FFF2-40B4-BE49-F238E27FC236}">
                <a16:creationId xmlns:a16="http://schemas.microsoft.com/office/drawing/2014/main" id="{886F777C-EA89-A842-8F47-6FB26CEBAB0C}"/>
              </a:ext>
            </a:extLst>
          </p:cNvPr>
          <p:cNvSpPr/>
          <p:nvPr/>
        </p:nvSpPr>
        <p:spPr>
          <a:xfrm>
            <a:off x="5606205" y="4998236"/>
            <a:ext cx="632639" cy="632639"/>
          </a:xfrm>
          <a:prstGeom prst="roundRect">
            <a:avLst/>
          </a:prstGeom>
          <a:solidFill>
            <a:srgbClr val="3BBB8E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6" name="TextBox 14">
            <a:extLst>
              <a:ext uri="{FF2B5EF4-FFF2-40B4-BE49-F238E27FC236}">
                <a16:creationId xmlns:a16="http://schemas.microsoft.com/office/drawing/2014/main" id="{5952EFEA-6463-274B-9B27-72F154104B17}"/>
              </a:ext>
            </a:extLst>
          </p:cNvPr>
          <p:cNvSpPr txBox="1"/>
          <p:nvPr/>
        </p:nvSpPr>
        <p:spPr>
          <a:xfrm>
            <a:off x="6335564" y="5114500"/>
            <a:ext cx="19320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Lid est laborum dolo rumes fugats untras. </a:t>
            </a:r>
          </a:p>
        </p:txBody>
      </p:sp>
      <p:sp>
        <p:nvSpPr>
          <p:cNvPr id="27" name="Rounded Rectangle 15">
            <a:extLst>
              <a:ext uri="{FF2B5EF4-FFF2-40B4-BE49-F238E27FC236}">
                <a16:creationId xmlns:a16="http://schemas.microsoft.com/office/drawing/2014/main" id="{27C362E0-AFB2-094C-B66C-D29C66C6A096}"/>
              </a:ext>
            </a:extLst>
          </p:cNvPr>
          <p:cNvSpPr/>
          <p:nvPr/>
        </p:nvSpPr>
        <p:spPr>
          <a:xfrm>
            <a:off x="8784191" y="4998236"/>
            <a:ext cx="632639" cy="632639"/>
          </a:xfrm>
          <a:prstGeom prst="roundRect">
            <a:avLst/>
          </a:prstGeom>
          <a:solidFill>
            <a:srgbClr val="9AE992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8" name="TextBox 16">
            <a:extLst>
              <a:ext uri="{FF2B5EF4-FFF2-40B4-BE49-F238E27FC236}">
                <a16:creationId xmlns:a16="http://schemas.microsoft.com/office/drawing/2014/main" id="{E1B7F5A6-80BE-7745-AF90-9B61B499156A}"/>
              </a:ext>
            </a:extLst>
          </p:cNvPr>
          <p:cNvSpPr txBox="1"/>
          <p:nvPr/>
        </p:nvSpPr>
        <p:spPr>
          <a:xfrm>
            <a:off x="9513550" y="5114500"/>
            <a:ext cx="19320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Lid est laborum dolo rumes fugats untras. </a:t>
            </a:r>
          </a:p>
        </p:txBody>
      </p:sp>
      <p:sp>
        <p:nvSpPr>
          <p:cNvPr id="12" name="Google Shape;645;p22">
            <a:extLst>
              <a:ext uri="{FF2B5EF4-FFF2-40B4-BE49-F238E27FC236}">
                <a16:creationId xmlns:a16="http://schemas.microsoft.com/office/drawing/2014/main" id="{DD76D053-46A1-AE4C-9F0A-A57C0D6F007E}"/>
              </a:ext>
            </a:extLst>
          </p:cNvPr>
          <p:cNvSpPr txBox="1">
            <a:spLocks/>
          </p:cNvSpPr>
          <p:nvPr/>
        </p:nvSpPr>
        <p:spPr>
          <a:xfrm rot="5400000">
            <a:off x="-1043451" y="1613707"/>
            <a:ext cx="3002424" cy="31570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SzPct val="318181"/>
              <a:buFont typeface="Arial" panose="020B0604020202020204" pitchFamily="34" charset="0"/>
              <a:buNone/>
            </a:pPr>
            <a:r>
              <a:rPr lang="en-US" sz="1200" spc="100" dirty="0">
                <a:solidFill>
                  <a:schemeClr val="bg1"/>
                </a:solidFill>
              </a:rPr>
              <a:t>Tittle</a:t>
            </a:r>
          </a:p>
        </p:txBody>
      </p:sp>
    </p:spTree>
    <p:extLst>
      <p:ext uri="{BB962C8B-B14F-4D97-AF65-F5344CB8AC3E}">
        <p14:creationId xmlns:p14="http://schemas.microsoft.com/office/powerpoint/2010/main" val="17154070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645;p22">
            <a:extLst>
              <a:ext uri="{FF2B5EF4-FFF2-40B4-BE49-F238E27FC236}">
                <a16:creationId xmlns:a16="http://schemas.microsoft.com/office/drawing/2014/main" id="{181A7E02-62D4-E04C-A481-F3D54205401D}"/>
              </a:ext>
            </a:extLst>
          </p:cNvPr>
          <p:cNvSpPr txBox="1">
            <a:spLocks/>
          </p:cNvSpPr>
          <p:nvPr/>
        </p:nvSpPr>
        <p:spPr>
          <a:xfrm rot="5400000">
            <a:off x="-1043451" y="1613707"/>
            <a:ext cx="3002424" cy="31570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SzPct val="318181"/>
              <a:buFont typeface="Arial" panose="020B0604020202020204" pitchFamily="34" charset="0"/>
              <a:buNone/>
            </a:pPr>
            <a:r>
              <a:rPr lang="en-US" sz="1200" spc="100" dirty="0">
                <a:solidFill>
                  <a:schemeClr val="bg1"/>
                </a:solidFill>
              </a:rPr>
              <a:t>Tittle</a:t>
            </a:r>
          </a:p>
        </p:txBody>
      </p:sp>
      <p:grpSp>
        <p:nvGrpSpPr>
          <p:cNvPr id="4" name="Group 20">
            <a:extLst>
              <a:ext uri="{FF2B5EF4-FFF2-40B4-BE49-F238E27FC236}">
                <a16:creationId xmlns:a16="http://schemas.microsoft.com/office/drawing/2014/main" id="{EB7F89E1-6829-CE49-9482-676105FADAE0}"/>
              </a:ext>
            </a:extLst>
          </p:cNvPr>
          <p:cNvGrpSpPr/>
          <p:nvPr/>
        </p:nvGrpSpPr>
        <p:grpSpPr>
          <a:xfrm>
            <a:off x="4931319" y="986589"/>
            <a:ext cx="6291062" cy="4902716"/>
            <a:chOff x="5627346" y="1446887"/>
            <a:chExt cx="5856443" cy="4564011"/>
          </a:xfrm>
        </p:grpSpPr>
        <p:sp>
          <p:nvSpPr>
            <p:cNvPr id="5" name="Freeform: Shape 68">
              <a:extLst>
                <a:ext uri="{FF2B5EF4-FFF2-40B4-BE49-F238E27FC236}">
                  <a16:creationId xmlns:a16="http://schemas.microsoft.com/office/drawing/2014/main" id="{EC964F38-58B2-B14B-A1C9-D24A6C8C098E}"/>
                </a:ext>
              </a:extLst>
            </p:cNvPr>
            <p:cNvSpPr/>
            <p:nvPr/>
          </p:nvSpPr>
          <p:spPr>
            <a:xfrm>
              <a:off x="7721407" y="1446887"/>
              <a:ext cx="1668322" cy="1300147"/>
            </a:xfrm>
            <a:custGeom>
              <a:avLst/>
              <a:gdLst>
                <a:gd name="connsiteX0" fmla="*/ 834161 w 1668322"/>
                <a:gd name="connsiteY0" fmla="*/ 0 h 1300147"/>
                <a:gd name="connsiteX1" fmla="*/ 1668322 w 1668322"/>
                <a:gd name="connsiteY1" fmla="*/ 1300147 h 1300147"/>
                <a:gd name="connsiteX2" fmla="*/ 0 w 1668322"/>
                <a:gd name="connsiteY2" fmla="*/ 1300147 h 1300147"/>
                <a:gd name="connsiteX3" fmla="*/ 834161 w 1668322"/>
                <a:gd name="connsiteY3" fmla="*/ 0 h 1300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68322" h="1300147">
                  <a:moveTo>
                    <a:pt x="834161" y="0"/>
                  </a:moveTo>
                  <a:lnTo>
                    <a:pt x="1668322" y="1300147"/>
                  </a:lnTo>
                  <a:lnTo>
                    <a:pt x="0" y="1300147"/>
                  </a:lnTo>
                  <a:lnTo>
                    <a:pt x="834161" y="0"/>
                  </a:lnTo>
                  <a:close/>
                </a:path>
              </a:pathLst>
            </a:custGeom>
            <a:solidFill>
              <a:srgbClr val="9AE99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TW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r>
                <a:rPr lang="en-US" altLang="zh-TW" sz="14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CONTENT</a:t>
              </a:r>
            </a:p>
          </p:txBody>
        </p:sp>
        <p:sp>
          <p:nvSpPr>
            <p:cNvPr id="6" name="Freeform: Shape 64">
              <a:extLst>
                <a:ext uri="{FF2B5EF4-FFF2-40B4-BE49-F238E27FC236}">
                  <a16:creationId xmlns:a16="http://schemas.microsoft.com/office/drawing/2014/main" id="{AA66B7DC-84D5-F947-B417-083E2AE50F9A}"/>
                </a:ext>
              </a:extLst>
            </p:cNvPr>
            <p:cNvSpPr/>
            <p:nvPr/>
          </p:nvSpPr>
          <p:spPr>
            <a:xfrm>
              <a:off x="7022784" y="2842853"/>
              <a:ext cx="3065567" cy="993075"/>
            </a:xfrm>
            <a:custGeom>
              <a:avLst/>
              <a:gdLst>
                <a:gd name="connsiteX0" fmla="*/ 637147 w 3065567"/>
                <a:gd name="connsiteY0" fmla="*/ 0 h 993075"/>
                <a:gd name="connsiteX1" fmla="*/ 2428421 w 3065567"/>
                <a:gd name="connsiteY1" fmla="*/ 0 h 993075"/>
                <a:gd name="connsiteX2" fmla="*/ 3065567 w 3065567"/>
                <a:gd name="connsiteY2" fmla="*/ 993075 h 993075"/>
                <a:gd name="connsiteX3" fmla="*/ 0 w 3065567"/>
                <a:gd name="connsiteY3" fmla="*/ 993075 h 993075"/>
                <a:gd name="connsiteX4" fmla="*/ 637147 w 3065567"/>
                <a:gd name="connsiteY4" fmla="*/ 0 h 993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65567" h="993075">
                  <a:moveTo>
                    <a:pt x="637147" y="0"/>
                  </a:moveTo>
                  <a:lnTo>
                    <a:pt x="2428421" y="0"/>
                  </a:lnTo>
                  <a:lnTo>
                    <a:pt x="3065567" y="993075"/>
                  </a:lnTo>
                  <a:lnTo>
                    <a:pt x="0" y="993075"/>
                  </a:lnTo>
                  <a:lnTo>
                    <a:pt x="637147" y="0"/>
                  </a:lnTo>
                  <a:close/>
                </a:path>
              </a:pathLst>
            </a:custGeom>
            <a:solidFill>
              <a:srgbClr val="6EDA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4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CONTENT</a:t>
              </a:r>
              <a:endPara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" name="Freeform: Shape 61">
              <a:extLst>
                <a:ext uri="{FF2B5EF4-FFF2-40B4-BE49-F238E27FC236}">
                  <a16:creationId xmlns:a16="http://schemas.microsoft.com/office/drawing/2014/main" id="{EA350C15-E231-6F4D-93DC-15C2F146134B}"/>
                </a:ext>
              </a:extLst>
            </p:cNvPr>
            <p:cNvSpPr/>
            <p:nvPr/>
          </p:nvSpPr>
          <p:spPr>
            <a:xfrm>
              <a:off x="6324161" y="3931747"/>
              <a:ext cx="4462813" cy="993075"/>
            </a:xfrm>
            <a:custGeom>
              <a:avLst/>
              <a:gdLst>
                <a:gd name="connsiteX0" fmla="*/ 637147 w 4462813"/>
                <a:gd name="connsiteY0" fmla="*/ 0 h 993075"/>
                <a:gd name="connsiteX1" fmla="*/ 3825667 w 4462813"/>
                <a:gd name="connsiteY1" fmla="*/ 0 h 993075"/>
                <a:gd name="connsiteX2" fmla="*/ 4462813 w 4462813"/>
                <a:gd name="connsiteY2" fmla="*/ 993075 h 993075"/>
                <a:gd name="connsiteX3" fmla="*/ 0 w 4462813"/>
                <a:gd name="connsiteY3" fmla="*/ 993075 h 993075"/>
                <a:gd name="connsiteX4" fmla="*/ 637147 w 4462813"/>
                <a:gd name="connsiteY4" fmla="*/ 0 h 993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62813" h="993075">
                  <a:moveTo>
                    <a:pt x="637147" y="0"/>
                  </a:moveTo>
                  <a:lnTo>
                    <a:pt x="3825667" y="0"/>
                  </a:lnTo>
                  <a:lnTo>
                    <a:pt x="4462813" y="993075"/>
                  </a:lnTo>
                  <a:lnTo>
                    <a:pt x="0" y="993075"/>
                  </a:lnTo>
                  <a:lnTo>
                    <a:pt x="637147" y="0"/>
                  </a:lnTo>
                  <a:close/>
                </a:path>
              </a:pathLst>
            </a:custGeom>
            <a:solidFill>
              <a:srgbClr val="3BBB8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4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CONTENT</a:t>
              </a:r>
              <a:endPara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" name="Freeform: Shape 58">
              <a:extLst>
                <a:ext uri="{FF2B5EF4-FFF2-40B4-BE49-F238E27FC236}">
                  <a16:creationId xmlns:a16="http://schemas.microsoft.com/office/drawing/2014/main" id="{BCA4F552-0302-924D-86DC-B7FFBD12961E}"/>
                </a:ext>
              </a:extLst>
            </p:cNvPr>
            <p:cNvSpPr/>
            <p:nvPr/>
          </p:nvSpPr>
          <p:spPr>
            <a:xfrm>
              <a:off x="5627346" y="5020641"/>
              <a:ext cx="5856443" cy="990257"/>
            </a:xfrm>
            <a:custGeom>
              <a:avLst/>
              <a:gdLst>
                <a:gd name="connsiteX0" fmla="*/ 635339 w 5856443"/>
                <a:gd name="connsiteY0" fmla="*/ 0 h 990257"/>
                <a:gd name="connsiteX1" fmla="*/ 5221105 w 5856443"/>
                <a:gd name="connsiteY1" fmla="*/ 0 h 990257"/>
                <a:gd name="connsiteX2" fmla="*/ 5856443 w 5856443"/>
                <a:gd name="connsiteY2" fmla="*/ 990257 h 990257"/>
                <a:gd name="connsiteX3" fmla="*/ 0 w 5856443"/>
                <a:gd name="connsiteY3" fmla="*/ 990257 h 990257"/>
                <a:gd name="connsiteX4" fmla="*/ 635339 w 5856443"/>
                <a:gd name="connsiteY4" fmla="*/ 0 h 9902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6443" h="990257">
                  <a:moveTo>
                    <a:pt x="635339" y="0"/>
                  </a:moveTo>
                  <a:lnTo>
                    <a:pt x="5221105" y="0"/>
                  </a:lnTo>
                  <a:lnTo>
                    <a:pt x="5856443" y="990257"/>
                  </a:lnTo>
                  <a:lnTo>
                    <a:pt x="0" y="990257"/>
                  </a:lnTo>
                  <a:lnTo>
                    <a:pt x="635339" y="0"/>
                  </a:lnTo>
                  <a:close/>
                </a:path>
              </a:pathLst>
            </a:custGeom>
            <a:solidFill>
              <a:srgbClr val="0090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CONTENT</a:t>
              </a:r>
            </a:p>
          </p:txBody>
        </p:sp>
      </p:grpSp>
      <p:sp>
        <p:nvSpPr>
          <p:cNvPr id="9" name="Google Shape;517;p14">
            <a:extLst>
              <a:ext uri="{FF2B5EF4-FFF2-40B4-BE49-F238E27FC236}">
                <a16:creationId xmlns:a16="http://schemas.microsoft.com/office/drawing/2014/main" id="{B0785400-4550-2745-8B80-FB2937FBDD6C}"/>
              </a:ext>
            </a:extLst>
          </p:cNvPr>
          <p:cNvSpPr txBox="1"/>
          <p:nvPr/>
        </p:nvSpPr>
        <p:spPr>
          <a:xfrm>
            <a:off x="1602805" y="673881"/>
            <a:ext cx="3559692" cy="986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200" b="1" i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TITLE</a:t>
            </a:r>
            <a:endParaRPr dirty="0"/>
          </a:p>
        </p:txBody>
      </p:sp>
      <p:sp>
        <p:nvSpPr>
          <p:cNvPr id="11" name="Google Shape;512;p14">
            <a:extLst>
              <a:ext uri="{FF2B5EF4-FFF2-40B4-BE49-F238E27FC236}">
                <a16:creationId xmlns:a16="http://schemas.microsoft.com/office/drawing/2014/main" id="{DA6ADF84-5913-1E41-AAFF-102B2F56E001}"/>
              </a:ext>
            </a:extLst>
          </p:cNvPr>
          <p:cNvSpPr txBox="1">
            <a:spLocks noGrp="1"/>
          </p:cNvSpPr>
          <p:nvPr/>
        </p:nvSpPr>
        <p:spPr>
          <a:xfrm>
            <a:off x="1602805" y="1324606"/>
            <a:ext cx="3559692" cy="876624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>
            <a:lvl1pPr marL="228600" lvl="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 panose="020B0604020202020204" pitchFamily="34" charset="0"/>
              <a:buNone/>
              <a:defRPr sz="1400" b="0" i="0" kern="12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685800" lvl="1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en-US" dirty="0"/>
              <a:t>請在</a:t>
            </a:r>
            <a:r>
              <a:rPr lang="zh-CN" altLang="en-US" dirty="0"/>
              <a:t>這裡說明表格內容</a:t>
            </a:r>
            <a:br>
              <a:rPr lang="en-US" dirty="0"/>
            </a:br>
            <a:r>
              <a:rPr lang="en-US" dirty="0"/>
              <a:t>contents contents.</a:t>
            </a:r>
            <a:endParaRPr dirty="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 dirty="0"/>
          </a:p>
        </p:txBody>
      </p:sp>
      <p:sp>
        <p:nvSpPr>
          <p:cNvPr id="12" name="圓角矩形圖說文字 11">
            <a:extLst>
              <a:ext uri="{FF2B5EF4-FFF2-40B4-BE49-F238E27FC236}">
                <a16:creationId xmlns:a16="http://schemas.microsoft.com/office/drawing/2014/main" id="{EA37E893-31A1-6B42-BF53-F33C02BBB231}"/>
              </a:ext>
            </a:extLst>
          </p:cNvPr>
          <p:cNvSpPr/>
          <p:nvPr/>
        </p:nvSpPr>
        <p:spPr>
          <a:xfrm rot="16200000">
            <a:off x="3345424" y="3018982"/>
            <a:ext cx="831272" cy="2340519"/>
          </a:xfrm>
          <a:prstGeom prst="wedgeRoundRectCallout">
            <a:avLst/>
          </a:prstGeom>
          <a:solidFill>
            <a:srgbClr val="F3FC78"/>
          </a:solidFill>
          <a:ln>
            <a:solidFill>
              <a:srgbClr val="F3FC7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dirty="0"/>
          </a:p>
        </p:txBody>
      </p:sp>
      <p:sp>
        <p:nvSpPr>
          <p:cNvPr id="13" name="Google Shape;512;p14">
            <a:extLst>
              <a:ext uri="{FF2B5EF4-FFF2-40B4-BE49-F238E27FC236}">
                <a16:creationId xmlns:a16="http://schemas.microsoft.com/office/drawing/2014/main" id="{988B10A2-7E55-9A43-B14C-838CF75108B1}"/>
              </a:ext>
            </a:extLst>
          </p:cNvPr>
          <p:cNvSpPr txBox="1">
            <a:spLocks noGrp="1"/>
          </p:cNvSpPr>
          <p:nvPr/>
        </p:nvSpPr>
        <p:spPr>
          <a:xfrm>
            <a:off x="2766587" y="3764387"/>
            <a:ext cx="1953694" cy="876624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>
            <a:lvl1pPr marL="228600" lvl="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 panose="020B0604020202020204" pitchFamily="34" charset="0"/>
              <a:buNone/>
              <a:defRPr sz="1400" b="0" i="0" kern="12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685800" lvl="1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/>
            <a:r>
              <a:rPr lang="zh-CN" altLang="en-US" b="1" dirty="0">
                <a:solidFill>
                  <a:srgbClr val="009056"/>
                </a:solidFill>
              </a:rPr>
              <a:t>重要訊息標示</a:t>
            </a:r>
            <a:br>
              <a:rPr lang="en-US" b="1" dirty="0">
                <a:solidFill>
                  <a:srgbClr val="009056"/>
                </a:solidFill>
              </a:rPr>
            </a:br>
            <a:r>
              <a:rPr lang="en" altLang="zh-TW" b="1" dirty="0">
                <a:solidFill>
                  <a:srgbClr val="009056"/>
                </a:solidFill>
              </a:rPr>
              <a:t>Key points</a:t>
            </a:r>
            <a:endParaRPr b="1" dirty="0">
              <a:solidFill>
                <a:srgbClr val="009056"/>
              </a:solidFill>
            </a:endParaRPr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 b="1" dirty="0">
              <a:solidFill>
                <a:srgbClr val="00905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31824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517;p14">
            <a:extLst>
              <a:ext uri="{FF2B5EF4-FFF2-40B4-BE49-F238E27FC236}">
                <a16:creationId xmlns:a16="http://schemas.microsoft.com/office/drawing/2014/main" id="{5FE50F75-3596-854F-8B56-B61A5F805389}"/>
              </a:ext>
            </a:extLst>
          </p:cNvPr>
          <p:cNvSpPr txBox="1"/>
          <p:nvPr/>
        </p:nvSpPr>
        <p:spPr>
          <a:xfrm>
            <a:off x="1602805" y="673881"/>
            <a:ext cx="3559692" cy="986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200" b="1" i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TITLE</a:t>
            </a:r>
            <a:endParaRPr dirty="0"/>
          </a:p>
        </p:txBody>
      </p:sp>
      <p:sp>
        <p:nvSpPr>
          <p:cNvPr id="6" name="Google Shape;512;p14">
            <a:extLst>
              <a:ext uri="{FF2B5EF4-FFF2-40B4-BE49-F238E27FC236}">
                <a16:creationId xmlns:a16="http://schemas.microsoft.com/office/drawing/2014/main" id="{1703CAFA-6511-7047-9589-9C3AF7AEC26F}"/>
              </a:ext>
            </a:extLst>
          </p:cNvPr>
          <p:cNvSpPr txBox="1">
            <a:spLocks noGrp="1"/>
          </p:cNvSpPr>
          <p:nvPr/>
        </p:nvSpPr>
        <p:spPr>
          <a:xfrm>
            <a:off x="1826090" y="1537344"/>
            <a:ext cx="3559692" cy="90270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>
            <a:lvl1pPr marL="228600" lvl="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 panose="020B0604020202020204" pitchFamily="34" charset="0"/>
              <a:buNone/>
              <a:defRPr sz="1400" b="0" i="0" kern="12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685800" lvl="1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/>
            <a:r>
              <a:rPr lang="en-US" sz="1200" dirty="0"/>
              <a:t>請在</a:t>
            </a:r>
            <a:r>
              <a:rPr lang="zh-CN" altLang="en-US" sz="1200" dirty="0"/>
              <a:t>這裡說明第一項的內容</a:t>
            </a:r>
            <a:br>
              <a:rPr lang="en-US" altLang="zh-CN" sz="1200" dirty="0"/>
            </a:br>
            <a:r>
              <a:rPr lang="zh-CN" altLang="en-US" sz="1200" dirty="0"/>
              <a:t>內容內容內容</a:t>
            </a:r>
            <a:endParaRPr lang="en-US" altLang="zh-CN" sz="1200" dirty="0"/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 lang="en-US" altLang="zh-CN" sz="1200" dirty="0"/>
          </a:p>
        </p:txBody>
      </p:sp>
      <p:sp>
        <p:nvSpPr>
          <p:cNvPr id="9" name="橢圓 8">
            <a:extLst>
              <a:ext uri="{FF2B5EF4-FFF2-40B4-BE49-F238E27FC236}">
                <a16:creationId xmlns:a16="http://schemas.microsoft.com/office/drawing/2014/main" id="{C614275E-1C6B-7145-A5E9-C7D1E2C69816}"/>
              </a:ext>
            </a:extLst>
          </p:cNvPr>
          <p:cNvSpPr/>
          <p:nvPr/>
        </p:nvSpPr>
        <p:spPr>
          <a:xfrm>
            <a:off x="5410175" y="911860"/>
            <a:ext cx="7632263" cy="7548418"/>
          </a:xfrm>
          <a:prstGeom prst="ellipse">
            <a:avLst/>
          </a:prstGeom>
          <a:solidFill>
            <a:srgbClr val="9AE992">
              <a:alpha val="47451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0" name="橢圓 9">
            <a:extLst>
              <a:ext uri="{FF2B5EF4-FFF2-40B4-BE49-F238E27FC236}">
                <a16:creationId xmlns:a16="http://schemas.microsoft.com/office/drawing/2014/main" id="{3AF66A6D-6952-F54B-8ADE-58B3837E7A46}"/>
              </a:ext>
            </a:extLst>
          </p:cNvPr>
          <p:cNvSpPr/>
          <p:nvPr/>
        </p:nvSpPr>
        <p:spPr>
          <a:xfrm>
            <a:off x="6729665" y="2216855"/>
            <a:ext cx="4993284" cy="4938429"/>
          </a:xfrm>
          <a:prstGeom prst="ellipse">
            <a:avLst/>
          </a:prstGeom>
          <a:solidFill>
            <a:srgbClr val="3BBB8E">
              <a:alpha val="6549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F2C5E1A7-D8AD-FB48-85B3-FD3859202586}"/>
              </a:ext>
            </a:extLst>
          </p:cNvPr>
          <p:cNvSpPr/>
          <p:nvPr/>
        </p:nvSpPr>
        <p:spPr>
          <a:xfrm>
            <a:off x="7790819" y="3266352"/>
            <a:ext cx="2870973" cy="2839433"/>
          </a:xfrm>
          <a:prstGeom prst="ellipse">
            <a:avLst/>
          </a:prstGeom>
          <a:solidFill>
            <a:srgbClr val="0090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dirty="0"/>
          </a:p>
        </p:txBody>
      </p:sp>
      <p:sp>
        <p:nvSpPr>
          <p:cNvPr id="12" name="Google Shape;601;p20">
            <a:extLst>
              <a:ext uri="{FF2B5EF4-FFF2-40B4-BE49-F238E27FC236}">
                <a16:creationId xmlns:a16="http://schemas.microsoft.com/office/drawing/2014/main" id="{E3F16DA9-836A-2549-AA4B-4C3E5B2DA058}"/>
              </a:ext>
            </a:extLst>
          </p:cNvPr>
          <p:cNvSpPr txBox="1"/>
          <p:nvPr/>
        </p:nvSpPr>
        <p:spPr>
          <a:xfrm>
            <a:off x="8388311" y="3655113"/>
            <a:ext cx="1675992" cy="5718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altLang="zh-TW" sz="2400" dirty="0">
                <a:solidFill>
                  <a:schemeClr val="bg1"/>
                </a:solidFill>
                <a:latin typeface="Arial"/>
                <a:cs typeface="Arial"/>
                <a:sym typeface="Arial"/>
              </a:rPr>
              <a:t>10.5K</a:t>
            </a:r>
            <a:endParaRPr sz="2400" dirty="0">
              <a:solidFill>
                <a:schemeClr val="bg1"/>
              </a:solidFill>
            </a:endParaRPr>
          </a:p>
        </p:txBody>
      </p:sp>
      <p:sp>
        <p:nvSpPr>
          <p:cNvPr id="13" name="Google Shape;601;p20">
            <a:extLst>
              <a:ext uri="{FF2B5EF4-FFF2-40B4-BE49-F238E27FC236}">
                <a16:creationId xmlns:a16="http://schemas.microsoft.com/office/drawing/2014/main" id="{9F66EFBF-294D-B940-8F6F-77CB753D185E}"/>
              </a:ext>
            </a:extLst>
          </p:cNvPr>
          <p:cNvSpPr txBox="1"/>
          <p:nvPr/>
        </p:nvSpPr>
        <p:spPr>
          <a:xfrm>
            <a:off x="8388311" y="2510080"/>
            <a:ext cx="1675992" cy="5718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altLang="zh-TW" sz="2400" dirty="0">
                <a:solidFill>
                  <a:schemeClr val="bg1"/>
                </a:solidFill>
                <a:latin typeface="Arial"/>
                <a:cs typeface="Arial"/>
                <a:sym typeface="Arial"/>
              </a:rPr>
              <a:t>20.5K</a:t>
            </a:r>
            <a:endParaRPr sz="2400" dirty="0">
              <a:solidFill>
                <a:schemeClr val="bg1"/>
              </a:solidFill>
            </a:endParaRPr>
          </a:p>
        </p:txBody>
      </p:sp>
      <p:sp>
        <p:nvSpPr>
          <p:cNvPr id="15" name="Google Shape;601;p20">
            <a:extLst>
              <a:ext uri="{FF2B5EF4-FFF2-40B4-BE49-F238E27FC236}">
                <a16:creationId xmlns:a16="http://schemas.microsoft.com/office/drawing/2014/main" id="{A6896B06-E7F4-0840-BC3D-6210E253533E}"/>
              </a:ext>
            </a:extLst>
          </p:cNvPr>
          <p:cNvSpPr txBox="1"/>
          <p:nvPr/>
        </p:nvSpPr>
        <p:spPr>
          <a:xfrm>
            <a:off x="8388311" y="1411863"/>
            <a:ext cx="1675992" cy="5718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altLang="zh-TW" sz="2400" dirty="0">
                <a:solidFill>
                  <a:srgbClr val="009056"/>
                </a:solidFill>
                <a:latin typeface="Arial"/>
                <a:cs typeface="Arial"/>
                <a:sym typeface="Arial"/>
              </a:rPr>
              <a:t>30.5K</a:t>
            </a:r>
            <a:endParaRPr sz="2400" dirty="0">
              <a:solidFill>
                <a:srgbClr val="009056"/>
              </a:solidFill>
            </a:endParaRPr>
          </a:p>
        </p:txBody>
      </p:sp>
      <p:cxnSp>
        <p:nvCxnSpPr>
          <p:cNvPr id="17" name="直線接點 16">
            <a:extLst>
              <a:ext uri="{FF2B5EF4-FFF2-40B4-BE49-F238E27FC236}">
                <a16:creationId xmlns:a16="http://schemas.microsoft.com/office/drawing/2014/main" id="{29ED58E5-483F-1A4A-AAFC-1DF9CA6F5B9A}"/>
              </a:ext>
            </a:extLst>
          </p:cNvPr>
          <p:cNvCxnSpPr>
            <a:cxnSpLocks/>
          </p:cNvCxnSpPr>
          <p:nvPr/>
        </p:nvCxnSpPr>
        <p:spPr>
          <a:xfrm>
            <a:off x="4543425" y="1946165"/>
            <a:ext cx="1953068" cy="0"/>
          </a:xfrm>
          <a:prstGeom prst="line">
            <a:avLst/>
          </a:prstGeom>
          <a:ln w="15240">
            <a:solidFill>
              <a:schemeClr val="bg1">
                <a:lumMod val="85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>
            <a:extLst>
              <a:ext uri="{FF2B5EF4-FFF2-40B4-BE49-F238E27FC236}">
                <a16:creationId xmlns:a16="http://schemas.microsoft.com/office/drawing/2014/main" id="{F213D47E-0BA7-E04B-B7EC-B49072197802}"/>
              </a:ext>
            </a:extLst>
          </p:cNvPr>
          <p:cNvCxnSpPr>
            <a:cxnSpLocks/>
          </p:cNvCxnSpPr>
          <p:nvPr/>
        </p:nvCxnSpPr>
        <p:spPr>
          <a:xfrm>
            <a:off x="4543425" y="3081902"/>
            <a:ext cx="2665449" cy="1"/>
          </a:xfrm>
          <a:prstGeom prst="line">
            <a:avLst/>
          </a:prstGeom>
          <a:ln w="15240">
            <a:solidFill>
              <a:schemeClr val="bg1">
                <a:lumMod val="85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>
            <a:extLst>
              <a:ext uri="{FF2B5EF4-FFF2-40B4-BE49-F238E27FC236}">
                <a16:creationId xmlns:a16="http://schemas.microsoft.com/office/drawing/2014/main" id="{4730B08D-CFFD-DF4A-AEB1-61F14076C90C}"/>
              </a:ext>
            </a:extLst>
          </p:cNvPr>
          <p:cNvCxnSpPr>
            <a:cxnSpLocks/>
          </p:cNvCxnSpPr>
          <p:nvPr/>
        </p:nvCxnSpPr>
        <p:spPr>
          <a:xfrm>
            <a:off x="4543425" y="4069817"/>
            <a:ext cx="3247394" cy="0"/>
          </a:xfrm>
          <a:prstGeom prst="line">
            <a:avLst/>
          </a:prstGeom>
          <a:ln w="15240">
            <a:solidFill>
              <a:schemeClr val="bg1">
                <a:lumMod val="85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Google Shape;512;p14">
            <a:extLst>
              <a:ext uri="{FF2B5EF4-FFF2-40B4-BE49-F238E27FC236}">
                <a16:creationId xmlns:a16="http://schemas.microsoft.com/office/drawing/2014/main" id="{09711B6F-5F11-5B49-B01C-33CFE784EF8A}"/>
              </a:ext>
            </a:extLst>
          </p:cNvPr>
          <p:cNvSpPr txBox="1">
            <a:spLocks noGrp="1"/>
          </p:cNvSpPr>
          <p:nvPr/>
        </p:nvSpPr>
        <p:spPr>
          <a:xfrm>
            <a:off x="1826090" y="2673081"/>
            <a:ext cx="3559692" cy="90270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>
            <a:lvl1pPr marL="228600" lvl="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 panose="020B0604020202020204" pitchFamily="34" charset="0"/>
              <a:buNone/>
              <a:defRPr sz="1400" b="0" i="0" kern="12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685800" lvl="1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/>
            <a:r>
              <a:rPr lang="en-US" sz="1200" dirty="0"/>
              <a:t>請在</a:t>
            </a:r>
            <a:r>
              <a:rPr lang="zh-CN" altLang="en-US" sz="1200" dirty="0"/>
              <a:t>這裡說明第二項的內容</a:t>
            </a:r>
            <a:br>
              <a:rPr lang="en-US" altLang="zh-CN" sz="1200" dirty="0"/>
            </a:br>
            <a:r>
              <a:rPr lang="zh-CN" altLang="en-US" sz="1200" dirty="0"/>
              <a:t>內容內容內容</a:t>
            </a:r>
            <a:endParaRPr lang="en-US" altLang="zh-CN" sz="1200" dirty="0"/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 lang="en-US" altLang="zh-CN" sz="1200" dirty="0"/>
          </a:p>
        </p:txBody>
      </p:sp>
      <p:sp>
        <p:nvSpPr>
          <p:cNvPr id="25" name="Google Shape;512;p14">
            <a:extLst>
              <a:ext uri="{FF2B5EF4-FFF2-40B4-BE49-F238E27FC236}">
                <a16:creationId xmlns:a16="http://schemas.microsoft.com/office/drawing/2014/main" id="{E955D086-C788-2349-B702-0B7B1E6C62E2}"/>
              </a:ext>
            </a:extLst>
          </p:cNvPr>
          <p:cNvSpPr txBox="1">
            <a:spLocks noGrp="1"/>
          </p:cNvSpPr>
          <p:nvPr/>
        </p:nvSpPr>
        <p:spPr>
          <a:xfrm>
            <a:off x="1826090" y="3660996"/>
            <a:ext cx="3559692" cy="90270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>
            <a:lvl1pPr marL="228600" lvl="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 panose="020B0604020202020204" pitchFamily="34" charset="0"/>
              <a:buNone/>
              <a:defRPr sz="1400" b="0" i="0" kern="12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685800" lvl="1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/>
            <a:r>
              <a:rPr lang="en-US" sz="1200" dirty="0"/>
              <a:t>請在</a:t>
            </a:r>
            <a:r>
              <a:rPr lang="zh-CN" altLang="en-US" sz="1200" dirty="0"/>
              <a:t>這裡說明第三項的內容</a:t>
            </a:r>
            <a:br>
              <a:rPr lang="en-US" altLang="zh-CN" sz="1200" dirty="0"/>
            </a:br>
            <a:r>
              <a:rPr lang="zh-CN" altLang="en-US" sz="1200" dirty="0"/>
              <a:t>內容內容內容</a:t>
            </a:r>
            <a:endParaRPr lang="en-US" altLang="zh-CN" sz="1200" dirty="0"/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 lang="en-US" altLang="zh-CN" sz="1200" dirty="0"/>
          </a:p>
        </p:txBody>
      </p:sp>
      <p:sp>
        <p:nvSpPr>
          <p:cNvPr id="19" name="Google Shape;645;p22">
            <a:extLst>
              <a:ext uri="{FF2B5EF4-FFF2-40B4-BE49-F238E27FC236}">
                <a16:creationId xmlns:a16="http://schemas.microsoft.com/office/drawing/2014/main" id="{8C550A9D-33B4-3946-A6C6-33C391B21143}"/>
              </a:ext>
            </a:extLst>
          </p:cNvPr>
          <p:cNvSpPr txBox="1">
            <a:spLocks/>
          </p:cNvSpPr>
          <p:nvPr/>
        </p:nvSpPr>
        <p:spPr>
          <a:xfrm rot="5400000">
            <a:off x="-1043451" y="1613707"/>
            <a:ext cx="3002424" cy="31570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SzPct val="318181"/>
              <a:buFont typeface="Arial" panose="020B0604020202020204" pitchFamily="34" charset="0"/>
              <a:buNone/>
            </a:pPr>
            <a:r>
              <a:rPr lang="en-US" sz="1200" spc="100" dirty="0">
                <a:solidFill>
                  <a:schemeClr val="bg1"/>
                </a:solidFill>
              </a:rPr>
              <a:t>Tittle</a:t>
            </a:r>
          </a:p>
        </p:txBody>
      </p:sp>
    </p:spTree>
    <p:extLst>
      <p:ext uri="{BB962C8B-B14F-4D97-AF65-F5344CB8AC3E}">
        <p14:creationId xmlns:p14="http://schemas.microsoft.com/office/powerpoint/2010/main" val="28771298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AC8D04A2-619E-384C-B0D9-093ADAC221E6}"/>
              </a:ext>
            </a:extLst>
          </p:cNvPr>
          <p:cNvSpPr/>
          <p:nvPr/>
        </p:nvSpPr>
        <p:spPr>
          <a:xfrm>
            <a:off x="783771" y="3429000"/>
            <a:ext cx="11408229" cy="3429000"/>
          </a:xfrm>
          <a:prstGeom prst="rect">
            <a:avLst/>
          </a:prstGeom>
          <a:solidFill>
            <a:srgbClr val="E7FF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138A75C-DA38-9E45-A807-DE4A6F85C9D9}"/>
              </a:ext>
            </a:extLst>
          </p:cNvPr>
          <p:cNvSpPr/>
          <p:nvPr/>
        </p:nvSpPr>
        <p:spPr>
          <a:xfrm>
            <a:off x="1816316" y="3410492"/>
            <a:ext cx="10375684" cy="457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4" name="Google Shape;517;p14">
            <a:extLst>
              <a:ext uri="{FF2B5EF4-FFF2-40B4-BE49-F238E27FC236}">
                <a16:creationId xmlns:a16="http://schemas.microsoft.com/office/drawing/2014/main" id="{5FE50F75-3596-854F-8B56-B61A5F805389}"/>
              </a:ext>
            </a:extLst>
          </p:cNvPr>
          <p:cNvSpPr txBox="1"/>
          <p:nvPr/>
        </p:nvSpPr>
        <p:spPr>
          <a:xfrm>
            <a:off x="1602805" y="673882"/>
            <a:ext cx="3559692" cy="4828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1600" b="1" i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TITLE</a:t>
            </a:r>
            <a:endParaRPr sz="1600" dirty="0"/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C84F10AC-3F20-F54B-AA34-C24D065D6290}"/>
              </a:ext>
            </a:extLst>
          </p:cNvPr>
          <p:cNvSpPr/>
          <p:nvPr/>
        </p:nvSpPr>
        <p:spPr>
          <a:xfrm>
            <a:off x="1717292" y="3372645"/>
            <a:ext cx="115745" cy="115745"/>
          </a:xfrm>
          <a:prstGeom prst="ellipse">
            <a:avLst/>
          </a:prstGeom>
          <a:solidFill>
            <a:srgbClr val="00AA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2" name="Google Shape;512;p14">
            <a:extLst>
              <a:ext uri="{FF2B5EF4-FFF2-40B4-BE49-F238E27FC236}">
                <a16:creationId xmlns:a16="http://schemas.microsoft.com/office/drawing/2014/main" id="{A8B370B2-5C42-3749-B3D7-C7BAB166A497}"/>
              </a:ext>
            </a:extLst>
          </p:cNvPr>
          <p:cNvSpPr txBox="1">
            <a:spLocks noGrp="1"/>
          </p:cNvSpPr>
          <p:nvPr/>
        </p:nvSpPr>
        <p:spPr>
          <a:xfrm>
            <a:off x="1653494" y="1180179"/>
            <a:ext cx="1003209" cy="48284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228600" lvl="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 panose="020B0604020202020204" pitchFamily="34" charset="0"/>
              <a:buNone/>
              <a:defRPr sz="1400" b="0" i="0" kern="12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685800" lvl="1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en-US" altLang="zh-CN" sz="1600" b="1" dirty="0"/>
              <a:t>Step 1</a:t>
            </a:r>
          </a:p>
        </p:txBody>
      </p:sp>
      <p:sp>
        <p:nvSpPr>
          <p:cNvPr id="14" name="Google Shape;512;p14">
            <a:extLst>
              <a:ext uri="{FF2B5EF4-FFF2-40B4-BE49-F238E27FC236}">
                <a16:creationId xmlns:a16="http://schemas.microsoft.com/office/drawing/2014/main" id="{4874E8A1-DD55-4442-8895-82AE8A3A3106}"/>
              </a:ext>
            </a:extLst>
          </p:cNvPr>
          <p:cNvSpPr txBox="1">
            <a:spLocks noGrp="1"/>
          </p:cNvSpPr>
          <p:nvPr/>
        </p:nvSpPr>
        <p:spPr>
          <a:xfrm>
            <a:off x="1653494" y="1536289"/>
            <a:ext cx="2301815" cy="90270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>
            <a:lvl1pPr marL="228600" lvl="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 panose="020B0604020202020204" pitchFamily="34" charset="0"/>
              <a:buNone/>
              <a:defRPr sz="1400" b="0" i="0" kern="12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685800" lvl="1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/>
            <a:r>
              <a:rPr lang="en-US" sz="1200" dirty="0"/>
              <a:t>請在</a:t>
            </a:r>
            <a:r>
              <a:rPr lang="zh-CN" altLang="en-US" sz="1200" dirty="0"/>
              <a:t>這裡說明第一項的內容</a:t>
            </a:r>
            <a:br>
              <a:rPr lang="en-US" altLang="zh-CN" sz="1200" dirty="0"/>
            </a:br>
            <a:r>
              <a:rPr lang="zh-CN" altLang="en-US" sz="1200" dirty="0"/>
              <a:t>內容內容內容內容內容內容</a:t>
            </a:r>
            <a:br>
              <a:rPr lang="en-US" altLang="zh-CN" sz="1200" dirty="0"/>
            </a:br>
            <a:r>
              <a:rPr lang="zh-CN" altLang="en-US" sz="1200" dirty="0"/>
              <a:t>內容內容內容</a:t>
            </a:r>
            <a:endParaRPr lang="en-US" altLang="zh-CN" sz="1200" dirty="0"/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 lang="en-US" altLang="zh-CN" sz="1200" dirty="0"/>
          </a:p>
        </p:txBody>
      </p:sp>
      <p:sp>
        <p:nvSpPr>
          <p:cNvPr id="18" name="圓角矩形 17">
            <a:extLst>
              <a:ext uri="{FF2B5EF4-FFF2-40B4-BE49-F238E27FC236}">
                <a16:creationId xmlns:a16="http://schemas.microsoft.com/office/drawing/2014/main" id="{7AAA525E-B04C-FC47-A868-F472B131FA91}"/>
              </a:ext>
            </a:extLst>
          </p:cNvPr>
          <p:cNvSpPr/>
          <p:nvPr/>
        </p:nvSpPr>
        <p:spPr>
          <a:xfrm>
            <a:off x="1717292" y="2524494"/>
            <a:ext cx="1430510" cy="348963"/>
          </a:xfrm>
          <a:prstGeom prst="roundRect">
            <a:avLst>
              <a:gd name="adj" fmla="val 50000"/>
            </a:avLst>
          </a:prstGeom>
          <a:solidFill>
            <a:srgbClr val="00AA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100" b="1" dirty="0">
                <a:latin typeface="Arial" panose="020B0604020202020204" pitchFamily="34" charset="0"/>
                <a:cs typeface="Arial" panose="020B0604020202020204" pitchFamily="34" charset="0"/>
              </a:rPr>
              <a:t>content</a:t>
            </a:r>
            <a:endParaRPr kumimoji="1" lang="zh-TW" altLang="en-US" sz="11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橢圓 22">
            <a:extLst>
              <a:ext uri="{FF2B5EF4-FFF2-40B4-BE49-F238E27FC236}">
                <a16:creationId xmlns:a16="http://schemas.microsoft.com/office/drawing/2014/main" id="{89A3B064-BD6B-BA4F-B84D-8159D26A86AD}"/>
              </a:ext>
            </a:extLst>
          </p:cNvPr>
          <p:cNvSpPr/>
          <p:nvPr/>
        </p:nvSpPr>
        <p:spPr>
          <a:xfrm>
            <a:off x="4301272" y="3372645"/>
            <a:ext cx="115745" cy="115745"/>
          </a:xfrm>
          <a:prstGeom prst="ellipse">
            <a:avLst/>
          </a:prstGeom>
          <a:solidFill>
            <a:srgbClr val="00AA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4" name="橢圓 23">
            <a:extLst>
              <a:ext uri="{FF2B5EF4-FFF2-40B4-BE49-F238E27FC236}">
                <a16:creationId xmlns:a16="http://schemas.microsoft.com/office/drawing/2014/main" id="{22EB456F-203C-A44C-A7F2-C0C63163305D}"/>
              </a:ext>
            </a:extLst>
          </p:cNvPr>
          <p:cNvSpPr/>
          <p:nvPr/>
        </p:nvSpPr>
        <p:spPr>
          <a:xfrm>
            <a:off x="6892356" y="3380619"/>
            <a:ext cx="115745" cy="115745"/>
          </a:xfrm>
          <a:prstGeom prst="ellipse">
            <a:avLst/>
          </a:prstGeom>
          <a:solidFill>
            <a:srgbClr val="00AA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5" name="橢圓 24">
            <a:extLst>
              <a:ext uri="{FF2B5EF4-FFF2-40B4-BE49-F238E27FC236}">
                <a16:creationId xmlns:a16="http://schemas.microsoft.com/office/drawing/2014/main" id="{122818CA-D7FC-EC4B-90BE-9EF8A7F21DCB}"/>
              </a:ext>
            </a:extLst>
          </p:cNvPr>
          <p:cNvSpPr/>
          <p:nvPr/>
        </p:nvSpPr>
        <p:spPr>
          <a:xfrm>
            <a:off x="9484239" y="3380619"/>
            <a:ext cx="115745" cy="115745"/>
          </a:xfrm>
          <a:prstGeom prst="ellipse">
            <a:avLst/>
          </a:prstGeom>
          <a:solidFill>
            <a:srgbClr val="00AA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6" name="Google Shape;512;p14">
            <a:extLst>
              <a:ext uri="{FF2B5EF4-FFF2-40B4-BE49-F238E27FC236}">
                <a16:creationId xmlns:a16="http://schemas.microsoft.com/office/drawing/2014/main" id="{16D3EC55-B925-D847-97F6-3BA56854475D}"/>
              </a:ext>
            </a:extLst>
          </p:cNvPr>
          <p:cNvSpPr txBox="1">
            <a:spLocks noGrp="1"/>
          </p:cNvSpPr>
          <p:nvPr/>
        </p:nvSpPr>
        <p:spPr>
          <a:xfrm>
            <a:off x="4168013" y="3963373"/>
            <a:ext cx="1003209" cy="48284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228600" lvl="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 panose="020B0604020202020204" pitchFamily="34" charset="0"/>
              <a:buNone/>
              <a:defRPr sz="1400" b="0" i="0" kern="12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685800" lvl="1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en-US" altLang="zh-CN" sz="1600" b="1" dirty="0"/>
              <a:t>Step 2</a:t>
            </a:r>
          </a:p>
        </p:txBody>
      </p:sp>
      <p:sp>
        <p:nvSpPr>
          <p:cNvPr id="27" name="Google Shape;512;p14">
            <a:extLst>
              <a:ext uri="{FF2B5EF4-FFF2-40B4-BE49-F238E27FC236}">
                <a16:creationId xmlns:a16="http://schemas.microsoft.com/office/drawing/2014/main" id="{5AFB2E40-A3F3-0741-942C-F97FD4A74720}"/>
              </a:ext>
            </a:extLst>
          </p:cNvPr>
          <p:cNvSpPr txBox="1">
            <a:spLocks noGrp="1"/>
          </p:cNvSpPr>
          <p:nvPr/>
        </p:nvSpPr>
        <p:spPr>
          <a:xfrm>
            <a:off x="4168013" y="4319483"/>
            <a:ext cx="2301815" cy="90270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>
            <a:lvl1pPr marL="228600" lvl="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 panose="020B0604020202020204" pitchFamily="34" charset="0"/>
              <a:buNone/>
              <a:defRPr sz="1400" b="0" i="0" kern="12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685800" lvl="1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/>
            <a:r>
              <a:rPr lang="en-US" sz="1200" dirty="0"/>
              <a:t>請在</a:t>
            </a:r>
            <a:r>
              <a:rPr lang="zh-CN" altLang="en-US" sz="1200" dirty="0"/>
              <a:t>這裡說明第一項的內容</a:t>
            </a:r>
            <a:br>
              <a:rPr lang="en-US" altLang="zh-CN" sz="1200" dirty="0"/>
            </a:br>
            <a:r>
              <a:rPr lang="zh-CN" altLang="en-US" sz="1200" dirty="0"/>
              <a:t>內容內容內容內容內容內容</a:t>
            </a:r>
            <a:br>
              <a:rPr lang="en-US" altLang="zh-CN" sz="1200" dirty="0"/>
            </a:br>
            <a:r>
              <a:rPr lang="zh-CN" altLang="en-US" sz="1200" dirty="0"/>
              <a:t>內容內容內容</a:t>
            </a:r>
            <a:endParaRPr lang="en-US" altLang="zh-CN" sz="1200" dirty="0"/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 lang="en-US" altLang="zh-CN" sz="1200" dirty="0"/>
          </a:p>
        </p:txBody>
      </p:sp>
      <p:sp>
        <p:nvSpPr>
          <p:cNvPr id="28" name="圓角矩形 27">
            <a:extLst>
              <a:ext uri="{FF2B5EF4-FFF2-40B4-BE49-F238E27FC236}">
                <a16:creationId xmlns:a16="http://schemas.microsoft.com/office/drawing/2014/main" id="{D10CFA89-B1CD-884D-9041-33655DD514A3}"/>
              </a:ext>
            </a:extLst>
          </p:cNvPr>
          <p:cNvSpPr/>
          <p:nvPr/>
        </p:nvSpPr>
        <p:spPr>
          <a:xfrm>
            <a:off x="4231811" y="5307688"/>
            <a:ext cx="1430510" cy="348963"/>
          </a:xfrm>
          <a:prstGeom prst="roundRect">
            <a:avLst>
              <a:gd name="adj" fmla="val 50000"/>
            </a:avLst>
          </a:prstGeom>
          <a:solidFill>
            <a:srgbClr val="00AA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100" b="1" dirty="0">
                <a:latin typeface="Arial" panose="020B0604020202020204" pitchFamily="34" charset="0"/>
                <a:cs typeface="Arial" panose="020B0604020202020204" pitchFamily="34" charset="0"/>
              </a:rPr>
              <a:t>content</a:t>
            </a:r>
            <a:endParaRPr kumimoji="1" lang="zh-TW" altLang="en-US" sz="11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Google Shape;512;p14">
            <a:extLst>
              <a:ext uri="{FF2B5EF4-FFF2-40B4-BE49-F238E27FC236}">
                <a16:creationId xmlns:a16="http://schemas.microsoft.com/office/drawing/2014/main" id="{E026FC7D-0A46-7649-8FA0-C1D4C64607F1}"/>
              </a:ext>
            </a:extLst>
          </p:cNvPr>
          <p:cNvSpPr txBox="1">
            <a:spLocks noGrp="1"/>
          </p:cNvSpPr>
          <p:nvPr/>
        </p:nvSpPr>
        <p:spPr>
          <a:xfrm>
            <a:off x="6831396" y="1180179"/>
            <a:ext cx="1003209" cy="48284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228600" lvl="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 panose="020B0604020202020204" pitchFamily="34" charset="0"/>
              <a:buNone/>
              <a:defRPr sz="1400" b="0" i="0" kern="12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685800" lvl="1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en-US" altLang="zh-CN" sz="1600" b="1" dirty="0"/>
              <a:t>Step 3</a:t>
            </a:r>
          </a:p>
        </p:txBody>
      </p:sp>
      <p:sp>
        <p:nvSpPr>
          <p:cNvPr id="30" name="Google Shape;512;p14">
            <a:extLst>
              <a:ext uri="{FF2B5EF4-FFF2-40B4-BE49-F238E27FC236}">
                <a16:creationId xmlns:a16="http://schemas.microsoft.com/office/drawing/2014/main" id="{0C13D904-3E37-E943-B1E8-BFC16DAE149A}"/>
              </a:ext>
            </a:extLst>
          </p:cNvPr>
          <p:cNvSpPr txBox="1">
            <a:spLocks noGrp="1"/>
          </p:cNvSpPr>
          <p:nvPr/>
        </p:nvSpPr>
        <p:spPr>
          <a:xfrm>
            <a:off x="6831396" y="1536289"/>
            <a:ext cx="2301815" cy="90270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>
            <a:lvl1pPr marL="228600" lvl="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 panose="020B0604020202020204" pitchFamily="34" charset="0"/>
              <a:buNone/>
              <a:defRPr sz="1400" b="0" i="0" kern="12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685800" lvl="1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/>
            <a:r>
              <a:rPr lang="en-US" sz="1200" dirty="0"/>
              <a:t>請在</a:t>
            </a:r>
            <a:r>
              <a:rPr lang="zh-CN" altLang="en-US" sz="1200" dirty="0"/>
              <a:t>這裡說明第一項的內容</a:t>
            </a:r>
            <a:br>
              <a:rPr lang="en-US" altLang="zh-CN" sz="1200" dirty="0"/>
            </a:br>
            <a:r>
              <a:rPr lang="zh-CN" altLang="en-US" sz="1200" dirty="0"/>
              <a:t>內容內容內容內容內容內容</a:t>
            </a:r>
            <a:br>
              <a:rPr lang="en-US" altLang="zh-CN" sz="1200" dirty="0"/>
            </a:br>
            <a:r>
              <a:rPr lang="zh-CN" altLang="en-US" sz="1200" dirty="0"/>
              <a:t>內容內容內容</a:t>
            </a:r>
            <a:endParaRPr lang="en-US" altLang="zh-CN" sz="1200" dirty="0"/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 lang="en-US" altLang="zh-CN" sz="1200" dirty="0"/>
          </a:p>
        </p:txBody>
      </p:sp>
      <p:sp>
        <p:nvSpPr>
          <p:cNvPr id="31" name="圓角矩形 30">
            <a:extLst>
              <a:ext uri="{FF2B5EF4-FFF2-40B4-BE49-F238E27FC236}">
                <a16:creationId xmlns:a16="http://schemas.microsoft.com/office/drawing/2014/main" id="{075556CA-2FE2-D244-B613-D02D690E3FA1}"/>
              </a:ext>
            </a:extLst>
          </p:cNvPr>
          <p:cNvSpPr/>
          <p:nvPr/>
        </p:nvSpPr>
        <p:spPr>
          <a:xfrm>
            <a:off x="6895194" y="2524494"/>
            <a:ext cx="1430510" cy="348963"/>
          </a:xfrm>
          <a:prstGeom prst="roundRect">
            <a:avLst>
              <a:gd name="adj" fmla="val 50000"/>
            </a:avLst>
          </a:prstGeom>
          <a:solidFill>
            <a:srgbClr val="00AA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100" b="1" dirty="0">
                <a:latin typeface="Arial" panose="020B0604020202020204" pitchFamily="34" charset="0"/>
                <a:cs typeface="Arial" panose="020B0604020202020204" pitchFamily="34" charset="0"/>
              </a:rPr>
              <a:t>content</a:t>
            </a:r>
            <a:endParaRPr kumimoji="1" lang="zh-TW" altLang="en-US" sz="11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Google Shape;512;p14">
            <a:extLst>
              <a:ext uri="{FF2B5EF4-FFF2-40B4-BE49-F238E27FC236}">
                <a16:creationId xmlns:a16="http://schemas.microsoft.com/office/drawing/2014/main" id="{5F33DB30-7CF8-5C4B-BE45-41BA74985009}"/>
              </a:ext>
            </a:extLst>
          </p:cNvPr>
          <p:cNvSpPr txBox="1">
            <a:spLocks noGrp="1"/>
          </p:cNvSpPr>
          <p:nvPr/>
        </p:nvSpPr>
        <p:spPr>
          <a:xfrm>
            <a:off x="9423279" y="3944865"/>
            <a:ext cx="1003209" cy="48284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228600" lvl="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 panose="020B0604020202020204" pitchFamily="34" charset="0"/>
              <a:buNone/>
              <a:defRPr sz="1400" b="0" i="0" kern="12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685800" lvl="1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en-US" altLang="zh-CN" sz="1600" b="1" dirty="0"/>
              <a:t>Step 4</a:t>
            </a:r>
          </a:p>
        </p:txBody>
      </p:sp>
      <p:sp>
        <p:nvSpPr>
          <p:cNvPr id="36" name="Google Shape;512;p14">
            <a:extLst>
              <a:ext uri="{FF2B5EF4-FFF2-40B4-BE49-F238E27FC236}">
                <a16:creationId xmlns:a16="http://schemas.microsoft.com/office/drawing/2014/main" id="{CF305707-1050-B247-AB7F-340653DB0888}"/>
              </a:ext>
            </a:extLst>
          </p:cNvPr>
          <p:cNvSpPr txBox="1">
            <a:spLocks noGrp="1"/>
          </p:cNvSpPr>
          <p:nvPr/>
        </p:nvSpPr>
        <p:spPr>
          <a:xfrm>
            <a:off x="9423279" y="4300975"/>
            <a:ext cx="2301815" cy="90270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>
            <a:lvl1pPr marL="228600" lvl="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 panose="020B0604020202020204" pitchFamily="34" charset="0"/>
              <a:buNone/>
              <a:defRPr sz="1400" b="0" i="0" kern="12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685800" lvl="1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/>
            <a:r>
              <a:rPr lang="en-US" sz="1200" dirty="0"/>
              <a:t>請在</a:t>
            </a:r>
            <a:r>
              <a:rPr lang="zh-CN" altLang="en-US" sz="1200" dirty="0"/>
              <a:t>這裡說明第一項的內容</a:t>
            </a:r>
            <a:br>
              <a:rPr lang="en-US" altLang="zh-CN" sz="1200" dirty="0"/>
            </a:br>
            <a:r>
              <a:rPr lang="zh-CN" altLang="en-US" sz="1200" dirty="0"/>
              <a:t>內容內容內容內容內容內容</a:t>
            </a:r>
            <a:br>
              <a:rPr lang="en-US" altLang="zh-CN" sz="1200" dirty="0"/>
            </a:br>
            <a:r>
              <a:rPr lang="zh-CN" altLang="en-US" sz="1200" dirty="0"/>
              <a:t>內容內容內容</a:t>
            </a:r>
            <a:endParaRPr lang="en-US" altLang="zh-CN" sz="1200" dirty="0"/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 lang="en-US" altLang="zh-CN" sz="1200" dirty="0"/>
          </a:p>
        </p:txBody>
      </p:sp>
      <p:sp>
        <p:nvSpPr>
          <p:cNvPr id="37" name="圓角矩形 36">
            <a:extLst>
              <a:ext uri="{FF2B5EF4-FFF2-40B4-BE49-F238E27FC236}">
                <a16:creationId xmlns:a16="http://schemas.microsoft.com/office/drawing/2014/main" id="{F2F30FEB-CA19-9042-ADA2-DB9E143CBA24}"/>
              </a:ext>
            </a:extLst>
          </p:cNvPr>
          <p:cNvSpPr/>
          <p:nvPr/>
        </p:nvSpPr>
        <p:spPr>
          <a:xfrm>
            <a:off x="9487077" y="5289180"/>
            <a:ext cx="1430510" cy="348963"/>
          </a:xfrm>
          <a:prstGeom prst="roundRect">
            <a:avLst>
              <a:gd name="adj" fmla="val 50000"/>
            </a:avLst>
          </a:prstGeom>
          <a:solidFill>
            <a:srgbClr val="00AA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100" b="1" dirty="0">
                <a:latin typeface="Arial" panose="020B0604020202020204" pitchFamily="34" charset="0"/>
                <a:cs typeface="Arial" panose="020B0604020202020204" pitchFamily="34" charset="0"/>
              </a:rPr>
              <a:t>content</a:t>
            </a:r>
            <a:endParaRPr kumimoji="1" lang="zh-TW" altLang="en-US" sz="11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Google Shape;645;p22">
            <a:extLst>
              <a:ext uri="{FF2B5EF4-FFF2-40B4-BE49-F238E27FC236}">
                <a16:creationId xmlns:a16="http://schemas.microsoft.com/office/drawing/2014/main" id="{9B986D7E-25EF-9049-BFD9-1D8547CEFF61}"/>
              </a:ext>
            </a:extLst>
          </p:cNvPr>
          <p:cNvSpPr txBox="1">
            <a:spLocks/>
          </p:cNvSpPr>
          <p:nvPr/>
        </p:nvSpPr>
        <p:spPr>
          <a:xfrm rot="5400000">
            <a:off x="-1043451" y="1613707"/>
            <a:ext cx="3002424" cy="31570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SzPct val="318181"/>
              <a:buFont typeface="Arial" panose="020B0604020202020204" pitchFamily="34" charset="0"/>
              <a:buNone/>
            </a:pPr>
            <a:r>
              <a:rPr lang="en-US" sz="1200" spc="100" dirty="0">
                <a:solidFill>
                  <a:schemeClr val="bg1"/>
                </a:solidFill>
              </a:rPr>
              <a:t>Tittle</a:t>
            </a:r>
          </a:p>
        </p:txBody>
      </p:sp>
    </p:spTree>
    <p:extLst>
      <p:ext uri="{BB962C8B-B14F-4D97-AF65-F5344CB8AC3E}">
        <p14:creationId xmlns:p14="http://schemas.microsoft.com/office/powerpoint/2010/main" val="33959728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517;p14">
            <a:extLst>
              <a:ext uri="{FF2B5EF4-FFF2-40B4-BE49-F238E27FC236}">
                <a16:creationId xmlns:a16="http://schemas.microsoft.com/office/drawing/2014/main" id="{5FE50F75-3596-854F-8B56-B61A5F805389}"/>
              </a:ext>
            </a:extLst>
          </p:cNvPr>
          <p:cNvSpPr txBox="1"/>
          <p:nvPr/>
        </p:nvSpPr>
        <p:spPr>
          <a:xfrm>
            <a:off x="1602805" y="673881"/>
            <a:ext cx="3559692" cy="986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200" b="1" i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TITLE</a:t>
            </a:r>
            <a:endParaRPr dirty="0"/>
          </a:p>
        </p:txBody>
      </p:sp>
      <p:grpSp>
        <p:nvGrpSpPr>
          <p:cNvPr id="8" name="Group 13">
            <a:extLst>
              <a:ext uri="{FF2B5EF4-FFF2-40B4-BE49-F238E27FC236}">
                <a16:creationId xmlns:a16="http://schemas.microsoft.com/office/drawing/2014/main" id="{C0714003-9D8D-644A-A96D-3162111F7BE8}"/>
              </a:ext>
            </a:extLst>
          </p:cNvPr>
          <p:cNvGrpSpPr/>
          <p:nvPr/>
        </p:nvGrpSpPr>
        <p:grpSpPr>
          <a:xfrm>
            <a:off x="5249579" y="1742622"/>
            <a:ext cx="5844604" cy="3587428"/>
            <a:chOff x="1197662" y="1605697"/>
            <a:chExt cx="3299524" cy="2025254"/>
          </a:xfrm>
        </p:grpSpPr>
        <p:sp>
          <p:nvSpPr>
            <p:cNvPr id="9" name="Oval 35">
              <a:extLst>
                <a:ext uri="{FF2B5EF4-FFF2-40B4-BE49-F238E27FC236}">
                  <a16:creationId xmlns:a16="http://schemas.microsoft.com/office/drawing/2014/main" id="{9BF6439A-9CBA-D941-BC5E-B60995EB9D18}"/>
                </a:ext>
              </a:extLst>
            </p:cNvPr>
            <p:cNvSpPr/>
            <p:nvPr/>
          </p:nvSpPr>
          <p:spPr>
            <a:xfrm>
              <a:off x="1197662" y="1605697"/>
              <a:ext cx="2025254" cy="2025254"/>
            </a:xfrm>
            <a:prstGeom prst="ellipse">
              <a:avLst/>
            </a:prstGeom>
            <a:solidFill>
              <a:srgbClr val="6EDAA8">
                <a:alpha val="74118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rgbClr val="1C7777"/>
                  </a:solidFill>
                </a:rPr>
                <a:t>A</a:t>
              </a:r>
            </a:p>
          </p:txBody>
        </p:sp>
        <p:sp>
          <p:nvSpPr>
            <p:cNvPr id="10" name="Oval 40">
              <a:extLst>
                <a:ext uri="{FF2B5EF4-FFF2-40B4-BE49-F238E27FC236}">
                  <a16:creationId xmlns:a16="http://schemas.microsoft.com/office/drawing/2014/main" id="{B57E9291-1D4A-F840-A160-1A64462E18A9}"/>
                </a:ext>
              </a:extLst>
            </p:cNvPr>
            <p:cNvSpPr/>
            <p:nvPr/>
          </p:nvSpPr>
          <p:spPr>
            <a:xfrm>
              <a:off x="2471932" y="1605697"/>
              <a:ext cx="2025254" cy="2025254"/>
            </a:xfrm>
            <a:prstGeom prst="ellipse">
              <a:avLst/>
            </a:prstGeom>
            <a:solidFill>
              <a:srgbClr val="9AE992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rgbClr val="1C7777"/>
                  </a:solidFill>
                </a:rPr>
                <a:t>B</a:t>
              </a:r>
            </a:p>
          </p:txBody>
        </p:sp>
        <p:sp>
          <p:nvSpPr>
            <p:cNvPr id="11" name="Freeform 45">
              <a:extLst>
                <a:ext uri="{FF2B5EF4-FFF2-40B4-BE49-F238E27FC236}">
                  <a16:creationId xmlns:a16="http://schemas.microsoft.com/office/drawing/2014/main" id="{859C613F-CD8C-494D-B959-6B8C06E6B966}"/>
                </a:ext>
              </a:extLst>
            </p:cNvPr>
            <p:cNvSpPr/>
            <p:nvPr/>
          </p:nvSpPr>
          <p:spPr>
            <a:xfrm>
              <a:off x="2471933" y="1831705"/>
              <a:ext cx="750983" cy="1573238"/>
            </a:xfrm>
            <a:custGeom>
              <a:avLst/>
              <a:gdLst>
                <a:gd name="connsiteX0" fmla="*/ 500656 w 1001311"/>
                <a:gd name="connsiteY0" fmla="*/ 0 h 2097650"/>
                <a:gd name="connsiteX1" fmla="*/ 509975 w 1001311"/>
                <a:gd name="connsiteY1" fmla="*/ 6969 h 2097650"/>
                <a:gd name="connsiteX2" fmla="*/ 1001311 w 1001311"/>
                <a:gd name="connsiteY2" fmla="*/ 1048825 h 2097650"/>
                <a:gd name="connsiteX3" fmla="*/ 509975 w 1001311"/>
                <a:gd name="connsiteY3" fmla="*/ 2090681 h 2097650"/>
                <a:gd name="connsiteX4" fmla="*/ 500656 w 1001311"/>
                <a:gd name="connsiteY4" fmla="*/ 2097650 h 2097650"/>
                <a:gd name="connsiteX5" fmla="*/ 491336 w 1001311"/>
                <a:gd name="connsiteY5" fmla="*/ 2090681 h 2097650"/>
                <a:gd name="connsiteX6" fmla="*/ 0 w 1001311"/>
                <a:gd name="connsiteY6" fmla="*/ 1048825 h 2097650"/>
                <a:gd name="connsiteX7" fmla="*/ 491336 w 1001311"/>
                <a:gd name="connsiteY7" fmla="*/ 6969 h 2097650"/>
                <a:gd name="connsiteX8" fmla="*/ 500656 w 1001311"/>
                <a:gd name="connsiteY8" fmla="*/ 0 h 2097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01311" h="2097650">
                  <a:moveTo>
                    <a:pt x="500656" y="0"/>
                  </a:moveTo>
                  <a:lnTo>
                    <a:pt x="509975" y="6969"/>
                  </a:lnTo>
                  <a:cubicBezTo>
                    <a:pt x="810046" y="254610"/>
                    <a:pt x="1001311" y="629381"/>
                    <a:pt x="1001311" y="1048825"/>
                  </a:cubicBezTo>
                  <a:cubicBezTo>
                    <a:pt x="1001311" y="1468269"/>
                    <a:pt x="810046" y="1843040"/>
                    <a:pt x="509975" y="2090681"/>
                  </a:cubicBezTo>
                  <a:lnTo>
                    <a:pt x="500656" y="2097650"/>
                  </a:lnTo>
                  <a:lnTo>
                    <a:pt x="491336" y="2090681"/>
                  </a:lnTo>
                  <a:cubicBezTo>
                    <a:pt x="191265" y="1843040"/>
                    <a:pt x="0" y="1468269"/>
                    <a:pt x="0" y="1048825"/>
                  </a:cubicBezTo>
                  <a:cubicBezTo>
                    <a:pt x="0" y="629381"/>
                    <a:pt x="191265" y="254610"/>
                    <a:pt x="491336" y="6969"/>
                  </a:cubicBezTo>
                  <a:lnTo>
                    <a:pt x="500656" y="0"/>
                  </a:lnTo>
                  <a:close/>
                </a:path>
              </a:pathLst>
            </a:custGeom>
            <a:solidFill>
              <a:srgbClr val="00AA6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</a:rPr>
                <a:t>C</a:t>
              </a:r>
            </a:p>
          </p:txBody>
        </p:sp>
      </p:grpSp>
      <p:sp>
        <p:nvSpPr>
          <p:cNvPr id="16" name="Google Shape;512;p14">
            <a:extLst>
              <a:ext uri="{FF2B5EF4-FFF2-40B4-BE49-F238E27FC236}">
                <a16:creationId xmlns:a16="http://schemas.microsoft.com/office/drawing/2014/main" id="{9865C636-8DA1-C145-B6B5-474A37938750}"/>
              </a:ext>
            </a:extLst>
          </p:cNvPr>
          <p:cNvSpPr txBox="1">
            <a:spLocks noGrp="1"/>
          </p:cNvSpPr>
          <p:nvPr/>
        </p:nvSpPr>
        <p:spPr>
          <a:xfrm>
            <a:off x="1602805" y="1324606"/>
            <a:ext cx="3559692" cy="876624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>
            <a:lvl1pPr marL="228600" lvl="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 panose="020B0604020202020204" pitchFamily="34" charset="0"/>
              <a:buNone/>
              <a:defRPr sz="1400" b="0" i="0" kern="12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685800" lvl="1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en-US" dirty="0"/>
              <a:t>請在</a:t>
            </a:r>
            <a:r>
              <a:rPr lang="zh-CN" altLang="en-US" dirty="0"/>
              <a:t>這裡說明表格內容</a:t>
            </a:r>
            <a:br>
              <a:rPr lang="en-US" dirty="0"/>
            </a:br>
            <a:r>
              <a:rPr lang="en-US" dirty="0"/>
              <a:t>contents contents.</a:t>
            </a:r>
            <a:endParaRPr dirty="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 dirty="0"/>
          </a:p>
        </p:txBody>
      </p:sp>
      <p:sp>
        <p:nvSpPr>
          <p:cNvPr id="13" name="Google Shape;645;p22">
            <a:extLst>
              <a:ext uri="{FF2B5EF4-FFF2-40B4-BE49-F238E27FC236}">
                <a16:creationId xmlns:a16="http://schemas.microsoft.com/office/drawing/2014/main" id="{5C18720F-C54B-754C-BD65-8D5C25338A0B}"/>
              </a:ext>
            </a:extLst>
          </p:cNvPr>
          <p:cNvSpPr txBox="1">
            <a:spLocks/>
          </p:cNvSpPr>
          <p:nvPr/>
        </p:nvSpPr>
        <p:spPr>
          <a:xfrm rot="5400000">
            <a:off x="-1043451" y="1613707"/>
            <a:ext cx="3002424" cy="31570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SzPct val="318181"/>
              <a:buFont typeface="Arial" panose="020B0604020202020204" pitchFamily="34" charset="0"/>
              <a:buNone/>
            </a:pPr>
            <a:r>
              <a:rPr lang="en-US" sz="1200" spc="100" dirty="0">
                <a:solidFill>
                  <a:schemeClr val="bg1"/>
                </a:solidFill>
              </a:rPr>
              <a:t>Tittle</a:t>
            </a:r>
          </a:p>
        </p:txBody>
      </p:sp>
    </p:spTree>
    <p:extLst>
      <p:ext uri="{BB962C8B-B14F-4D97-AF65-F5344CB8AC3E}">
        <p14:creationId xmlns:p14="http://schemas.microsoft.com/office/powerpoint/2010/main" val="5334031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517;p14">
            <a:extLst>
              <a:ext uri="{FF2B5EF4-FFF2-40B4-BE49-F238E27FC236}">
                <a16:creationId xmlns:a16="http://schemas.microsoft.com/office/drawing/2014/main" id="{5FE50F75-3596-854F-8B56-B61A5F805389}"/>
              </a:ext>
            </a:extLst>
          </p:cNvPr>
          <p:cNvSpPr txBox="1"/>
          <p:nvPr/>
        </p:nvSpPr>
        <p:spPr>
          <a:xfrm>
            <a:off x="1602805" y="673881"/>
            <a:ext cx="3559692" cy="986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200" b="1" i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TITLE</a:t>
            </a:r>
            <a:endParaRPr dirty="0"/>
          </a:p>
        </p:txBody>
      </p:sp>
      <p:sp>
        <p:nvSpPr>
          <p:cNvPr id="5" name="Rectangle: Top Corners Rounded 100">
            <a:extLst>
              <a:ext uri="{FF2B5EF4-FFF2-40B4-BE49-F238E27FC236}">
                <a16:creationId xmlns:a16="http://schemas.microsoft.com/office/drawing/2014/main" id="{42B52263-B749-A047-A4AA-95FA47D41399}"/>
              </a:ext>
            </a:extLst>
          </p:cNvPr>
          <p:cNvSpPr/>
          <p:nvPr/>
        </p:nvSpPr>
        <p:spPr>
          <a:xfrm rot="5400000">
            <a:off x="6171100" y="-712863"/>
            <a:ext cx="3219290" cy="8822514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E7FFD2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94">
            <a:extLst>
              <a:ext uri="{FF2B5EF4-FFF2-40B4-BE49-F238E27FC236}">
                <a16:creationId xmlns:a16="http://schemas.microsoft.com/office/drawing/2014/main" id="{D669A6A9-7BF4-9E46-AE49-825BFA9A147B}"/>
              </a:ext>
            </a:extLst>
          </p:cNvPr>
          <p:cNvSpPr/>
          <p:nvPr/>
        </p:nvSpPr>
        <p:spPr>
          <a:xfrm>
            <a:off x="1602805" y="1927454"/>
            <a:ext cx="3541878" cy="3541878"/>
          </a:xfrm>
          <a:prstGeom prst="ellipse">
            <a:avLst/>
          </a:prstGeom>
          <a:solidFill>
            <a:srgbClr val="9AE992"/>
          </a:solidFill>
          <a:ln w="152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8" name="Oval 95">
            <a:extLst>
              <a:ext uri="{FF2B5EF4-FFF2-40B4-BE49-F238E27FC236}">
                <a16:creationId xmlns:a16="http://schemas.microsoft.com/office/drawing/2014/main" id="{D66BB046-7580-214D-82F8-E0FB4016723A}"/>
              </a:ext>
            </a:extLst>
          </p:cNvPr>
          <p:cNvSpPr/>
          <p:nvPr/>
        </p:nvSpPr>
        <p:spPr>
          <a:xfrm>
            <a:off x="2100881" y="2425530"/>
            <a:ext cx="2545724" cy="2545724"/>
          </a:xfrm>
          <a:prstGeom prst="ellipse">
            <a:avLst/>
          </a:prstGeom>
          <a:solidFill>
            <a:srgbClr val="3BBB8E"/>
          </a:solidFill>
          <a:ln w="317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9" name="Oval 96">
            <a:extLst>
              <a:ext uri="{FF2B5EF4-FFF2-40B4-BE49-F238E27FC236}">
                <a16:creationId xmlns:a16="http://schemas.microsoft.com/office/drawing/2014/main" id="{65150122-0C22-BF44-B8E7-DF856CEB0367}"/>
              </a:ext>
            </a:extLst>
          </p:cNvPr>
          <p:cNvSpPr/>
          <p:nvPr/>
        </p:nvSpPr>
        <p:spPr>
          <a:xfrm>
            <a:off x="2581783" y="2906432"/>
            <a:ext cx="1583922" cy="1583922"/>
          </a:xfrm>
          <a:prstGeom prst="ellipse">
            <a:avLst/>
          </a:prstGeom>
          <a:solidFill>
            <a:srgbClr val="009056"/>
          </a:solidFill>
          <a:ln w="317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0" name="TextBox 97">
            <a:extLst>
              <a:ext uri="{FF2B5EF4-FFF2-40B4-BE49-F238E27FC236}">
                <a16:creationId xmlns:a16="http://schemas.microsoft.com/office/drawing/2014/main" id="{1E3507D1-0CF3-E84C-8159-7834B295EAD9}"/>
              </a:ext>
            </a:extLst>
          </p:cNvPr>
          <p:cNvSpPr txBox="1"/>
          <p:nvPr/>
        </p:nvSpPr>
        <p:spPr>
          <a:xfrm>
            <a:off x="2982066" y="2088747"/>
            <a:ext cx="7833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</a:t>
            </a:r>
          </a:p>
        </p:txBody>
      </p:sp>
      <p:sp>
        <p:nvSpPr>
          <p:cNvPr id="11" name="TextBox 98">
            <a:extLst>
              <a:ext uri="{FF2B5EF4-FFF2-40B4-BE49-F238E27FC236}">
                <a16:creationId xmlns:a16="http://schemas.microsoft.com/office/drawing/2014/main" id="{EEF861BF-5D29-AA44-8475-D02F262ACF81}"/>
              </a:ext>
            </a:extLst>
          </p:cNvPr>
          <p:cNvSpPr txBox="1"/>
          <p:nvPr/>
        </p:nvSpPr>
        <p:spPr>
          <a:xfrm>
            <a:off x="3030541" y="2560640"/>
            <a:ext cx="6864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</a:t>
            </a:r>
          </a:p>
        </p:txBody>
      </p:sp>
      <p:sp>
        <p:nvSpPr>
          <p:cNvPr id="12" name="TextBox 99">
            <a:extLst>
              <a:ext uri="{FF2B5EF4-FFF2-40B4-BE49-F238E27FC236}">
                <a16:creationId xmlns:a16="http://schemas.microsoft.com/office/drawing/2014/main" id="{7C5CFB0B-2C3A-8A4F-978C-FDD28381DABF}"/>
              </a:ext>
            </a:extLst>
          </p:cNvPr>
          <p:cNvSpPr txBox="1"/>
          <p:nvPr/>
        </p:nvSpPr>
        <p:spPr>
          <a:xfrm>
            <a:off x="3042563" y="3558495"/>
            <a:ext cx="6623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WHY</a:t>
            </a:r>
          </a:p>
        </p:txBody>
      </p:sp>
      <p:sp>
        <p:nvSpPr>
          <p:cNvPr id="13" name="TextBox 101">
            <a:extLst>
              <a:ext uri="{FF2B5EF4-FFF2-40B4-BE49-F238E27FC236}">
                <a16:creationId xmlns:a16="http://schemas.microsoft.com/office/drawing/2014/main" id="{C2647D59-00D2-CE48-8403-ECCA1FF7EE77}"/>
              </a:ext>
            </a:extLst>
          </p:cNvPr>
          <p:cNvSpPr txBox="1"/>
          <p:nvPr/>
        </p:nvSpPr>
        <p:spPr>
          <a:xfrm>
            <a:off x="8234665" y="2528677"/>
            <a:ext cx="3360987" cy="41684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ts val="1680"/>
              </a:lnSpc>
            </a:pPr>
            <a:r>
              <a:rPr lang="en-US" altLang="zh-TW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請在</a:t>
            </a:r>
            <a:r>
              <a:rPr lang="zh-CN" altLang="en-US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這裡說明</a:t>
            </a:r>
            <a:r>
              <a:rPr lang="en-US" altLang="zh-CN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why </a:t>
            </a:r>
            <a:r>
              <a:rPr lang="zh-CN" altLang="en-US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的內容</a:t>
            </a:r>
            <a:br>
              <a:rPr lang="en-US" altLang="zh-CN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</a:br>
            <a:r>
              <a:rPr lang="zh-CN" altLang="en-US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內容內容內容</a:t>
            </a:r>
            <a:endParaRPr lang="en-US" altLang="zh-CN" sz="12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4" name="TextBox 103">
            <a:extLst>
              <a:ext uri="{FF2B5EF4-FFF2-40B4-BE49-F238E27FC236}">
                <a16:creationId xmlns:a16="http://schemas.microsoft.com/office/drawing/2014/main" id="{4800F7D4-E3D6-7A46-92A9-1FB3387C9E80}"/>
              </a:ext>
            </a:extLst>
          </p:cNvPr>
          <p:cNvSpPr txBox="1"/>
          <p:nvPr/>
        </p:nvSpPr>
        <p:spPr>
          <a:xfrm>
            <a:off x="8234665" y="3472511"/>
            <a:ext cx="3360987" cy="41684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ts val="1680"/>
              </a:lnSpc>
            </a:pPr>
            <a:r>
              <a:rPr lang="en-US" altLang="zh-TW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請在</a:t>
            </a:r>
            <a:r>
              <a:rPr lang="zh-CN" altLang="en-US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這裡說明</a:t>
            </a:r>
            <a:r>
              <a:rPr lang="en-US" altLang="zh-CN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how </a:t>
            </a:r>
            <a:r>
              <a:rPr lang="zh-CN" altLang="en-US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的內容</a:t>
            </a:r>
            <a:br>
              <a:rPr lang="en-US" altLang="zh-CN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</a:br>
            <a:r>
              <a:rPr lang="zh-CN" altLang="en-US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內容內容內容</a:t>
            </a:r>
            <a:endParaRPr lang="en-US" altLang="zh-CN" sz="12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5" name="Oval 104">
            <a:extLst>
              <a:ext uri="{FF2B5EF4-FFF2-40B4-BE49-F238E27FC236}">
                <a16:creationId xmlns:a16="http://schemas.microsoft.com/office/drawing/2014/main" id="{CE093020-F9AF-1745-BB10-C70B7CDFE5CC}"/>
              </a:ext>
            </a:extLst>
          </p:cNvPr>
          <p:cNvSpPr/>
          <p:nvPr/>
        </p:nvSpPr>
        <p:spPr>
          <a:xfrm>
            <a:off x="7289624" y="3356714"/>
            <a:ext cx="678715" cy="678715"/>
          </a:xfrm>
          <a:prstGeom prst="ellipse">
            <a:avLst/>
          </a:prstGeom>
          <a:solidFill>
            <a:srgbClr val="3BBB8E"/>
          </a:solidFill>
          <a:ln w="152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16" name="TextBox 105">
            <a:extLst>
              <a:ext uri="{FF2B5EF4-FFF2-40B4-BE49-F238E27FC236}">
                <a16:creationId xmlns:a16="http://schemas.microsoft.com/office/drawing/2014/main" id="{07311403-F013-F046-B25B-C51957A670F5}"/>
              </a:ext>
            </a:extLst>
          </p:cNvPr>
          <p:cNvSpPr txBox="1"/>
          <p:nvPr/>
        </p:nvSpPr>
        <p:spPr>
          <a:xfrm>
            <a:off x="8234665" y="4416347"/>
            <a:ext cx="3360987" cy="41684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ts val="1680"/>
              </a:lnSpc>
            </a:pPr>
            <a:r>
              <a:rPr lang="en-US" altLang="zh-TW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請在</a:t>
            </a:r>
            <a:r>
              <a:rPr lang="zh-CN" altLang="en-US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這裡說明</a:t>
            </a:r>
            <a:r>
              <a:rPr lang="en-US" altLang="zh-CN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what </a:t>
            </a:r>
            <a:r>
              <a:rPr lang="zh-CN" altLang="en-US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的內容</a:t>
            </a:r>
            <a:br>
              <a:rPr lang="en-US" altLang="zh-CN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</a:br>
            <a:r>
              <a:rPr lang="zh-CN" altLang="en-US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內容內容內容</a:t>
            </a:r>
            <a:endParaRPr lang="en-US" altLang="zh-CN" sz="12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7" name="TextBox 109">
            <a:extLst>
              <a:ext uri="{FF2B5EF4-FFF2-40B4-BE49-F238E27FC236}">
                <a16:creationId xmlns:a16="http://schemas.microsoft.com/office/drawing/2014/main" id="{FD0B4D3C-939C-7948-8ACD-4A2B4FB014C9}"/>
              </a:ext>
            </a:extLst>
          </p:cNvPr>
          <p:cNvSpPr txBox="1"/>
          <p:nvPr/>
        </p:nvSpPr>
        <p:spPr>
          <a:xfrm>
            <a:off x="6235250" y="4518777"/>
            <a:ext cx="708128" cy="246221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WHAT</a:t>
            </a:r>
          </a:p>
        </p:txBody>
      </p:sp>
      <p:sp>
        <p:nvSpPr>
          <p:cNvPr id="18" name="TextBox 110">
            <a:extLst>
              <a:ext uri="{FF2B5EF4-FFF2-40B4-BE49-F238E27FC236}">
                <a16:creationId xmlns:a16="http://schemas.microsoft.com/office/drawing/2014/main" id="{C332BF5C-E48B-BA42-A41B-C14178CAE151}"/>
              </a:ext>
            </a:extLst>
          </p:cNvPr>
          <p:cNvSpPr txBox="1"/>
          <p:nvPr/>
        </p:nvSpPr>
        <p:spPr>
          <a:xfrm>
            <a:off x="6235250" y="3572961"/>
            <a:ext cx="708128" cy="246221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HOW</a:t>
            </a:r>
          </a:p>
        </p:txBody>
      </p:sp>
      <p:sp>
        <p:nvSpPr>
          <p:cNvPr id="19" name="TextBox 111">
            <a:extLst>
              <a:ext uri="{FF2B5EF4-FFF2-40B4-BE49-F238E27FC236}">
                <a16:creationId xmlns:a16="http://schemas.microsoft.com/office/drawing/2014/main" id="{00661449-432E-DA45-9D1A-312CD063C0DC}"/>
              </a:ext>
            </a:extLst>
          </p:cNvPr>
          <p:cNvSpPr txBox="1"/>
          <p:nvPr/>
        </p:nvSpPr>
        <p:spPr>
          <a:xfrm>
            <a:off x="6235250" y="2627146"/>
            <a:ext cx="708128" cy="246221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WHY</a:t>
            </a:r>
          </a:p>
        </p:txBody>
      </p:sp>
      <p:cxnSp>
        <p:nvCxnSpPr>
          <p:cNvPr id="20" name="Straight Connector 113">
            <a:extLst>
              <a:ext uri="{FF2B5EF4-FFF2-40B4-BE49-F238E27FC236}">
                <a16:creationId xmlns:a16="http://schemas.microsoft.com/office/drawing/2014/main" id="{401AD72F-BE15-4946-A132-200E2E3D8162}"/>
              </a:ext>
            </a:extLst>
          </p:cNvPr>
          <p:cNvCxnSpPr>
            <a:cxnSpLocks/>
          </p:cNvCxnSpPr>
          <p:nvPr/>
        </p:nvCxnSpPr>
        <p:spPr>
          <a:xfrm flipH="1">
            <a:off x="4646604" y="4641887"/>
            <a:ext cx="1242399" cy="0"/>
          </a:xfrm>
          <a:prstGeom prst="line">
            <a:avLst/>
          </a:prstGeom>
          <a:ln>
            <a:solidFill>
              <a:srgbClr val="4D9FF3"/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115">
            <a:extLst>
              <a:ext uri="{FF2B5EF4-FFF2-40B4-BE49-F238E27FC236}">
                <a16:creationId xmlns:a16="http://schemas.microsoft.com/office/drawing/2014/main" id="{07272C6B-78FA-4143-B7B5-50FD42E669F6}"/>
              </a:ext>
            </a:extLst>
          </p:cNvPr>
          <p:cNvCxnSpPr>
            <a:cxnSpLocks/>
            <a:endCxn id="8" idx="6"/>
          </p:cNvCxnSpPr>
          <p:nvPr/>
        </p:nvCxnSpPr>
        <p:spPr>
          <a:xfrm flipH="1">
            <a:off x="4646605" y="3696071"/>
            <a:ext cx="1242399" cy="2321"/>
          </a:xfrm>
          <a:prstGeom prst="line">
            <a:avLst/>
          </a:prstGeom>
          <a:ln>
            <a:solidFill>
              <a:srgbClr val="4D9FF3"/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117">
            <a:extLst>
              <a:ext uri="{FF2B5EF4-FFF2-40B4-BE49-F238E27FC236}">
                <a16:creationId xmlns:a16="http://schemas.microsoft.com/office/drawing/2014/main" id="{720CD3CB-A0FA-CA41-821F-8BCA888D0FE6}"/>
              </a:ext>
            </a:extLst>
          </p:cNvPr>
          <p:cNvCxnSpPr>
            <a:cxnSpLocks/>
            <a:endCxn id="9" idx="7"/>
          </p:cNvCxnSpPr>
          <p:nvPr/>
        </p:nvCxnSpPr>
        <p:spPr>
          <a:xfrm rot="10800000" flipV="1">
            <a:off x="3933745" y="2749382"/>
            <a:ext cx="1969552" cy="389009"/>
          </a:xfrm>
          <a:prstGeom prst="bentConnector2">
            <a:avLst/>
          </a:prstGeom>
          <a:ln>
            <a:solidFill>
              <a:srgbClr val="4D9FF3"/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Group 124">
            <a:extLst>
              <a:ext uri="{FF2B5EF4-FFF2-40B4-BE49-F238E27FC236}">
                <a16:creationId xmlns:a16="http://schemas.microsoft.com/office/drawing/2014/main" id="{74207C08-DA88-DC4E-82F0-46184BEF4A1C}"/>
              </a:ext>
            </a:extLst>
          </p:cNvPr>
          <p:cNvGrpSpPr/>
          <p:nvPr/>
        </p:nvGrpSpPr>
        <p:grpSpPr>
          <a:xfrm>
            <a:off x="6369904" y="3224154"/>
            <a:ext cx="5225748" cy="943834"/>
            <a:chOff x="7074978" y="3283531"/>
            <a:chExt cx="3994056" cy="943834"/>
          </a:xfrm>
        </p:grpSpPr>
        <p:cxnSp>
          <p:nvCxnSpPr>
            <p:cNvPr id="24" name="Straight Connector 120">
              <a:extLst>
                <a:ext uri="{FF2B5EF4-FFF2-40B4-BE49-F238E27FC236}">
                  <a16:creationId xmlns:a16="http://schemas.microsoft.com/office/drawing/2014/main" id="{8C526566-787C-CD44-93E7-591464F3B760}"/>
                </a:ext>
              </a:extLst>
            </p:cNvPr>
            <p:cNvCxnSpPr>
              <a:cxnSpLocks/>
            </p:cNvCxnSpPr>
            <p:nvPr/>
          </p:nvCxnSpPr>
          <p:spPr>
            <a:xfrm>
              <a:off x="7074978" y="3283531"/>
              <a:ext cx="3994056" cy="0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123">
              <a:extLst>
                <a:ext uri="{FF2B5EF4-FFF2-40B4-BE49-F238E27FC236}">
                  <a16:creationId xmlns:a16="http://schemas.microsoft.com/office/drawing/2014/main" id="{8BA884CA-C595-B743-9250-45B15BB5BC59}"/>
                </a:ext>
              </a:extLst>
            </p:cNvPr>
            <p:cNvCxnSpPr>
              <a:cxnSpLocks/>
            </p:cNvCxnSpPr>
            <p:nvPr/>
          </p:nvCxnSpPr>
          <p:spPr>
            <a:xfrm>
              <a:off x="7074978" y="4227365"/>
              <a:ext cx="3994056" cy="0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Oval 102">
            <a:extLst>
              <a:ext uri="{FF2B5EF4-FFF2-40B4-BE49-F238E27FC236}">
                <a16:creationId xmlns:a16="http://schemas.microsoft.com/office/drawing/2014/main" id="{C49C41D0-CF2B-9348-A570-DC118CB48A33}"/>
              </a:ext>
            </a:extLst>
          </p:cNvPr>
          <p:cNvSpPr/>
          <p:nvPr/>
        </p:nvSpPr>
        <p:spPr>
          <a:xfrm>
            <a:off x="7289624" y="4302530"/>
            <a:ext cx="678715" cy="678715"/>
          </a:xfrm>
          <a:prstGeom prst="ellipse">
            <a:avLst/>
          </a:prstGeom>
          <a:solidFill>
            <a:srgbClr val="9AE992"/>
          </a:solidFill>
          <a:ln w="152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34" name="Oval 106">
            <a:extLst>
              <a:ext uri="{FF2B5EF4-FFF2-40B4-BE49-F238E27FC236}">
                <a16:creationId xmlns:a16="http://schemas.microsoft.com/office/drawing/2014/main" id="{9FEB691C-6034-FC47-8885-6AFD6B19C160}"/>
              </a:ext>
            </a:extLst>
          </p:cNvPr>
          <p:cNvSpPr/>
          <p:nvPr/>
        </p:nvSpPr>
        <p:spPr>
          <a:xfrm>
            <a:off x="7289624" y="2410899"/>
            <a:ext cx="678715" cy="678715"/>
          </a:xfrm>
          <a:prstGeom prst="ellipse">
            <a:avLst/>
          </a:prstGeom>
          <a:solidFill>
            <a:srgbClr val="009056"/>
          </a:solidFill>
          <a:ln w="152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pic>
        <p:nvPicPr>
          <p:cNvPr id="44" name="圖片 43">
            <a:extLst>
              <a:ext uri="{FF2B5EF4-FFF2-40B4-BE49-F238E27FC236}">
                <a16:creationId xmlns:a16="http://schemas.microsoft.com/office/drawing/2014/main" id="{801C5E14-F747-054D-AB53-90A9CD0D5DDC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88772" y="4502328"/>
            <a:ext cx="288167" cy="288167"/>
          </a:xfrm>
          <a:prstGeom prst="rect">
            <a:avLst/>
          </a:prstGeom>
        </p:spPr>
      </p:pic>
      <p:pic>
        <p:nvPicPr>
          <p:cNvPr id="45" name="圖片 44">
            <a:extLst>
              <a:ext uri="{FF2B5EF4-FFF2-40B4-BE49-F238E27FC236}">
                <a16:creationId xmlns:a16="http://schemas.microsoft.com/office/drawing/2014/main" id="{977F97BC-7614-B142-AAC5-0E55E27D7CAE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88772" y="3558495"/>
            <a:ext cx="288167" cy="288167"/>
          </a:xfrm>
          <a:prstGeom prst="rect">
            <a:avLst/>
          </a:prstGeom>
        </p:spPr>
      </p:pic>
      <p:pic>
        <p:nvPicPr>
          <p:cNvPr id="46" name="圖片 45">
            <a:extLst>
              <a:ext uri="{FF2B5EF4-FFF2-40B4-BE49-F238E27FC236}">
                <a16:creationId xmlns:a16="http://schemas.microsoft.com/office/drawing/2014/main" id="{73B3E1E9-B760-E94C-AD61-3829FD5EAD2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88772" y="2597573"/>
            <a:ext cx="288167" cy="288167"/>
          </a:xfrm>
          <a:prstGeom prst="rect">
            <a:avLst/>
          </a:prstGeom>
        </p:spPr>
      </p:pic>
      <p:sp>
        <p:nvSpPr>
          <p:cNvPr id="30" name="Google Shape;645;p22">
            <a:extLst>
              <a:ext uri="{FF2B5EF4-FFF2-40B4-BE49-F238E27FC236}">
                <a16:creationId xmlns:a16="http://schemas.microsoft.com/office/drawing/2014/main" id="{21B58070-791B-7A47-87CE-D3FEAEB3C0FF}"/>
              </a:ext>
            </a:extLst>
          </p:cNvPr>
          <p:cNvSpPr txBox="1">
            <a:spLocks/>
          </p:cNvSpPr>
          <p:nvPr/>
        </p:nvSpPr>
        <p:spPr>
          <a:xfrm rot="5400000">
            <a:off x="-1043451" y="1613707"/>
            <a:ext cx="3002424" cy="31570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SzPct val="318181"/>
              <a:buFont typeface="Arial" panose="020B0604020202020204" pitchFamily="34" charset="0"/>
              <a:buNone/>
            </a:pPr>
            <a:r>
              <a:rPr lang="en-US" sz="1200" spc="100" dirty="0">
                <a:solidFill>
                  <a:schemeClr val="bg1"/>
                </a:solidFill>
              </a:rPr>
              <a:t>Tittle</a:t>
            </a:r>
          </a:p>
        </p:txBody>
      </p:sp>
    </p:spTree>
    <p:extLst>
      <p:ext uri="{BB962C8B-B14F-4D97-AF65-F5344CB8AC3E}">
        <p14:creationId xmlns:p14="http://schemas.microsoft.com/office/powerpoint/2010/main" val="39214469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2">
            <a:extLst>
              <a:ext uri="{FF2B5EF4-FFF2-40B4-BE49-F238E27FC236}">
                <a16:creationId xmlns:a16="http://schemas.microsoft.com/office/drawing/2014/main" id="{1C7A2B07-8E25-284B-8AFE-9328ED82A1C3}"/>
              </a:ext>
            </a:extLst>
          </p:cNvPr>
          <p:cNvSpPr/>
          <p:nvPr/>
        </p:nvSpPr>
        <p:spPr>
          <a:xfrm>
            <a:off x="2457193" y="909493"/>
            <a:ext cx="7569161" cy="4066017"/>
          </a:xfrm>
          <a:custGeom>
            <a:avLst/>
            <a:gdLst/>
            <a:ahLst/>
            <a:cxnLst/>
            <a:rect l="l" t="t" r="r" b="b"/>
            <a:pathLst>
              <a:path w="7569161" h="4066017">
                <a:moveTo>
                  <a:pt x="0" y="0"/>
                </a:moveTo>
                <a:lnTo>
                  <a:pt x="7569161" y="0"/>
                </a:lnTo>
                <a:lnTo>
                  <a:pt x="7569161" y="4066017"/>
                </a:lnTo>
                <a:lnTo>
                  <a:pt x="0" y="406601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7" name="Google Shape;512;p14">
            <a:extLst>
              <a:ext uri="{FF2B5EF4-FFF2-40B4-BE49-F238E27FC236}">
                <a16:creationId xmlns:a16="http://schemas.microsoft.com/office/drawing/2014/main" id="{60B66975-5DAA-2D4A-B129-B8D364C15486}"/>
              </a:ext>
            </a:extLst>
          </p:cNvPr>
          <p:cNvSpPr txBox="1">
            <a:spLocks noGrp="1"/>
          </p:cNvSpPr>
          <p:nvPr/>
        </p:nvSpPr>
        <p:spPr>
          <a:xfrm>
            <a:off x="2433569" y="5499463"/>
            <a:ext cx="3559692" cy="876624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>
            <a:lvl1pPr marL="228600" lvl="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 panose="020B0604020202020204" pitchFamily="34" charset="0"/>
              <a:buNone/>
              <a:defRPr sz="1400" b="0" i="0" kern="12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685800" lvl="1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en-US" sz="1200" dirty="0"/>
              <a:t>請在</a:t>
            </a:r>
            <a:r>
              <a:rPr lang="zh-CN" altLang="en-US" sz="1200" dirty="0"/>
              <a:t>這裡說明世界地圖分佈的詳細內容</a:t>
            </a:r>
            <a:br>
              <a:rPr lang="en-US" sz="1200" dirty="0"/>
            </a:br>
            <a:r>
              <a:rPr lang="en-US" sz="1200" dirty="0"/>
              <a:t>contents contents.</a:t>
            </a:r>
            <a:endParaRPr sz="1200" dirty="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 sz="1200" dirty="0"/>
          </a:p>
        </p:txBody>
      </p:sp>
      <p:sp>
        <p:nvSpPr>
          <p:cNvPr id="19" name="Google Shape;645;p22">
            <a:extLst>
              <a:ext uri="{FF2B5EF4-FFF2-40B4-BE49-F238E27FC236}">
                <a16:creationId xmlns:a16="http://schemas.microsoft.com/office/drawing/2014/main" id="{118D2409-2BD0-4D4F-A51A-DCFA0BC72191}"/>
              </a:ext>
            </a:extLst>
          </p:cNvPr>
          <p:cNvSpPr txBox="1">
            <a:spLocks/>
          </p:cNvSpPr>
          <p:nvPr/>
        </p:nvSpPr>
        <p:spPr>
          <a:xfrm rot="5400000">
            <a:off x="-1043451" y="1613707"/>
            <a:ext cx="3002424" cy="31570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SzPct val="318181"/>
              <a:buFont typeface="Arial" panose="020B0604020202020204" pitchFamily="34" charset="0"/>
              <a:buNone/>
            </a:pPr>
            <a:r>
              <a:rPr lang="en-US" sz="1200" spc="100" dirty="0">
                <a:solidFill>
                  <a:schemeClr val="bg1"/>
                </a:solidFill>
              </a:rPr>
              <a:t>Tittle</a:t>
            </a: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259AB3E4-B7FF-C34A-8AAB-D0F10DE6BCB9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24901" y="3211126"/>
            <a:ext cx="349031" cy="465375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008E492B-DECB-0140-B516-25ED01CFC91B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01104" y="2367336"/>
            <a:ext cx="349031" cy="465375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50C42455-CEEB-5343-AF79-CC0990D464EE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76811" y="1901961"/>
            <a:ext cx="349031" cy="465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51088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圖片 15">
            <a:extLst>
              <a:ext uri="{FF2B5EF4-FFF2-40B4-BE49-F238E27FC236}">
                <a16:creationId xmlns:a16="http://schemas.microsoft.com/office/drawing/2014/main" id="{B5A1C43A-3FEC-4846-8271-35B866C307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2824" y="0"/>
            <a:ext cx="7359266" cy="7359266"/>
          </a:xfrm>
          <a:prstGeom prst="rect">
            <a:avLst/>
          </a:prstGeom>
        </p:spPr>
      </p:pic>
      <p:sp>
        <p:nvSpPr>
          <p:cNvPr id="19" name="Google Shape;512;p14">
            <a:extLst>
              <a:ext uri="{FF2B5EF4-FFF2-40B4-BE49-F238E27FC236}">
                <a16:creationId xmlns:a16="http://schemas.microsoft.com/office/drawing/2014/main" id="{429E004A-378C-9C40-A03C-9B87BB32B039}"/>
              </a:ext>
            </a:extLst>
          </p:cNvPr>
          <p:cNvSpPr txBox="1">
            <a:spLocks noGrp="1"/>
          </p:cNvSpPr>
          <p:nvPr/>
        </p:nvSpPr>
        <p:spPr>
          <a:xfrm>
            <a:off x="1602805" y="1495872"/>
            <a:ext cx="2870341" cy="177689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>
            <a:lvl1pPr marL="228600" lvl="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 panose="020B0604020202020204" pitchFamily="34" charset="0"/>
              <a:buNone/>
              <a:defRPr sz="1400" b="0" i="0" kern="12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685800" lvl="1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en-US" sz="1200" dirty="0"/>
              <a:t>請在</a:t>
            </a:r>
            <a:r>
              <a:rPr lang="zh-CN" altLang="en-US" sz="1200" dirty="0"/>
              <a:t>這裡說明地圖分佈的詳細內容</a:t>
            </a:r>
            <a:br>
              <a:rPr lang="en-US" sz="1200" dirty="0"/>
            </a:br>
            <a:endParaRPr sz="1200" dirty="0"/>
          </a:p>
        </p:txBody>
      </p:sp>
      <p:sp>
        <p:nvSpPr>
          <p:cNvPr id="20" name="Google Shape;517;p14">
            <a:extLst>
              <a:ext uri="{FF2B5EF4-FFF2-40B4-BE49-F238E27FC236}">
                <a16:creationId xmlns:a16="http://schemas.microsoft.com/office/drawing/2014/main" id="{370FA2AF-27F5-5C41-8A30-F01E17C96D10}"/>
              </a:ext>
            </a:extLst>
          </p:cNvPr>
          <p:cNvSpPr txBox="1"/>
          <p:nvPr/>
        </p:nvSpPr>
        <p:spPr>
          <a:xfrm>
            <a:off x="1602805" y="673882"/>
            <a:ext cx="3559692" cy="4828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1600" b="1" i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TITLE</a:t>
            </a:r>
            <a:endParaRPr sz="1600" dirty="0"/>
          </a:p>
        </p:txBody>
      </p:sp>
      <p:sp>
        <p:nvSpPr>
          <p:cNvPr id="23" name="圓角矩形圖說文字 22">
            <a:extLst>
              <a:ext uri="{FF2B5EF4-FFF2-40B4-BE49-F238E27FC236}">
                <a16:creationId xmlns:a16="http://schemas.microsoft.com/office/drawing/2014/main" id="{96CA3638-3EF9-C34A-A78C-E8F5B40A8569}"/>
              </a:ext>
            </a:extLst>
          </p:cNvPr>
          <p:cNvSpPr/>
          <p:nvPr/>
        </p:nvSpPr>
        <p:spPr>
          <a:xfrm rot="5400000" flipH="1">
            <a:off x="8280066" y="1513674"/>
            <a:ext cx="831272" cy="1953693"/>
          </a:xfrm>
          <a:prstGeom prst="wedgeRoundRectCallout">
            <a:avLst/>
          </a:prstGeom>
          <a:solidFill>
            <a:srgbClr val="F3FC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dirty="0"/>
          </a:p>
        </p:txBody>
      </p:sp>
      <p:sp>
        <p:nvSpPr>
          <p:cNvPr id="24" name="Google Shape;512;p14">
            <a:extLst>
              <a:ext uri="{FF2B5EF4-FFF2-40B4-BE49-F238E27FC236}">
                <a16:creationId xmlns:a16="http://schemas.microsoft.com/office/drawing/2014/main" id="{D51B6860-4CC0-8241-B79A-63BBCD17970B}"/>
              </a:ext>
            </a:extLst>
          </p:cNvPr>
          <p:cNvSpPr txBox="1">
            <a:spLocks noGrp="1"/>
          </p:cNvSpPr>
          <p:nvPr/>
        </p:nvSpPr>
        <p:spPr>
          <a:xfrm>
            <a:off x="7906999" y="2065666"/>
            <a:ext cx="1953694" cy="876624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>
            <a:lvl1pPr marL="228600" lvl="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 panose="020B0604020202020204" pitchFamily="34" charset="0"/>
              <a:buNone/>
              <a:defRPr sz="1400" b="0" i="0" kern="12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685800" lvl="1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/>
            <a:r>
              <a:rPr lang="zh-CN" altLang="en-US" b="1" dirty="0">
                <a:solidFill>
                  <a:schemeClr val="accent5">
                    <a:lumMod val="50000"/>
                  </a:schemeClr>
                </a:solidFill>
              </a:rPr>
              <a:t>重要訊息標示</a:t>
            </a:r>
            <a:br>
              <a:rPr lang="en-US" b="1" dirty="0">
                <a:solidFill>
                  <a:schemeClr val="accent5">
                    <a:lumMod val="50000"/>
                  </a:schemeClr>
                </a:solidFill>
              </a:rPr>
            </a:br>
            <a:r>
              <a:rPr lang="en" altLang="zh-TW" b="1" dirty="0">
                <a:solidFill>
                  <a:schemeClr val="accent5">
                    <a:lumMod val="50000"/>
                  </a:schemeClr>
                </a:solidFill>
              </a:rPr>
              <a:t>Key points</a:t>
            </a:r>
            <a:endParaRPr b="1" dirty="0">
              <a:solidFill>
                <a:schemeClr val="accent5">
                  <a:lumMod val="50000"/>
                </a:schemeClr>
              </a:solidFill>
            </a:endParaRPr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3" name="Google Shape;645;p22">
            <a:extLst>
              <a:ext uri="{FF2B5EF4-FFF2-40B4-BE49-F238E27FC236}">
                <a16:creationId xmlns:a16="http://schemas.microsoft.com/office/drawing/2014/main" id="{8CC926DA-0196-1341-B042-96A4EFA57F15}"/>
              </a:ext>
            </a:extLst>
          </p:cNvPr>
          <p:cNvSpPr txBox="1">
            <a:spLocks/>
          </p:cNvSpPr>
          <p:nvPr/>
        </p:nvSpPr>
        <p:spPr>
          <a:xfrm rot="5400000">
            <a:off x="-1043451" y="1613707"/>
            <a:ext cx="3002424" cy="31570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SzPct val="318181"/>
              <a:buFont typeface="Arial" panose="020B0604020202020204" pitchFamily="34" charset="0"/>
              <a:buNone/>
            </a:pPr>
            <a:r>
              <a:rPr lang="en-US" sz="1200" spc="100" dirty="0">
                <a:solidFill>
                  <a:schemeClr val="bg1"/>
                </a:solidFill>
              </a:rPr>
              <a:t>Tittle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B4232ACE-5A29-324A-8AEA-5FA112733070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92522" y="5581955"/>
            <a:ext cx="380611" cy="380611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3284AA9E-9850-6C40-BB0A-D5B5F2D28B2F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15509" y="5583233"/>
            <a:ext cx="272047" cy="379333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8E49D4A0-2727-E84C-B07A-494744E0AFEB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42234" y="5583233"/>
            <a:ext cx="430422" cy="379333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0659F7D9-F1B5-5E45-8028-E6C0C0CF62AA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00616" y="5564074"/>
            <a:ext cx="298869" cy="398492"/>
          </a:xfrm>
          <a:prstGeom prst="rect">
            <a:avLst/>
          </a:prstGeom>
        </p:spPr>
      </p:pic>
      <p:pic>
        <p:nvPicPr>
          <p:cNvPr id="17" name="圖片 16">
            <a:extLst>
              <a:ext uri="{FF2B5EF4-FFF2-40B4-BE49-F238E27FC236}">
                <a16:creationId xmlns:a16="http://schemas.microsoft.com/office/drawing/2014/main" id="{0D1D8060-B648-A342-9DDA-2B5E9091B8C3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40675" y="5581955"/>
            <a:ext cx="380611" cy="380611"/>
          </a:xfrm>
          <a:prstGeom prst="rect">
            <a:avLst/>
          </a:prstGeom>
        </p:spPr>
      </p:pic>
      <p:pic>
        <p:nvPicPr>
          <p:cNvPr id="22" name="圖片 21">
            <a:extLst>
              <a:ext uri="{FF2B5EF4-FFF2-40B4-BE49-F238E27FC236}">
                <a16:creationId xmlns:a16="http://schemas.microsoft.com/office/drawing/2014/main" id="{D1A3182B-7C78-904B-8B17-58D718828D53}"/>
              </a:ext>
            </a:extLst>
          </p:cNvPr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84684" y="2743200"/>
            <a:ext cx="371253" cy="495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36324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rc 8">
            <a:extLst>
              <a:ext uri="{FF2B5EF4-FFF2-40B4-BE49-F238E27FC236}">
                <a16:creationId xmlns:a16="http://schemas.microsoft.com/office/drawing/2014/main" id="{238D4ACE-2B2F-6E40-8EEE-7F2223508397}"/>
              </a:ext>
            </a:extLst>
          </p:cNvPr>
          <p:cNvSpPr/>
          <p:nvPr/>
        </p:nvSpPr>
        <p:spPr>
          <a:xfrm>
            <a:off x="4113344" y="1199482"/>
            <a:ext cx="4530284" cy="4530284"/>
          </a:xfrm>
          <a:prstGeom prst="arc">
            <a:avLst>
              <a:gd name="adj1" fmla="val 6652432"/>
              <a:gd name="adj2" fmla="val 4178510"/>
            </a:avLst>
          </a:prstGeom>
          <a:ln w="19050">
            <a:solidFill>
              <a:schemeClr val="bg1">
                <a:lumMod val="85000"/>
              </a:schemeClr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9">
            <a:extLst>
              <a:ext uri="{FF2B5EF4-FFF2-40B4-BE49-F238E27FC236}">
                <a16:creationId xmlns:a16="http://schemas.microsoft.com/office/drawing/2014/main" id="{DC284A51-E16B-CD48-A4E9-67634FAB42DA}"/>
              </a:ext>
            </a:extLst>
          </p:cNvPr>
          <p:cNvSpPr/>
          <p:nvPr/>
        </p:nvSpPr>
        <p:spPr>
          <a:xfrm>
            <a:off x="4697152" y="1813768"/>
            <a:ext cx="3301713" cy="3301713"/>
          </a:xfrm>
          <a:prstGeom prst="ellipse">
            <a:avLst/>
          </a:prstGeom>
          <a:solidFill>
            <a:srgbClr val="E7FFD2"/>
          </a:solidFill>
          <a:ln>
            <a:noFill/>
          </a:ln>
          <a:effectLst>
            <a:innerShdw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Oval 12">
            <a:extLst>
              <a:ext uri="{FF2B5EF4-FFF2-40B4-BE49-F238E27FC236}">
                <a16:creationId xmlns:a16="http://schemas.microsoft.com/office/drawing/2014/main" id="{42FCD675-D60E-F044-B222-18697B038CCD}"/>
              </a:ext>
            </a:extLst>
          </p:cNvPr>
          <p:cNvSpPr/>
          <p:nvPr/>
        </p:nvSpPr>
        <p:spPr>
          <a:xfrm>
            <a:off x="4422154" y="1561993"/>
            <a:ext cx="700895" cy="700895"/>
          </a:xfrm>
          <a:prstGeom prst="ellipse">
            <a:avLst/>
          </a:prstGeom>
          <a:solidFill>
            <a:srgbClr val="3BBB8E"/>
          </a:solidFill>
          <a:ln w="101600">
            <a:solidFill>
              <a:schemeClr val="bg1"/>
            </a:solidFill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ID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9" name="Oval 13">
            <a:extLst>
              <a:ext uri="{FF2B5EF4-FFF2-40B4-BE49-F238E27FC236}">
                <a16:creationId xmlns:a16="http://schemas.microsoft.com/office/drawing/2014/main" id="{499BF5DA-2937-854B-B2F2-0C30C784019F}"/>
              </a:ext>
            </a:extLst>
          </p:cNvPr>
          <p:cNvSpPr/>
          <p:nvPr/>
        </p:nvSpPr>
        <p:spPr>
          <a:xfrm>
            <a:off x="4422154" y="4635174"/>
            <a:ext cx="700895" cy="700895"/>
          </a:xfrm>
          <a:prstGeom prst="ellipse">
            <a:avLst/>
          </a:prstGeom>
          <a:solidFill>
            <a:srgbClr val="009056"/>
          </a:solidFill>
          <a:ln w="101600">
            <a:solidFill>
              <a:schemeClr val="bg1"/>
            </a:solidFill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ID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0" name="Oval 14">
            <a:extLst>
              <a:ext uri="{FF2B5EF4-FFF2-40B4-BE49-F238E27FC236}">
                <a16:creationId xmlns:a16="http://schemas.microsoft.com/office/drawing/2014/main" id="{BAB8E59A-995E-CD4C-B26F-10F35989FEE7}"/>
              </a:ext>
            </a:extLst>
          </p:cNvPr>
          <p:cNvSpPr/>
          <p:nvPr/>
        </p:nvSpPr>
        <p:spPr>
          <a:xfrm>
            <a:off x="7605548" y="1561993"/>
            <a:ext cx="700895" cy="700895"/>
          </a:xfrm>
          <a:prstGeom prst="ellipse">
            <a:avLst/>
          </a:prstGeom>
          <a:solidFill>
            <a:srgbClr val="009056"/>
          </a:solidFill>
          <a:ln w="101600">
            <a:solidFill>
              <a:schemeClr val="bg1"/>
            </a:solidFill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ID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11" name="Oval 15">
            <a:extLst>
              <a:ext uri="{FF2B5EF4-FFF2-40B4-BE49-F238E27FC236}">
                <a16:creationId xmlns:a16="http://schemas.microsoft.com/office/drawing/2014/main" id="{0E79D23B-4767-094E-9F68-28BD9A88FF7D}"/>
              </a:ext>
            </a:extLst>
          </p:cNvPr>
          <p:cNvSpPr/>
          <p:nvPr/>
        </p:nvSpPr>
        <p:spPr>
          <a:xfrm>
            <a:off x="7605548" y="4635174"/>
            <a:ext cx="700895" cy="700895"/>
          </a:xfrm>
          <a:prstGeom prst="ellipse">
            <a:avLst/>
          </a:prstGeom>
          <a:solidFill>
            <a:srgbClr val="3BBB8E"/>
          </a:solidFill>
          <a:ln w="101600">
            <a:solidFill>
              <a:schemeClr val="bg1"/>
            </a:solidFill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ID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20" name="Google Shape;512;p14">
            <a:extLst>
              <a:ext uri="{FF2B5EF4-FFF2-40B4-BE49-F238E27FC236}">
                <a16:creationId xmlns:a16="http://schemas.microsoft.com/office/drawing/2014/main" id="{BD9DE885-11D8-6140-8DD3-960EB98D7EB7}"/>
              </a:ext>
            </a:extLst>
          </p:cNvPr>
          <p:cNvSpPr txBox="1">
            <a:spLocks noGrp="1"/>
          </p:cNvSpPr>
          <p:nvPr/>
        </p:nvSpPr>
        <p:spPr>
          <a:xfrm>
            <a:off x="1569057" y="1779188"/>
            <a:ext cx="2242409" cy="122183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>
            <a:lvl1pPr marL="228600" lvl="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 panose="020B0604020202020204" pitchFamily="34" charset="0"/>
              <a:buNone/>
              <a:defRPr sz="1400" b="0" i="0" kern="12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685800" lvl="1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en-US" sz="1200" dirty="0"/>
              <a:t>請在</a:t>
            </a:r>
            <a:r>
              <a:rPr lang="zh-CN" altLang="en-US" sz="1200" dirty="0"/>
              <a:t>這裡說明第二項內容</a:t>
            </a:r>
            <a:br>
              <a:rPr lang="en-US" sz="1200" dirty="0"/>
            </a:br>
            <a:r>
              <a:rPr lang="en-US" sz="1200" dirty="0"/>
              <a:t>contents contents.</a:t>
            </a:r>
            <a:endParaRPr sz="1200" dirty="0">
              <a:solidFill>
                <a:srgbClr val="000000"/>
              </a:solidFill>
            </a:endParaRPr>
          </a:p>
          <a:p>
            <a:pPr marL="0" lvl="0" indent="0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 sz="1200" dirty="0"/>
          </a:p>
        </p:txBody>
      </p:sp>
      <p:sp>
        <p:nvSpPr>
          <p:cNvPr id="21" name="圓角矩形 20">
            <a:extLst>
              <a:ext uri="{FF2B5EF4-FFF2-40B4-BE49-F238E27FC236}">
                <a16:creationId xmlns:a16="http://schemas.microsoft.com/office/drawing/2014/main" id="{6355A00B-0E56-904A-B479-BB4056D035DA}"/>
              </a:ext>
            </a:extLst>
          </p:cNvPr>
          <p:cNvSpPr/>
          <p:nvPr/>
        </p:nvSpPr>
        <p:spPr>
          <a:xfrm>
            <a:off x="1533751" y="1299412"/>
            <a:ext cx="2242409" cy="436336"/>
          </a:xfrm>
          <a:prstGeom prst="roundRect">
            <a:avLst>
              <a:gd name="adj" fmla="val 22190"/>
            </a:avLst>
          </a:prstGeom>
          <a:solidFill>
            <a:srgbClr val="E7FF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400" b="1" dirty="0">
                <a:solidFill>
                  <a:srgbClr val="00905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content</a:t>
            </a:r>
            <a:endParaRPr kumimoji="1" lang="zh-TW" altLang="en-US" sz="1400" b="1" dirty="0">
              <a:solidFill>
                <a:srgbClr val="00905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Google Shape;512;p14">
            <a:extLst>
              <a:ext uri="{FF2B5EF4-FFF2-40B4-BE49-F238E27FC236}">
                <a16:creationId xmlns:a16="http://schemas.microsoft.com/office/drawing/2014/main" id="{4D624A34-DCA9-EB41-BD3A-A683E3E3B8BF}"/>
              </a:ext>
            </a:extLst>
          </p:cNvPr>
          <p:cNvSpPr txBox="1">
            <a:spLocks noGrp="1"/>
          </p:cNvSpPr>
          <p:nvPr/>
        </p:nvSpPr>
        <p:spPr>
          <a:xfrm>
            <a:off x="9116269" y="1779188"/>
            <a:ext cx="2242409" cy="122183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>
            <a:lvl1pPr marL="228600" lvl="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 panose="020B0604020202020204" pitchFamily="34" charset="0"/>
              <a:buNone/>
              <a:defRPr sz="1400" b="0" i="0" kern="12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685800" lvl="1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en-US" sz="1200" dirty="0"/>
              <a:t>請在</a:t>
            </a:r>
            <a:r>
              <a:rPr lang="zh-CN" altLang="en-US" sz="1200" dirty="0"/>
              <a:t>這裡說明第三項內容</a:t>
            </a:r>
            <a:br>
              <a:rPr lang="en-US" sz="1200" dirty="0"/>
            </a:br>
            <a:r>
              <a:rPr lang="en-US" sz="1200" dirty="0"/>
              <a:t>contents contents.</a:t>
            </a:r>
            <a:endParaRPr sz="1200" dirty="0">
              <a:solidFill>
                <a:srgbClr val="000000"/>
              </a:solidFill>
            </a:endParaRPr>
          </a:p>
          <a:p>
            <a:pPr marL="0" lvl="0" indent="0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 sz="1200" dirty="0"/>
          </a:p>
        </p:txBody>
      </p:sp>
      <p:sp>
        <p:nvSpPr>
          <p:cNvPr id="29" name="圓角矩形 28">
            <a:extLst>
              <a:ext uri="{FF2B5EF4-FFF2-40B4-BE49-F238E27FC236}">
                <a16:creationId xmlns:a16="http://schemas.microsoft.com/office/drawing/2014/main" id="{1114943E-CB4A-1B41-BFDE-37480915BED8}"/>
              </a:ext>
            </a:extLst>
          </p:cNvPr>
          <p:cNvSpPr/>
          <p:nvPr/>
        </p:nvSpPr>
        <p:spPr>
          <a:xfrm>
            <a:off x="9080963" y="1299412"/>
            <a:ext cx="2242409" cy="436336"/>
          </a:xfrm>
          <a:prstGeom prst="roundRect">
            <a:avLst>
              <a:gd name="adj" fmla="val 22190"/>
            </a:avLst>
          </a:prstGeom>
          <a:solidFill>
            <a:srgbClr val="E7FF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400" b="1" dirty="0">
                <a:solidFill>
                  <a:srgbClr val="00905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content</a:t>
            </a:r>
            <a:endParaRPr kumimoji="1" lang="zh-TW" altLang="en-US" sz="1400" b="1" dirty="0">
              <a:solidFill>
                <a:srgbClr val="00905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Google Shape;512;p14">
            <a:extLst>
              <a:ext uri="{FF2B5EF4-FFF2-40B4-BE49-F238E27FC236}">
                <a16:creationId xmlns:a16="http://schemas.microsoft.com/office/drawing/2014/main" id="{87D5FC66-DD4D-934A-AA9E-69A9D5C5F259}"/>
              </a:ext>
            </a:extLst>
          </p:cNvPr>
          <p:cNvSpPr txBox="1">
            <a:spLocks noGrp="1"/>
          </p:cNvSpPr>
          <p:nvPr/>
        </p:nvSpPr>
        <p:spPr>
          <a:xfrm>
            <a:off x="1569057" y="4587392"/>
            <a:ext cx="2242409" cy="122183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>
            <a:lvl1pPr marL="228600" lvl="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 panose="020B0604020202020204" pitchFamily="34" charset="0"/>
              <a:buNone/>
              <a:defRPr sz="1400" b="0" i="0" kern="12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685800" lvl="1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en-US" sz="1200" dirty="0"/>
              <a:t>請在</a:t>
            </a:r>
            <a:r>
              <a:rPr lang="zh-CN" altLang="en-US" sz="1200" dirty="0"/>
              <a:t>這裡說明第一項內容</a:t>
            </a:r>
            <a:br>
              <a:rPr lang="en-US" sz="1200" dirty="0"/>
            </a:br>
            <a:r>
              <a:rPr lang="en-US" sz="1200" dirty="0"/>
              <a:t>contents contents.</a:t>
            </a:r>
            <a:endParaRPr sz="1200" dirty="0">
              <a:solidFill>
                <a:srgbClr val="000000"/>
              </a:solidFill>
            </a:endParaRPr>
          </a:p>
          <a:p>
            <a:pPr marL="0" lvl="0" indent="0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 sz="1200" dirty="0"/>
          </a:p>
        </p:txBody>
      </p:sp>
      <p:sp>
        <p:nvSpPr>
          <p:cNvPr id="32" name="圓角矩形 31">
            <a:extLst>
              <a:ext uri="{FF2B5EF4-FFF2-40B4-BE49-F238E27FC236}">
                <a16:creationId xmlns:a16="http://schemas.microsoft.com/office/drawing/2014/main" id="{BF1AC1B4-AB16-004E-A758-6C0C8A930450}"/>
              </a:ext>
            </a:extLst>
          </p:cNvPr>
          <p:cNvSpPr/>
          <p:nvPr/>
        </p:nvSpPr>
        <p:spPr>
          <a:xfrm>
            <a:off x="1533751" y="4107616"/>
            <a:ext cx="2242409" cy="436336"/>
          </a:xfrm>
          <a:prstGeom prst="roundRect">
            <a:avLst>
              <a:gd name="adj" fmla="val 22190"/>
            </a:avLst>
          </a:prstGeom>
          <a:solidFill>
            <a:srgbClr val="E7FF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400" b="1" dirty="0">
                <a:solidFill>
                  <a:srgbClr val="00905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content</a:t>
            </a:r>
            <a:endParaRPr kumimoji="1" lang="zh-TW" altLang="en-US" sz="1400" b="1" dirty="0">
              <a:solidFill>
                <a:srgbClr val="00905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Google Shape;512;p14">
            <a:extLst>
              <a:ext uri="{FF2B5EF4-FFF2-40B4-BE49-F238E27FC236}">
                <a16:creationId xmlns:a16="http://schemas.microsoft.com/office/drawing/2014/main" id="{5706B96A-90F6-2240-AD3A-25C22754913D}"/>
              </a:ext>
            </a:extLst>
          </p:cNvPr>
          <p:cNvSpPr txBox="1">
            <a:spLocks noGrp="1"/>
          </p:cNvSpPr>
          <p:nvPr/>
        </p:nvSpPr>
        <p:spPr>
          <a:xfrm>
            <a:off x="9116269" y="4587392"/>
            <a:ext cx="2242409" cy="122183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>
            <a:lvl1pPr marL="228600" lvl="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 panose="020B0604020202020204" pitchFamily="34" charset="0"/>
              <a:buNone/>
              <a:defRPr sz="1400" b="0" i="0" kern="12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685800" lvl="1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en-US" sz="1200" dirty="0"/>
              <a:t>請在</a:t>
            </a:r>
            <a:r>
              <a:rPr lang="zh-CN" altLang="en-US" sz="1200" dirty="0"/>
              <a:t>這裡說明第四項內容</a:t>
            </a:r>
            <a:br>
              <a:rPr lang="en-US" sz="1200" dirty="0"/>
            </a:br>
            <a:r>
              <a:rPr lang="en-US" sz="1200" dirty="0"/>
              <a:t>contents contents.</a:t>
            </a:r>
            <a:endParaRPr sz="1200" dirty="0">
              <a:solidFill>
                <a:srgbClr val="000000"/>
              </a:solidFill>
            </a:endParaRPr>
          </a:p>
          <a:p>
            <a:pPr marL="0" lvl="0" indent="0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 sz="1200" dirty="0"/>
          </a:p>
        </p:txBody>
      </p:sp>
      <p:sp>
        <p:nvSpPr>
          <p:cNvPr id="34" name="圓角矩形 33">
            <a:extLst>
              <a:ext uri="{FF2B5EF4-FFF2-40B4-BE49-F238E27FC236}">
                <a16:creationId xmlns:a16="http://schemas.microsoft.com/office/drawing/2014/main" id="{4E83843C-1EC3-7F4A-AAFA-7C0FA3A3270E}"/>
              </a:ext>
            </a:extLst>
          </p:cNvPr>
          <p:cNvSpPr/>
          <p:nvPr/>
        </p:nvSpPr>
        <p:spPr>
          <a:xfrm>
            <a:off x="9080963" y="4107616"/>
            <a:ext cx="2242409" cy="436336"/>
          </a:xfrm>
          <a:prstGeom prst="roundRect">
            <a:avLst>
              <a:gd name="adj" fmla="val 22190"/>
            </a:avLst>
          </a:prstGeom>
          <a:solidFill>
            <a:srgbClr val="E7FF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400" b="1" dirty="0">
                <a:solidFill>
                  <a:srgbClr val="00905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content</a:t>
            </a:r>
            <a:endParaRPr kumimoji="1" lang="zh-TW" altLang="en-US" sz="1400" b="1" dirty="0">
              <a:solidFill>
                <a:srgbClr val="00905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Google Shape;645;p22">
            <a:extLst>
              <a:ext uri="{FF2B5EF4-FFF2-40B4-BE49-F238E27FC236}">
                <a16:creationId xmlns:a16="http://schemas.microsoft.com/office/drawing/2014/main" id="{51675ADA-D210-F545-AF20-D4A8060C07E4}"/>
              </a:ext>
            </a:extLst>
          </p:cNvPr>
          <p:cNvSpPr txBox="1">
            <a:spLocks/>
          </p:cNvSpPr>
          <p:nvPr/>
        </p:nvSpPr>
        <p:spPr>
          <a:xfrm rot="5400000">
            <a:off x="-1043451" y="1613707"/>
            <a:ext cx="3002424" cy="31570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SzPct val="318181"/>
              <a:buFont typeface="Arial" panose="020B0604020202020204" pitchFamily="34" charset="0"/>
              <a:buNone/>
            </a:pPr>
            <a:r>
              <a:rPr lang="en-US" sz="1200" spc="100" dirty="0">
                <a:solidFill>
                  <a:schemeClr val="bg1"/>
                </a:solidFill>
              </a:rPr>
              <a:t>Tittle</a:t>
            </a:r>
          </a:p>
        </p:txBody>
      </p:sp>
      <p:pic>
        <p:nvPicPr>
          <p:cNvPr id="18" name="圖片 17">
            <a:extLst>
              <a:ext uri="{FF2B5EF4-FFF2-40B4-BE49-F238E27FC236}">
                <a16:creationId xmlns:a16="http://schemas.microsoft.com/office/drawing/2014/main" id="{550E04AA-5845-994A-8CAE-954CAB888BAF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29563" y="2029888"/>
            <a:ext cx="2869471" cy="2869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26605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rc 8">
            <a:extLst>
              <a:ext uri="{FF2B5EF4-FFF2-40B4-BE49-F238E27FC236}">
                <a16:creationId xmlns:a16="http://schemas.microsoft.com/office/drawing/2014/main" id="{238D4ACE-2B2F-6E40-8EEE-7F2223508397}"/>
              </a:ext>
            </a:extLst>
          </p:cNvPr>
          <p:cNvSpPr/>
          <p:nvPr/>
        </p:nvSpPr>
        <p:spPr>
          <a:xfrm>
            <a:off x="4113344" y="1199482"/>
            <a:ext cx="4530284" cy="4530284"/>
          </a:xfrm>
          <a:prstGeom prst="arc">
            <a:avLst>
              <a:gd name="adj1" fmla="val 6652432"/>
              <a:gd name="adj2" fmla="val 4178510"/>
            </a:avLst>
          </a:prstGeom>
          <a:ln w="19050">
            <a:solidFill>
              <a:schemeClr val="bg1">
                <a:lumMod val="85000"/>
              </a:schemeClr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9">
            <a:extLst>
              <a:ext uri="{FF2B5EF4-FFF2-40B4-BE49-F238E27FC236}">
                <a16:creationId xmlns:a16="http://schemas.microsoft.com/office/drawing/2014/main" id="{DC284A51-E16B-CD48-A4E9-67634FAB42DA}"/>
              </a:ext>
            </a:extLst>
          </p:cNvPr>
          <p:cNvSpPr/>
          <p:nvPr/>
        </p:nvSpPr>
        <p:spPr>
          <a:xfrm>
            <a:off x="4697152" y="1813768"/>
            <a:ext cx="3301713" cy="3301713"/>
          </a:xfrm>
          <a:prstGeom prst="ellipse">
            <a:avLst/>
          </a:prstGeom>
          <a:solidFill>
            <a:srgbClr val="E7FFD2"/>
          </a:solidFill>
          <a:ln>
            <a:noFill/>
          </a:ln>
          <a:effectLst>
            <a:innerShdw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Oval 12">
            <a:extLst>
              <a:ext uri="{FF2B5EF4-FFF2-40B4-BE49-F238E27FC236}">
                <a16:creationId xmlns:a16="http://schemas.microsoft.com/office/drawing/2014/main" id="{42FCD675-D60E-F044-B222-18697B038CCD}"/>
              </a:ext>
            </a:extLst>
          </p:cNvPr>
          <p:cNvSpPr/>
          <p:nvPr/>
        </p:nvSpPr>
        <p:spPr>
          <a:xfrm>
            <a:off x="4422154" y="1561993"/>
            <a:ext cx="700895" cy="700895"/>
          </a:xfrm>
          <a:prstGeom prst="ellipse">
            <a:avLst/>
          </a:prstGeom>
          <a:solidFill>
            <a:srgbClr val="3BBB8E"/>
          </a:solidFill>
          <a:ln w="101600">
            <a:solidFill>
              <a:schemeClr val="bg1"/>
            </a:solidFill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ID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9" name="Oval 13">
            <a:extLst>
              <a:ext uri="{FF2B5EF4-FFF2-40B4-BE49-F238E27FC236}">
                <a16:creationId xmlns:a16="http://schemas.microsoft.com/office/drawing/2014/main" id="{499BF5DA-2937-854B-B2F2-0C30C784019F}"/>
              </a:ext>
            </a:extLst>
          </p:cNvPr>
          <p:cNvSpPr/>
          <p:nvPr/>
        </p:nvSpPr>
        <p:spPr>
          <a:xfrm>
            <a:off x="4422154" y="4635174"/>
            <a:ext cx="700895" cy="700895"/>
          </a:xfrm>
          <a:prstGeom prst="ellipse">
            <a:avLst/>
          </a:prstGeom>
          <a:solidFill>
            <a:srgbClr val="009056"/>
          </a:solidFill>
          <a:ln w="101600">
            <a:solidFill>
              <a:schemeClr val="bg1"/>
            </a:solidFill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ID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0" name="Oval 14">
            <a:extLst>
              <a:ext uri="{FF2B5EF4-FFF2-40B4-BE49-F238E27FC236}">
                <a16:creationId xmlns:a16="http://schemas.microsoft.com/office/drawing/2014/main" id="{BAB8E59A-995E-CD4C-B26F-10F35989FEE7}"/>
              </a:ext>
            </a:extLst>
          </p:cNvPr>
          <p:cNvSpPr/>
          <p:nvPr/>
        </p:nvSpPr>
        <p:spPr>
          <a:xfrm>
            <a:off x="7605548" y="1561993"/>
            <a:ext cx="700895" cy="700895"/>
          </a:xfrm>
          <a:prstGeom prst="ellipse">
            <a:avLst/>
          </a:prstGeom>
          <a:solidFill>
            <a:srgbClr val="009056"/>
          </a:solidFill>
          <a:ln w="101600">
            <a:solidFill>
              <a:schemeClr val="bg1"/>
            </a:solidFill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ID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11" name="Oval 15">
            <a:extLst>
              <a:ext uri="{FF2B5EF4-FFF2-40B4-BE49-F238E27FC236}">
                <a16:creationId xmlns:a16="http://schemas.microsoft.com/office/drawing/2014/main" id="{0E79D23B-4767-094E-9F68-28BD9A88FF7D}"/>
              </a:ext>
            </a:extLst>
          </p:cNvPr>
          <p:cNvSpPr/>
          <p:nvPr/>
        </p:nvSpPr>
        <p:spPr>
          <a:xfrm>
            <a:off x="7605548" y="4635174"/>
            <a:ext cx="700895" cy="700895"/>
          </a:xfrm>
          <a:prstGeom prst="ellipse">
            <a:avLst/>
          </a:prstGeom>
          <a:solidFill>
            <a:srgbClr val="3BBB8E"/>
          </a:solidFill>
          <a:ln w="101600">
            <a:solidFill>
              <a:schemeClr val="bg1"/>
            </a:solidFill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ID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20" name="Google Shape;512;p14">
            <a:extLst>
              <a:ext uri="{FF2B5EF4-FFF2-40B4-BE49-F238E27FC236}">
                <a16:creationId xmlns:a16="http://schemas.microsoft.com/office/drawing/2014/main" id="{BD9DE885-11D8-6140-8DD3-960EB98D7EB7}"/>
              </a:ext>
            </a:extLst>
          </p:cNvPr>
          <p:cNvSpPr txBox="1">
            <a:spLocks noGrp="1"/>
          </p:cNvSpPr>
          <p:nvPr/>
        </p:nvSpPr>
        <p:spPr>
          <a:xfrm>
            <a:off x="1569057" y="1779188"/>
            <a:ext cx="2242409" cy="122183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>
            <a:lvl1pPr marL="228600" lvl="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 panose="020B0604020202020204" pitchFamily="34" charset="0"/>
              <a:buNone/>
              <a:defRPr sz="1400" b="0" i="0" kern="12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685800" lvl="1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en-US" sz="1200" dirty="0"/>
              <a:t>請在</a:t>
            </a:r>
            <a:r>
              <a:rPr lang="zh-CN" altLang="en-US" sz="1200" dirty="0"/>
              <a:t>這裡說明第二項內容</a:t>
            </a:r>
            <a:br>
              <a:rPr lang="en-US" sz="1200" dirty="0"/>
            </a:br>
            <a:r>
              <a:rPr lang="en-US" sz="1200" dirty="0"/>
              <a:t>contents contents.</a:t>
            </a:r>
            <a:endParaRPr sz="1200" dirty="0">
              <a:solidFill>
                <a:srgbClr val="000000"/>
              </a:solidFill>
            </a:endParaRPr>
          </a:p>
          <a:p>
            <a:pPr marL="0" lvl="0" indent="0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 sz="1200" dirty="0"/>
          </a:p>
        </p:txBody>
      </p:sp>
      <p:sp>
        <p:nvSpPr>
          <p:cNvPr id="21" name="圓角矩形 20">
            <a:extLst>
              <a:ext uri="{FF2B5EF4-FFF2-40B4-BE49-F238E27FC236}">
                <a16:creationId xmlns:a16="http://schemas.microsoft.com/office/drawing/2014/main" id="{6355A00B-0E56-904A-B479-BB4056D035DA}"/>
              </a:ext>
            </a:extLst>
          </p:cNvPr>
          <p:cNvSpPr/>
          <p:nvPr/>
        </p:nvSpPr>
        <p:spPr>
          <a:xfrm>
            <a:off x="1533751" y="1299412"/>
            <a:ext cx="2242409" cy="436336"/>
          </a:xfrm>
          <a:prstGeom prst="roundRect">
            <a:avLst>
              <a:gd name="adj" fmla="val 22190"/>
            </a:avLst>
          </a:prstGeom>
          <a:solidFill>
            <a:srgbClr val="E7FF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400" b="1" dirty="0">
                <a:solidFill>
                  <a:srgbClr val="00905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content</a:t>
            </a:r>
            <a:endParaRPr kumimoji="1" lang="zh-TW" altLang="en-US" sz="1400" b="1" dirty="0">
              <a:solidFill>
                <a:srgbClr val="00905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Google Shape;512;p14">
            <a:extLst>
              <a:ext uri="{FF2B5EF4-FFF2-40B4-BE49-F238E27FC236}">
                <a16:creationId xmlns:a16="http://schemas.microsoft.com/office/drawing/2014/main" id="{4D624A34-DCA9-EB41-BD3A-A683E3E3B8BF}"/>
              </a:ext>
            </a:extLst>
          </p:cNvPr>
          <p:cNvSpPr txBox="1">
            <a:spLocks noGrp="1"/>
          </p:cNvSpPr>
          <p:nvPr/>
        </p:nvSpPr>
        <p:spPr>
          <a:xfrm>
            <a:off x="9116269" y="1779188"/>
            <a:ext cx="2242409" cy="122183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>
            <a:lvl1pPr marL="228600" lvl="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 panose="020B0604020202020204" pitchFamily="34" charset="0"/>
              <a:buNone/>
              <a:defRPr sz="1400" b="0" i="0" kern="12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685800" lvl="1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en-US" sz="1200" dirty="0"/>
              <a:t>請在</a:t>
            </a:r>
            <a:r>
              <a:rPr lang="zh-CN" altLang="en-US" sz="1200" dirty="0"/>
              <a:t>這裡說明第三項內容</a:t>
            </a:r>
            <a:br>
              <a:rPr lang="en-US" sz="1200" dirty="0"/>
            </a:br>
            <a:r>
              <a:rPr lang="en-US" sz="1200" dirty="0"/>
              <a:t>contents contents.</a:t>
            </a:r>
            <a:endParaRPr sz="1200" dirty="0">
              <a:solidFill>
                <a:srgbClr val="000000"/>
              </a:solidFill>
            </a:endParaRPr>
          </a:p>
          <a:p>
            <a:pPr marL="0" lvl="0" indent="0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 sz="1200" dirty="0"/>
          </a:p>
        </p:txBody>
      </p:sp>
      <p:sp>
        <p:nvSpPr>
          <p:cNvPr id="29" name="圓角矩形 28">
            <a:extLst>
              <a:ext uri="{FF2B5EF4-FFF2-40B4-BE49-F238E27FC236}">
                <a16:creationId xmlns:a16="http://schemas.microsoft.com/office/drawing/2014/main" id="{1114943E-CB4A-1B41-BFDE-37480915BED8}"/>
              </a:ext>
            </a:extLst>
          </p:cNvPr>
          <p:cNvSpPr/>
          <p:nvPr/>
        </p:nvSpPr>
        <p:spPr>
          <a:xfrm>
            <a:off x="9080963" y="1299412"/>
            <a:ext cx="2242409" cy="436336"/>
          </a:xfrm>
          <a:prstGeom prst="roundRect">
            <a:avLst>
              <a:gd name="adj" fmla="val 22190"/>
            </a:avLst>
          </a:prstGeom>
          <a:solidFill>
            <a:srgbClr val="E7FF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400" b="1" dirty="0">
                <a:solidFill>
                  <a:srgbClr val="00905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content</a:t>
            </a:r>
            <a:endParaRPr kumimoji="1" lang="zh-TW" altLang="en-US" sz="1400" b="1" dirty="0">
              <a:solidFill>
                <a:srgbClr val="00905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Google Shape;512;p14">
            <a:extLst>
              <a:ext uri="{FF2B5EF4-FFF2-40B4-BE49-F238E27FC236}">
                <a16:creationId xmlns:a16="http://schemas.microsoft.com/office/drawing/2014/main" id="{87D5FC66-DD4D-934A-AA9E-69A9D5C5F259}"/>
              </a:ext>
            </a:extLst>
          </p:cNvPr>
          <p:cNvSpPr txBox="1">
            <a:spLocks noGrp="1"/>
          </p:cNvSpPr>
          <p:nvPr/>
        </p:nvSpPr>
        <p:spPr>
          <a:xfrm>
            <a:off x="1569057" y="4587392"/>
            <a:ext cx="2242409" cy="122183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>
            <a:lvl1pPr marL="228600" lvl="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 panose="020B0604020202020204" pitchFamily="34" charset="0"/>
              <a:buNone/>
              <a:defRPr sz="1400" b="0" i="0" kern="12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685800" lvl="1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en-US" sz="1200" dirty="0"/>
              <a:t>請在</a:t>
            </a:r>
            <a:r>
              <a:rPr lang="zh-CN" altLang="en-US" sz="1200" dirty="0"/>
              <a:t>這裡說明第一項內容</a:t>
            </a:r>
            <a:br>
              <a:rPr lang="en-US" sz="1200" dirty="0"/>
            </a:br>
            <a:r>
              <a:rPr lang="en-US" sz="1200" dirty="0"/>
              <a:t>contents contents.</a:t>
            </a:r>
            <a:endParaRPr sz="1200" dirty="0">
              <a:solidFill>
                <a:srgbClr val="000000"/>
              </a:solidFill>
            </a:endParaRPr>
          </a:p>
          <a:p>
            <a:pPr marL="0" lvl="0" indent="0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 sz="1200" dirty="0"/>
          </a:p>
        </p:txBody>
      </p:sp>
      <p:sp>
        <p:nvSpPr>
          <p:cNvPr id="32" name="圓角矩形 31">
            <a:extLst>
              <a:ext uri="{FF2B5EF4-FFF2-40B4-BE49-F238E27FC236}">
                <a16:creationId xmlns:a16="http://schemas.microsoft.com/office/drawing/2014/main" id="{BF1AC1B4-AB16-004E-A758-6C0C8A930450}"/>
              </a:ext>
            </a:extLst>
          </p:cNvPr>
          <p:cNvSpPr/>
          <p:nvPr/>
        </p:nvSpPr>
        <p:spPr>
          <a:xfrm>
            <a:off x="1533751" y="4107616"/>
            <a:ext cx="2242409" cy="436336"/>
          </a:xfrm>
          <a:prstGeom prst="roundRect">
            <a:avLst>
              <a:gd name="adj" fmla="val 22190"/>
            </a:avLst>
          </a:prstGeom>
          <a:solidFill>
            <a:srgbClr val="E7FF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400" b="1" dirty="0">
                <a:solidFill>
                  <a:srgbClr val="00905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content</a:t>
            </a:r>
            <a:endParaRPr kumimoji="1" lang="zh-TW" altLang="en-US" sz="1400" b="1" dirty="0">
              <a:solidFill>
                <a:srgbClr val="00905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Google Shape;512;p14">
            <a:extLst>
              <a:ext uri="{FF2B5EF4-FFF2-40B4-BE49-F238E27FC236}">
                <a16:creationId xmlns:a16="http://schemas.microsoft.com/office/drawing/2014/main" id="{5706B96A-90F6-2240-AD3A-25C22754913D}"/>
              </a:ext>
            </a:extLst>
          </p:cNvPr>
          <p:cNvSpPr txBox="1">
            <a:spLocks noGrp="1"/>
          </p:cNvSpPr>
          <p:nvPr/>
        </p:nvSpPr>
        <p:spPr>
          <a:xfrm>
            <a:off x="9116269" y="4587392"/>
            <a:ext cx="2242409" cy="122183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>
            <a:lvl1pPr marL="228600" lvl="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 panose="020B0604020202020204" pitchFamily="34" charset="0"/>
              <a:buNone/>
              <a:defRPr sz="1400" b="0" i="0" kern="12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685800" lvl="1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en-US" sz="1200" dirty="0"/>
              <a:t>請在</a:t>
            </a:r>
            <a:r>
              <a:rPr lang="zh-CN" altLang="en-US" sz="1200" dirty="0"/>
              <a:t>這裡說明第四項內容</a:t>
            </a:r>
            <a:br>
              <a:rPr lang="en-US" sz="1200" dirty="0"/>
            </a:br>
            <a:r>
              <a:rPr lang="en-US" sz="1200" dirty="0"/>
              <a:t>contents contents.</a:t>
            </a:r>
            <a:endParaRPr sz="1200" dirty="0">
              <a:solidFill>
                <a:srgbClr val="000000"/>
              </a:solidFill>
            </a:endParaRPr>
          </a:p>
          <a:p>
            <a:pPr marL="0" lvl="0" indent="0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 sz="1200" dirty="0"/>
          </a:p>
        </p:txBody>
      </p:sp>
      <p:sp>
        <p:nvSpPr>
          <p:cNvPr id="34" name="圓角矩形 33">
            <a:extLst>
              <a:ext uri="{FF2B5EF4-FFF2-40B4-BE49-F238E27FC236}">
                <a16:creationId xmlns:a16="http://schemas.microsoft.com/office/drawing/2014/main" id="{4E83843C-1EC3-7F4A-AAFA-7C0FA3A3270E}"/>
              </a:ext>
            </a:extLst>
          </p:cNvPr>
          <p:cNvSpPr/>
          <p:nvPr/>
        </p:nvSpPr>
        <p:spPr>
          <a:xfrm>
            <a:off x="9080963" y="4107616"/>
            <a:ext cx="2242409" cy="436336"/>
          </a:xfrm>
          <a:prstGeom prst="roundRect">
            <a:avLst>
              <a:gd name="adj" fmla="val 22190"/>
            </a:avLst>
          </a:prstGeom>
          <a:solidFill>
            <a:srgbClr val="E7FF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400" b="1" dirty="0">
                <a:solidFill>
                  <a:srgbClr val="00905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content</a:t>
            </a:r>
            <a:endParaRPr kumimoji="1" lang="zh-TW" altLang="en-US" sz="1400" b="1" dirty="0">
              <a:solidFill>
                <a:srgbClr val="00905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Google Shape;645;p22">
            <a:extLst>
              <a:ext uri="{FF2B5EF4-FFF2-40B4-BE49-F238E27FC236}">
                <a16:creationId xmlns:a16="http://schemas.microsoft.com/office/drawing/2014/main" id="{51675ADA-D210-F545-AF20-D4A8060C07E4}"/>
              </a:ext>
            </a:extLst>
          </p:cNvPr>
          <p:cNvSpPr txBox="1">
            <a:spLocks/>
          </p:cNvSpPr>
          <p:nvPr/>
        </p:nvSpPr>
        <p:spPr>
          <a:xfrm rot="5400000">
            <a:off x="-1043451" y="1613707"/>
            <a:ext cx="3002424" cy="31570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SzPct val="318181"/>
              <a:buFont typeface="Arial" panose="020B0604020202020204" pitchFamily="34" charset="0"/>
              <a:buNone/>
            </a:pPr>
            <a:r>
              <a:rPr lang="en-US" sz="1200" spc="100" dirty="0">
                <a:solidFill>
                  <a:schemeClr val="bg1"/>
                </a:solidFill>
              </a:rPr>
              <a:t>Tittle</a:t>
            </a:r>
          </a:p>
        </p:txBody>
      </p:sp>
      <p:pic>
        <p:nvPicPr>
          <p:cNvPr id="22" name="圖片 21">
            <a:extLst>
              <a:ext uri="{FF2B5EF4-FFF2-40B4-BE49-F238E27FC236}">
                <a16:creationId xmlns:a16="http://schemas.microsoft.com/office/drawing/2014/main" id="{DFF70968-4290-F243-9558-851A9E42BEB8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82360" y="2002365"/>
            <a:ext cx="2947096" cy="2947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07657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rc 8">
            <a:extLst>
              <a:ext uri="{FF2B5EF4-FFF2-40B4-BE49-F238E27FC236}">
                <a16:creationId xmlns:a16="http://schemas.microsoft.com/office/drawing/2014/main" id="{238D4ACE-2B2F-6E40-8EEE-7F2223508397}"/>
              </a:ext>
            </a:extLst>
          </p:cNvPr>
          <p:cNvSpPr/>
          <p:nvPr/>
        </p:nvSpPr>
        <p:spPr>
          <a:xfrm>
            <a:off x="4113344" y="1199482"/>
            <a:ext cx="4530284" cy="4530284"/>
          </a:xfrm>
          <a:prstGeom prst="arc">
            <a:avLst>
              <a:gd name="adj1" fmla="val 6652432"/>
              <a:gd name="adj2" fmla="val 4178510"/>
            </a:avLst>
          </a:prstGeom>
          <a:ln w="19050">
            <a:solidFill>
              <a:schemeClr val="bg1">
                <a:lumMod val="85000"/>
              </a:schemeClr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9">
            <a:extLst>
              <a:ext uri="{FF2B5EF4-FFF2-40B4-BE49-F238E27FC236}">
                <a16:creationId xmlns:a16="http://schemas.microsoft.com/office/drawing/2014/main" id="{DC284A51-E16B-CD48-A4E9-67634FAB42DA}"/>
              </a:ext>
            </a:extLst>
          </p:cNvPr>
          <p:cNvSpPr/>
          <p:nvPr/>
        </p:nvSpPr>
        <p:spPr>
          <a:xfrm>
            <a:off x="4697152" y="1813768"/>
            <a:ext cx="3301713" cy="3301713"/>
          </a:xfrm>
          <a:prstGeom prst="ellipse">
            <a:avLst/>
          </a:prstGeom>
          <a:solidFill>
            <a:srgbClr val="F5F3F5"/>
          </a:solidFill>
          <a:ln>
            <a:noFill/>
          </a:ln>
          <a:effectLst>
            <a:innerShdw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Oval 12">
            <a:extLst>
              <a:ext uri="{FF2B5EF4-FFF2-40B4-BE49-F238E27FC236}">
                <a16:creationId xmlns:a16="http://schemas.microsoft.com/office/drawing/2014/main" id="{42FCD675-D60E-F044-B222-18697B038CCD}"/>
              </a:ext>
            </a:extLst>
          </p:cNvPr>
          <p:cNvSpPr/>
          <p:nvPr/>
        </p:nvSpPr>
        <p:spPr>
          <a:xfrm>
            <a:off x="4422154" y="1561993"/>
            <a:ext cx="700895" cy="700895"/>
          </a:xfrm>
          <a:prstGeom prst="ellipse">
            <a:avLst/>
          </a:prstGeom>
          <a:solidFill>
            <a:srgbClr val="3BBB8E"/>
          </a:solidFill>
          <a:ln w="101600">
            <a:solidFill>
              <a:schemeClr val="bg1"/>
            </a:solidFill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ID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9" name="Oval 13">
            <a:extLst>
              <a:ext uri="{FF2B5EF4-FFF2-40B4-BE49-F238E27FC236}">
                <a16:creationId xmlns:a16="http://schemas.microsoft.com/office/drawing/2014/main" id="{499BF5DA-2937-854B-B2F2-0C30C784019F}"/>
              </a:ext>
            </a:extLst>
          </p:cNvPr>
          <p:cNvSpPr/>
          <p:nvPr/>
        </p:nvSpPr>
        <p:spPr>
          <a:xfrm>
            <a:off x="4422154" y="4635174"/>
            <a:ext cx="700895" cy="700895"/>
          </a:xfrm>
          <a:prstGeom prst="ellipse">
            <a:avLst/>
          </a:prstGeom>
          <a:solidFill>
            <a:srgbClr val="009056"/>
          </a:solidFill>
          <a:ln w="101600">
            <a:solidFill>
              <a:schemeClr val="bg1"/>
            </a:solidFill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ID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0" name="Oval 14">
            <a:extLst>
              <a:ext uri="{FF2B5EF4-FFF2-40B4-BE49-F238E27FC236}">
                <a16:creationId xmlns:a16="http://schemas.microsoft.com/office/drawing/2014/main" id="{BAB8E59A-995E-CD4C-B26F-10F35989FEE7}"/>
              </a:ext>
            </a:extLst>
          </p:cNvPr>
          <p:cNvSpPr/>
          <p:nvPr/>
        </p:nvSpPr>
        <p:spPr>
          <a:xfrm>
            <a:off x="7605548" y="1561993"/>
            <a:ext cx="700895" cy="700895"/>
          </a:xfrm>
          <a:prstGeom prst="ellipse">
            <a:avLst/>
          </a:prstGeom>
          <a:solidFill>
            <a:srgbClr val="009056"/>
          </a:solidFill>
          <a:ln w="101600">
            <a:solidFill>
              <a:schemeClr val="bg1"/>
            </a:solidFill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ID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11" name="Oval 15">
            <a:extLst>
              <a:ext uri="{FF2B5EF4-FFF2-40B4-BE49-F238E27FC236}">
                <a16:creationId xmlns:a16="http://schemas.microsoft.com/office/drawing/2014/main" id="{0E79D23B-4767-094E-9F68-28BD9A88FF7D}"/>
              </a:ext>
            </a:extLst>
          </p:cNvPr>
          <p:cNvSpPr/>
          <p:nvPr/>
        </p:nvSpPr>
        <p:spPr>
          <a:xfrm>
            <a:off x="7605548" y="4635174"/>
            <a:ext cx="700895" cy="700895"/>
          </a:xfrm>
          <a:prstGeom prst="ellipse">
            <a:avLst/>
          </a:prstGeom>
          <a:solidFill>
            <a:srgbClr val="3BBB8E"/>
          </a:solidFill>
          <a:ln w="101600">
            <a:solidFill>
              <a:schemeClr val="bg1"/>
            </a:solidFill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ID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20" name="Google Shape;512;p14">
            <a:extLst>
              <a:ext uri="{FF2B5EF4-FFF2-40B4-BE49-F238E27FC236}">
                <a16:creationId xmlns:a16="http://schemas.microsoft.com/office/drawing/2014/main" id="{BD9DE885-11D8-6140-8DD3-960EB98D7EB7}"/>
              </a:ext>
            </a:extLst>
          </p:cNvPr>
          <p:cNvSpPr txBox="1">
            <a:spLocks noGrp="1"/>
          </p:cNvSpPr>
          <p:nvPr/>
        </p:nvSpPr>
        <p:spPr>
          <a:xfrm>
            <a:off x="1569057" y="1779188"/>
            <a:ext cx="2242409" cy="122183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>
            <a:lvl1pPr marL="228600" lvl="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 panose="020B0604020202020204" pitchFamily="34" charset="0"/>
              <a:buNone/>
              <a:defRPr sz="1400" b="0" i="0" kern="12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685800" lvl="1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en-US" sz="1200" dirty="0"/>
              <a:t>請在</a:t>
            </a:r>
            <a:r>
              <a:rPr lang="zh-CN" altLang="en-US" sz="1200" dirty="0"/>
              <a:t>這裡說明第二項內容</a:t>
            </a:r>
            <a:br>
              <a:rPr lang="en-US" sz="1200" dirty="0"/>
            </a:br>
            <a:r>
              <a:rPr lang="en-US" sz="1200" dirty="0"/>
              <a:t>contents contents.</a:t>
            </a:r>
            <a:endParaRPr sz="1200" dirty="0">
              <a:solidFill>
                <a:srgbClr val="000000"/>
              </a:solidFill>
            </a:endParaRPr>
          </a:p>
          <a:p>
            <a:pPr marL="0" lvl="0" indent="0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 sz="1200" dirty="0"/>
          </a:p>
        </p:txBody>
      </p:sp>
      <p:sp>
        <p:nvSpPr>
          <p:cNvPr id="21" name="圓角矩形 20">
            <a:extLst>
              <a:ext uri="{FF2B5EF4-FFF2-40B4-BE49-F238E27FC236}">
                <a16:creationId xmlns:a16="http://schemas.microsoft.com/office/drawing/2014/main" id="{6355A00B-0E56-904A-B479-BB4056D035DA}"/>
              </a:ext>
            </a:extLst>
          </p:cNvPr>
          <p:cNvSpPr/>
          <p:nvPr/>
        </p:nvSpPr>
        <p:spPr>
          <a:xfrm>
            <a:off x="1533751" y="1299412"/>
            <a:ext cx="2242409" cy="436336"/>
          </a:xfrm>
          <a:prstGeom prst="roundRect">
            <a:avLst>
              <a:gd name="adj" fmla="val 22190"/>
            </a:avLst>
          </a:prstGeom>
          <a:solidFill>
            <a:srgbClr val="F5F3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400" b="1" dirty="0">
                <a:solidFill>
                  <a:srgbClr val="00905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content</a:t>
            </a:r>
            <a:endParaRPr kumimoji="1" lang="zh-TW" altLang="en-US" sz="1400" b="1" dirty="0">
              <a:solidFill>
                <a:srgbClr val="00905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Google Shape;512;p14">
            <a:extLst>
              <a:ext uri="{FF2B5EF4-FFF2-40B4-BE49-F238E27FC236}">
                <a16:creationId xmlns:a16="http://schemas.microsoft.com/office/drawing/2014/main" id="{4D624A34-DCA9-EB41-BD3A-A683E3E3B8BF}"/>
              </a:ext>
            </a:extLst>
          </p:cNvPr>
          <p:cNvSpPr txBox="1">
            <a:spLocks noGrp="1"/>
          </p:cNvSpPr>
          <p:nvPr/>
        </p:nvSpPr>
        <p:spPr>
          <a:xfrm>
            <a:off x="9116269" y="1779188"/>
            <a:ext cx="2242409" cy="122183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>
            <a:lvl1pPr marL="228600" lvl="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 panose="020B0604020202020204" pitchFamily="34" charset="0"/>
              <a:buNone/>
              <a:defRPr sz="1400" b="0" i="0" kern="12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685800" lvl="1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en-US" sz="1200" dirty="0"/>
              <a:t>請在</a:t>
            </a:r>
            <a:r>
              <a:rPr lang="zh-CN" altLang="en-US" sz="1200" dirty="0"/>
              <a:t>這裡說明第三項內容</a:t>
            </a:r>
            <a:br>
              <a:rPr lang="en-US" sz="1200" dirty="0"/>
            </a:br>
            <a:r>
              <a:rPr lang="en-US" sz="1200" dirty="0"/>
              <a:t>contents contents.</a:t>
            </a:r>
            <a:endParaRPr sz="1200" dirty="0">
              <a:solidFill>
                <a:srgbClr val="000000"/>
              </a:solidFill>
            </a:endParaRPr>
          </a:p>
          <a:p>
            <a:pPr marL="0" lvl="0" indent="0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 sz="1200" dirty="0"/>
          </a:p>
        </p:txBody>
      </p:sp>
      <p:sp>
        <p:nvSpPr>
          <p:cNvPr id="29" name="圓角矩形 28">
            <a:extLst>
              <a:ext uri="{FF2B5EF4-FFF2-40B4-BE49-F238E27FC236}">
                <a16:creationId xmlns:a16="http://schemas.microsoft.com/office/drawing/2014/main" id="{1114943E-CB4A-1B41-BFDE-37480915BED8}"/>
              </a:ext>
            </a:extLst>
          </p:cNvPr>
          <p:cNvSpPr/>
          <p:nvPr/>
        </p:nvSpPr>
        <p:spPr>
          <a:xfrm>
            <a:off x="9080963" y="1299412"/>
            <a:ext cx="2242409" cy="436336"/>
          </a:xfrm>
          <a:prstGeom prst="roundRect">
            <a:avLst>
              <a:gd name="adj" fmla="val 22190"/>
            </a:avLst>
          </a:prstGeom>
          <a:solidFill>
            <a:srgbClr val="F5F3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400" b="1" dirty="0">
                <a:solidFill>
                  <a:srgbClr val="00905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content</a:t>
            </a:r>
            <a:endParaRPr kumimoji="1" lang="zh-TW" altLang="en-US" sz="1400" b="1" dirty="0">
              <a:solidFill>
                <a:srgbClr val="00905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Google Shape;512;p14">
            <a:extLst>
              <a:ext uri="{FF2B5EF4-FFF2-40B4-BE49-F238E27FC236}">
                <a16:creationId xmlns:a16="http://schemas.microsoft.com/office/drawing/2014/main" id="{87D5FC66-DD4D-934A-AA9E-69A9D5C5F259}"/>
              </a:ext>
            </a:extLst>
          </p:cNvPr>
          <p:cNvSpPr txBox="1">
            <a:spLocks noGrp="1"/>
          </p:cNvSpPr>
          <p:nvPr/>
        </p:nvSpPr>
        <p:spPr>
          <a:xfrm>
            <a:off x="1569057" y="4587392"/>
            <a:ext cx="2242409" cy="122183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>
            <a:lvl1pPr marL="228600" lvl="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 panose="020B0604020202020204" pitchFamily="34" charset="0"/>
              <a:buNone/>
              <a:defRPr sz="1400" b="0" i="0" kern="12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685800" lvl="1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en-US" sz="1200" dirty="0"/>
              <a:t>請在</a:t>
            </a:r>
            <a:r>
              <a:rPr lang="zh-CN" altLang="en-US" sz="1200" dirty="0"/>
              <a:t>這裡說明第一項內容</a:t>
            </a:r>
            <a:br>
              <a:rPr lang="en-US" sz="1200" dirty="0"/>
            </a:br>
            <a:r>
              <a:rPr lang="en-US" sz="1200" dirty="0"/>
              <a:t>contents contents.</a:t>
            </a:r>
            <a:endParaRPr sz="1200" dirty="0">
              <a:solidFill>
                <a:srgbClr val="000000"/>
              </a:solidFill>
            </a:endParaRPr>
          </a:p>
          <a:p>
            <a:pPr marL="0" lvl="0" indent="0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 sz="1200" dirty="0"/>
          </a:p>
        </p:txBody>
      </p:sp>
      <p:sp>
        <p:nvSpPr>
          <p:cNvPr id="32" name="圓角矩形 31">
            <a:extLst>
              <a:ext uri="{FF2B5EF4-FFF2-40B4-BE49-F238E27FC236}">
                <a16:creationId xmlns:a16="http://schemas.microsoft.com/office/drawing/2014/main" id="{BF1AC1B4-AB16-004E-A758-6C0C8A930450}"/>
              </a:ext>
            </a:extLst>
          </p:cNvPr>
          <p:cNvSpPr/>
          <p:nvPr/>
        </p:nvSpPr>
        <p:spPr>
          <a:xfrm>
            <a:off x="1533751" y="4107616"/>
            <a:ext cx="2242409" cy="436336"/>
          </a:xfrm>
          <a:prstGeom prst="roundRect">
            <a:avLst>
              <a:gd name="adj" fmla="val 22190"/>
            </a:avLst>
          </a:prstGeom>
          <a:solidFill>
            <a:srgbClr val="F5F3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400" b="1" dirty="0">
                <a:solidFill>
                  <a:srgbClr val="00905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content</a:t>
            </a:r>
            <a:endParaRPr kumimoji="1" lang="zh-TW" altLang="en-US" sz="1400" b="1" dirty="0">
              <a:solidFill>
                <a:srgbClr val="00905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Google Shape;512;p14">
            <a:extLst>
              <a:ext uri="{FF2B5EF4-FFF2-40B4-BE49-F238E27FC236}">
                <a16:creationId xmlns:a16="http://schemas.microsoft.com/office/drawing/2014/main" id="{5706B96A-90F6-2240-AD3A-25C22754913D}"/>
              </a:ext>
            </a:extLst>
          </p:cNvPr>
          <p:cNvSpPr txBox="1">
            <a:spLocks noGrp="1"/>
          </p:cNvSpPr>
          <p:nvPr/>
        </p:nvSpPr>
        <p:spPr>
          <a:xfrm>
            <a:off x="9116269" y="4587392"/>
            <a:ext cx="2242409" cy="122183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>
            <a:lvl1pPr marL="228600" lvl="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 panose="020B0604020202020204" pitchFamily="34" charset="0"/>
              <a:buNone/>
              <a:defRPr sz="1400" b="0" i="0" kern="12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685800" lvl="1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en-US" sz="1200" dirty="0"/>
              <a:t>請在</a:t>
            </a:r>
            <a:r>
              <a:rPr lang="zh-CN" altLang="en-US" sz="1200" dirty="0"/>
              <a:t>這裡說明第四項內容</a:t>
            </a:r>
            <a:br>
              <a:rPr lang="en-US" sz="1200" dirty="0"/>
            </a:br>
            <a:r>
              <a:rPr lang="en-US" sz="1200" dirty="0"/>
              <a:t>contents contents.</a:t>
            </a:r>
            <a:endParaRPr sz="1200" dirty="0">
              <a:solidFill>
                <a:srgbClr val="000000"/>
              </a:solidFill>
            </a:endParaRPr>
          </a:p>
          <a:p>
            <a:pPr marL="0" lvl="0" indent="0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 sz="1200" dirty="0"/>
          </a:p>
        </p:txBody>
      </p:sp>
      <p:sp>
        <p:nvSpPr>
          <p:cNvPr id="34" name="圓角矩形 33">
            <a:extLst>
              <a:ext uri="{FF2B5EF4-FFF2-40B4-BE49-F238E27FC236}">
                <a16:creationId xmlns:a16="http://schemas.microsoft.com/office/drawing/2014/main" id="{4E83843C-1EC3-7F4A-AAFA-7C0FA3A3270E}"/>
              </a:ext>
            </a:extLst>
          </p:cNvPr>
          <p:cNvSpPr/>
          <p:nvPr/>
        </p:nvSpPr>
        <p:spPr>
          <a:xfrm>
            <a:off x="9080963" y="4107616"/>
            <a:ext cx="2242409" cy="436336"/>
          </a:xfrm>
          <a:prstGeom prst="roundRect">
            <a:avLst>
              <a:gd name="adj" fmla="val 22190"/>
            </a:avLst>
          </a:prstGeom>
          <a:solidFill>
            <a:srgbClr val="F5F3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400" b="1" dirty="0">
                <a:solidFill>
                  <a:srgbClr val="00905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content</a:t>
            </a:r>
            <a:endParaRPr kumimoji="1" lang="zh-TW" altLang="en-US" sz="1400" b="1" dirty="0">
              <a:solidFill>
                <a:srgbClr val="00905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Google Shape;645;p22">
            <a:extLst>
              <a:ext uri="{FF2B5EF4-FFF2-40B4-BE49-F238E27FC236}">
                <a16:creationId xmlns:a16="http://schemas.microsoft.com/office/drawing/2014/main" id="{51675ADA-D210-F545-AF20-D4A8060C07E4}"/>
              </a:ext>
            </a:extLst>
          </p:cNvPr>
          <p:cNvSpPr txBox="1">
            <a:spLocks/>
          </p:cNvSpPr>
          <p:nvPr/>
        </p:nvSpPr>
        <p:spPr>
          <a:xfrm rot="5400000">
            <a:off x="-1043451" y="1613707"/>
            <a:ext cx="3002424" cy="31570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SzPct val="318181"/>
              <a:buFont typeface="Arial" panose="020B0604020202020204" pitchFamily="34" charset="0"/>
              <a:buNone/>
            </a:pPr>
            <a:r>
              <a:rPr lang="en-US" sz="1200" spc="100" dirty="0">
                <a:solidFill>
                  <a:schemeClr val="bg1"/>
                </a:solidFill>
              </a:rPr>
              <a:t>Tittle</a:t>
            </a:r>
          </a:p>
        </p:txBody>
      </p:sp>
      <p:pic>
        <p:nvPicPr>
          <p:cNvPr id="18" name="圖片 17">
            <a:extLst>
              <a:ext uri="{FF2B5EF4-FFF2-40B4-BE49-F238E27FC236}">
                <a16:creationId xmlns:a16="http://schemas.microsoft.com/office/drawing/2014/main" id="{9EBFA8CB-152C-6D40-B39B-3BEC0305DE34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77071" y="2000222"/>
            <a:ext cx="2947097" cy="2947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17065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rc 8">
            <a:extLst>
              <a:ext uri="{FF2B5EF4-FFF2-40B4-BE49-F238E27FC236}">
                <a16:creationId xmlns:a16="http://schemas.microsoft.com/office/drawing/2014/main" id="{238D4ACE-2B2F-6E40-8EEE-7F2223508397}"/>
              </a:ext>
            </a:extLst>
          </p:cNvPr>
          <p:cNvSpPr/>
          <p:nvPr/>
        </p:nvSpPr>
        <p:spPr>
          <a:xfrm>
            <a:off x="4113344" y="1199482"/>
            <a:ext cx="4530284" cy="4530284"/>
          </a:xfrm>
          <a:prstGeom prst="arc">
            <a:avLst>
              <a:gd name="adj1" fmla="val 6652432"/>
              <a:gd name="adj2" fmla="val 4178510"/>
            </a:avLst>
          </a:prstGeom>
          <a:ln w="19050">
            <a:solidFill>
              <a:schemeClr val="bg1">
                <a:lumMod val="85000"/>
              </a:schemeClr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9">
            <a:extLst>
              <a:ext uri="{FF2B5EF4-FFF2-40B4-BE49-F238E27FC236}">
                <a16:creationId xmlns:a16="http://schemas.microsoft.com/office/drawing/2014/main" id="{DC284A51-E16B-CD48-A4E9-67634FAB42DA}"/>
              </a:ext>
            </a:extLst>
          </p:cNvPr>
          <p:cNvSpPr/>
          <p:nvPr/>
        </p:nvSpPr>
        <p:spPr>
          <a:xfrm>
            <a:off x="4697152" y="1813768"/>
            <a:ext cx="3301713" cy="3301713"/>
          </a:xfrm>
          <a:prstGeom prst="ellipse">
            <a:avLst/>
          </a:prstGeom>
          <a:solidFill>
            <a:srgbClr val="F5F3F5"/>
          </a:solidFill>
          <a:ln>
            <a:noFill/>
          </a:ln>
          <a:effectLst>
            <a:innerShdw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Oval 12">
            <a:extLst>
              <a:ext uri="{FF2B5EF4-FFF2-40B4-BE49-F238E27FC236}">
                <a16:creationId xmlns:a16="http://schemas.microsoft.com/office/drawing/2014/main" id="{42FCD675-D60E-F044-B222-18697B038CCD}"/>
              </a:ext>
            </a:extLst>
          </p:cNvPr>
          <p:cNvSpPr/>
          <p:nvPr/>
        </p:nvSpPr>
        <p:spPr>
          <a:xfrm>
            <a:off x="4422154" y="1561993"/>
            <a:ext cx="700895" cy="700895"/>
          </a:xfrm>
          <a:prstGeom prst="ellipse">
            <a:avLst/>
          </a:prstGeom>
          <a:solidFill>
            <a:srgbClr val="3BBB8E"/>
          </a:solidFill>
          <a:ln w="101600">
            <a:solidFill>
              <a:schemeClr val="bg1"/>
            </a:solidFill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ID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9" name="Oval 13">
            <a:extLst>
              <a:ext uri="{FF2B5EF4-FFF2-40B4-BE49-F238E27FC236}">
                <a16:creationId xmlns:a16="http://schemas.microsoft.com/office/drawing/2014/main" id="{499BF5DA-2937-854B-B2F2-0C30C784019F}"/>
              </a:ext>
            </a:extLst>
          </p:cNvPr>
          <p:cNvSpPr/>
          <p:nvPr/>
        </p:nvSpPr>
        <p:spPr>
          <a:xfrm>
            <a:off x="4422154" y="4635174"/>
            <a:ext cx="700895" cy="700895"/>
          </a:xfrm>
          <a:prstGeom prst="ellipse">
            <a:avLst/>
          </a:prstGeom>
          <a:solidFill>
            <a:srgbClr val="009056"/>
          </a:solidFill>
          <a:ln w="101600">
            <a:solidFill>
              <a:schemeClr val="bg1"/>
            </a:solidFill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ID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0" name="Oval 14">
            <a:extLst>
              <a:ext uri="{FF2B5EF4-FFF2-40B4-BE49-F238E27FC236}">
                <a16:creationId xmlns:a16="http://schemas.microsoft.com/office/drawing/2014/main" id="{BAB8E59A-995E-CD4C-B26F-10F35989FEE7}"/>
              </a:ext>
            </a:extLst>
          </p:cNvPr>
          <p:cNvSpPr/>
          <p:nvPr/>
        </p:nvSpPr>
        <p:spPr>
          <a:xfrm>
            <a:off x="7605548" y="1561993"/>
            <a:ext cx="700895" cy="700895"/>
          </a:xfrm>
          <a:prstGeom prst="ellipse">
            <a:avLst/>
          </a:prstGeom>
          <a:solidFill>
            <a:srgbClr val="009056"/>
          </a:solidFill>
          <a:ln w="101600">
            <a:solidFill>
              <a:schemeClr val="bg1"/>
            </a:solidFill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ID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11" name="Oval 15">
            <a:extLst>
              <a:ext uri="{FF2B5EF4-FFF2-40B4-BE49-F238E27FC236}">
                <a16:creationId xmlns:a16="http://schemas.microsoft.com/office/drawing/2014/main" id="{0E79D23B-4767-094E-9F68-28BD9A88FF7D}"/>
              </a:ext>
            </a:extLst>
          </p:cNvPr>
          <p:cNvSpPr/>
          <p:nvPr/>
        </p:nvSpPr>
        <p:spPr>
          <a:xfrm>
            <a:off x="7605548" y="4635174"/>
            <a:ext cx="700895" cy="700895"/>
          </a:xfrm>
          <a:prstGeom prst="ellipse">
            <a:avLst/>
          </a:prstGeom>
          <a:solidFill>
            <a:srgbClr val="3BBB8E"/>
          </a:solidFill>
          <a:ln w="101600">
            <a:solidFill>
              <a:schemeClr val="bg1"/>
            </a:solidFill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ID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20" name="Google Shape;512;p14">
            <a:extLst>
              <a:ext uri="{FF2B5EF4-FFF2-40B4-BE49-F238E27FC236}">
                <a16:creationId xmlns:a16="http://schemas.microsoft.com/office/drawing/2014/main" id="{BD9DE885-11D8-6140-8DD3-960EB98D7EB7}"/>
              </a:ext>
            </a:extLst>
          </p:cNvPr>
          <p:cNvSpPr txBox="1">
            <a:spLocks noGrp="1"/>
          </p:cNvSpPr>
          <p:nvPr/>
        </p:nvSpPr>
        <p:spPr>
          <a:xfrm>
            <a:off x="1569057" y="1779188"/>
            <a:ext cx="2242409" cy="122183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>
            <a:lvl1pPr marL="228600" lvl="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 panose="020B0604020202020204" pitchFamily="34" charset="0"/>
              <a:buNone/>
              <a:defRPr sz="1400" b="0" i="0" kern="12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685800" lvl="1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en-US" sz="1200" dirty="0"/>
              <a:t>請在</a:t>
            </a:r>
            <a:r>
              <a:rPr lang="zh-CN" altLang="en-US" sz="1200" dirty="0"/>
              <a:t>這裡說明第二項內容</a:t>
            </a:r>
            <a:br>
              <a:rPr lang="en-US" sz="1200" dirty="0"/>
            </a:br>
            <a:r>
              <a:rPr lang="en-US" sz="1200" dirty="0"/>
              <a:t>contents contents.</a:t>
            </a:r>
            <a:endParaRPr sz="1200" dirty="0">
              <a:solidFill>
                <a:srgbClr val="000000"/>
              </a:solidFill>
            </a:endParaRPr>
          </a:p>
          <a:p>
            <a:pPr marL="0" lvl="0" indent="0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 sz="1200" dirty="0"/>
          </a:p>
        </p:txBody>
      </p:sp>
      <p:sp>
        <p:nvSpPr>
          <p:cNvPr id="21" name="圓角矩形 20">
            <a:extLst>
              <a:ext uri="{FF2B5EF4-FFF2-40B4-BE49-F238E27FC236}">
                <a16:creationId xmlns:a16="http://schemas.microsoft.com/office/drawing/2014/main" id="{6355A00B-0E56-904A-B479-BB4056D035DA}"/>
              </a:ext>
            </a:extLst>
          </p:cNvPr>
          <p:cNvSpPr/>
          <p:nvPr/>
        </p:nvSpPr>
        <p:spPr>
          <a:xfrm>
            <a:off x="1533751" y="1299412"/>
            <a:ext cx="2242409" cy="436336"/>
          </a:xfrm>
          <a:prstGeom prst="roundRect">
            <a:avLst>
              <a:gd name="adj" fmla="val 22190"/>
            </a:avLst>
          </a:prstGeom>
          <a:solidFill>
            <a:srgbClr val="F5F3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400" b="1" dirty="0">
                <a:solidFill>
                  <a:srgbClr val="00905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content</a:t>
            </a:r>
            <a:endParaRPr kumimoji="1" lang="zh-TW" altLang="en-US" sz="1400" b="1" dirty="0">
              <a:solidFill>
                <a:srgbClr val="00905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Google Shape;512;p14">
            <a:extLst>
              <a:ext uri="{FF2B5EF4-FFF2-40B4-BE49-F238E27FC236}">
                <a16:creationId xmlns:a16="http://schemas.microsoft.com/office/drawing/2014/main" id="{4D624A34-DCA9-EB41-BD3A-A683E3E3B8BF}"/>
              </a:ext>
            </a:extLst>
          </p:cNvPr>
          <p:cNvSpPr txBox="1">
            <a:spLocks noGrp="1"/>
          </p:cNvSpPr>
          <p:nvPr/>
        </p:nvSpPr>
        <p:spPr>
          <a:xfrm>
            <a:off x="9116269" y="1779188"/>
            <a:ext cx="2242409" cy="122183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>
            <a:lvl1pPr marL="228600" lvl="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 panose="020B0604020202020204" pitchFamily="34" charset="0"/>
              <a:buNone/>
              <a:defRPr sz="1400" b="0" i="0" kern="12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685800" lvl="1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en-US" sz="1200" dirty="0"/>
              <a:t>請在</a:t>
            </a:r>
            <a:r>
              <a:rPr lang="zh-CN" altLang="en-US" sz="1200" dirty="0"/>
              <a:t>這裡說明第三項內容</a:t>
            </a:r>
            <a:br>
              <a:rPr lang="en-US" sz="1200" dirty="0"/>
            </a:br>
            <a:r>
              <a:rPr lang="en-US" sz="1200" dirty="0"/>
              <a:t>contents contents.</a:t>
            </a:r>
            <a:endParaRPr sz="1200" dirty="0">
              <a:solidFill>
                <a:srgbClr val="000000"/>
              </a:solidFill>
            </a:endParaRPr>
          </a:p>
          <a:p>
            <a:pPr marL="0" lvl="0" indent="0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 sz="1200" dirty="0"/>
          </a:p>
        </p:txBody>
      </p:sp>
      <p:sp>
        <p:nvSpPr>
          <p:cNvPr id="29" name="圓角矩形 28">
            <a:extLst>
              <a:ext uri="{FF2B5EF4-FFF2-40B4-BE49-F238E27FC236}">
                <a16:creationId xmlns:a16="http://schemas.microsoft.com/office/drawing/2014/main" id="{1114943E-CB4A-1B41-BFDE-37480915BED8}"/>
              </a:ext>
            </a:extLst>
          </p:cNvPr>
          <p:cNvSpPr/>
          <p:nvPr/>
        </p:nvSpPr>
        <p:spPr>
          <a:xfrm>
            <a:off x="9080963" y="1299412"/>
            <a:ext cx="2242409" cy="436336"/>
          </a:xfrm>
          <a:prstGeom prst="roundRect">
            <a:avLst>
              <a:gd name="adj" fmla="val 22190"/>
            </a:avLst>
          </a:prstGeom>
          <a:solidFill>
            <a:srgbClr val="F5F3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400" b="1" dirty="0">
                <a:solidFill>
                  <a:srgbClr val="00905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content</a:t>
            </a:r>
            <a:endParaRPr kumimoji="1" lang="zh-TW" altLang="en-US" sz="1400" b="1" dirty="0">
              <a:solidFill>
                <a:srgbClr val="00905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Google Shape;512;p14">
            <a:extLst>
              <a:ext uri="{FF2B5EF4-FFF2-40B4-BE49-F238E27FC236}">
                <a16:creationId xmlns:a16="http://schemas.microsoft.com/office/drawing/2014/main" id="{87D5FC66-DD4D-934A-AA9E-69A9D5C5F259}"/>
              </a:ext>
            </a:extLst>
          </p:cNvPr>
          <p:cNvSpPr txBox="1">
            <a:spLocks noGrp="1"/>
          </p:cNvSpPr>
          <p:nvPr/>
        </p:nvSpPr>
        <p:spPr>
          <a:xfrm>
            <a:off x="1569057" y="4587392"/>
            <a:ext cx="2242409" cy="122183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>
            <a:lvl1pPr marL="228600" lvl="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 panose="020B0604020202020204" pitchFamily="34" charset="0"/>
              <a:buNone/>
              <a:defRPr sz="1400" b="0" i="0" kern="12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685800" lvl="1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en-US" sz="1200" dirty="0"/>
              <a:t>請在</a:t>
            </a:r>
            <a:r>
              <a:rPr lang="zh-CN" altLang="en-US" sz="1200" dirty="0"/>
              <a:t>這裡說明第一項內容</a:t>
            </a:r>
            <a:br>
              <a:rPr lang="en-US" sz="1200" dirty="0"/>
            </a:br>
            <a:r>
              <a:rPr lang="en-US" sz="1200" dirty="0"/>
              <a:t>contents contents.</a:t>
            </a:r>
            <a:endParaRPr sz="1200" dirty="0">
              <a:solidFill>
                <a:srgbClr val="000000"/>
              </a:solidFill>
            </a:endParaRPr>
          </a:p>
          <a:p>
            <a:pPr marL="0" lvl="0" indent="0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 sz="1200" dirty="0"/>
          </a:p>
        </p:txBody>
      </p:sp>
      <p:sp>
        <p:nvSpPr>
          <p:cNvPr id="32" name="圓角矩形 31">
            <a:extLst>
              <a:ext uri="{FF2B5EF4-FFF2-40B4-BE49-F238E27FC236}">
                <a16:creationId xmlns:a16="http://schemas.microsoft.com/office/drawing/2014/main" id="{BF1AC1B4-AB16-004E-A758-6C0C8A930450}"/>
              </a:ext>
            </a:extLst>
          </p:cNvPr>
          <p:cNvSpPr/>
          <p:nvPr/>
        </p:nvSpPr>
        <p:spPr>
          <a:xfrm>
            <a:off x="1533751" y="4107616"/>
            <a:ext cx="2242409" cy="436336"/>
          </a:xfrm>
          <a:prstGeom prst="roundRect">
            <a:avLst>
              <a:gd name="adj" fmla="val 22190"/>
            </a:avLst>
          </a:prstGeom>
          <a:solidFill>
            <a:srgbClr val="F5F3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400" b="1" dirty="0">
                <a:solidFill>
                  <a:srgbClr val="00905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content</a:t>
            </a:r>
            <a:endParaRPr kumimoji="1" lang="zh-TW" altLang="en-US" sz="1400" b="1" dirty="0">
              <a:solidFill>
                <a:srgbClr val="00905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Google Shape;512;p14">
            <a:extLst>
              <a:ext uri="{FF2B5EF4-FFF2-40B4-BE49-F238E27FC236}">
                <a16:creationId xmlns:a16="http://schemas.microsoft.com/office/drawing/2014/main" id="{5706B96A-90F6-2240-AD3A-25C22754913D}"/>
              </a:ext>
            </a:extLst>
          </p:cNvPr>
          <p:cNvSpPr txBox="1">
            <a:spLocks noGrp="1"/>
          </p:cNvSpPr>
          <p:nvPr/>
        </p:nvSpPr>
        <p:spPr>
          <a:xfrm>
            <a:off x="9116269" y="4587392"/>
            <a:ext cx="2242409" cy="122183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>
            <a:lvl1pPr marL="228600" lvl="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 panose="020B0604020202020204" pitchFamily="34" charset="0"/>
              <a:buNone/>
              <a:defRPr sz="1400" b="0" i="0" kern="12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685800" lvl="1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en-US" sz="1200" dirty="0"/>
              <a:t>請在</a:t>
            </a:r>
            <a:r>
              <a:rPr lang="zh-CN" altLang="en-US" sz="1200" dirty="0"/>
              <a:t>這裡說明第四項內容</a:t>
            </a:r>
            <a:br>
              <a:rPr lang="en-US" sz="1200" dirty="0"/>
            </a:br>
            <a:r>
              <a:rPr lang="en-US" sz="1200" dirty="0"/>
              <a:t>contents contents.</a:t>
            </a:r>
            <a:endParaRPr sz="1200" dirty="0">
              <a:solidFill>
                <a:srgbClr val="000000"/>
              </a:solidFill>
            </a:endParaRPr>
          </a:p>
          <a:p>
            <a:pPr marL="0" lvl="0" indent="0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 sz="1200" dirty="0"/>
          </a:p>
        </p:txBody>
      </p:sp>
      <p:sp>
        <p:nvSpPr>
          <p:cNvPr id="34" name="圓角矩形 33">
            <a:extLst>
              <a:ext uri="{FF2B5EF4-FFF2-40B4-BE49-F238E27FC236}">
                <a16:creationId xmlns:a16="http://schemas.microsoft.com/office/drawing/2014/main" id="{4E83843C-1EC3-7F4A-AAFA-7C0FA3A3270E}"/>
              </a:ext>
            </a:extLst>
          </p:cNvPr>
          <p:cNvSpPr/>
          <p:nvPr/>
        </p:nvSpPr>
        <p:spPr>
          <a:xfrm>
            <a:off x="9080963" y="4107616"/>
            <a:ext cx="2242409" cy="436336"/>
          </a:xfrm>
          <a:prstGeom prst="roundRect">
            <a:avLst>
              <a:gd name="adj" fmla="val 22190"/>
            </a:avLst>
          </a:prstGeom>
          <a:solidFill>
            <a:srgbClr val="F5F3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400" b="1" dirty="0">
                <a:solidFill>
                  <a:srgbClr val="00905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content</a:t>
            </a:r>
            <a:endParaRPr kumimoji="1" lang="zh-TW" altLang="en-US" sz="1400" b="1" dirty="0">
              <a:solidFill>
                <a:srgbClr val="00905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Google Shape;645;p22">
            <a:extLst>
              <a:ext uri="{FF2B5EF4-FFF2-40B4-BE49-F238E27FC236}">
                <a16:creationId xmlns:a16="http://schemas.microsoft.com/office/drawing/2014/main" id="{51675ADA-D210-F545-AF20-D4A8060C07E4}"/>
              </a:ext>
            </a:extLst>
          </p:cNvPr>
          <p:cNvSpPr txBox="1">
            <a:spLocks/>
          </p:cNvSpPr>
          <p:nvPr/>
        </p:nvSpPr>
        <p:spPr>
          <a:xfrm rot="5400000">
            <a:off x="-1043451" y="1613707"/>
            <a:ext cx="3002424" cy="31570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SzPct val="318181"/>
              <a:buFont typeface="Arial" panose="020B0604020202020204" pitchFamily="34" charset="0"/>
              <a:buNone/>
            </a:pPr>
            <a:r>
              <a:rPr lang="en-US" sz="1200" spc="100" dirty="0">
                <a:solidFill>
                  <a:schemeClr val="bg1"/>
                </a:solidFill>
              </a:rPr>
              <a:t>Tittle</a:t>
            </a:r>
          </a:p>
        </p:txBody>
      </p:sp>
      <p:sp>
        <p:nvSpPr>
          <p:cNvPr id="22" name="橢圓 21">
            <a:extLst>
              <a:ext uri="{FF2B5EF4-FFF2-40B4-BE49-F238E27FC236}">
                <a16:creationId xmlns:a16="http://schemas.microsoft.com/office/drawing/2014/main" id="{B37BECD8-15CF-8042-A55D-7F8FABE45EC9}"/>
              </a:ext>
            </a:extLst>
          </p:cNvPr>
          <p:cNvSpPr/>
          <p:nvPr/>
        </p:nvSpPr>
        <p:spPr>
          <a:xfrm>
            <a:off x="4884188" y="1991076"/>
            <a:ext cx="2947096" cy="2947096"/>
          </a:xfrm>
          <a:prstGeom prst="ellipse">
            <a:avLst/>
          </a:prstGeom>
          <a:gradFill>
            <a:gsLst>
              <a:gs pos="100000">
                <a:srgbClr val="9AE992"/>
              </a:gs>
              <a:gs pos="0">
                <a:srgbClr val="009056"/>
              </a:gs>
              <a:gs pos="34000">
                <a:srgbClr val="3BBB8E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b="1" dirty="0">
                <a:latin typeface="Arial" panose="020B0604020202020204" pitchFamily="34" charset="0"/>
                <a:cs typeface="Arial" panose="020B0604020202020204" pitchFamily="34" charset="0"/>
              </a:rPr>
              <a:t>PROJECT</a:t>
            </a:r>
            <a:endParaRPr kumimoji="1" lang="zh-TW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200698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AutoShape 9">
            <a:extLst>
              <a:ext uri="{FF2B5EF4-FFF2-40B4-BE49-F238E27FC236}">
                <a16:creationId xmlns:a16="http://schemas.microsoft.com/office/drawing/2014/main" id="{2813475E-BC17-AA41-A34C-B7403408AC0F}"/>
              </a:ext>
            </a:extLst>
          </p:cNvPr>
          <p:cNvSpPr/>
          <p:nvPr/>
        </p:nvSpPr>
        <p:spPr>
          <a:xfrm flipV="1">
            <a:off x="6105431" y="2846092"/>
            <a:ext cx="1309977" cy="397284"/>
          </a:xfrm>
          <a:prstGeom prst="line">
            <a:avLst/>
          </a:prstGeom>
          <a:ln w="19050" cap="flat">
            <a:solidFill>
              <a:srgbClr val="D9DAD9"/>
            </a:solidFill>
            <a:prstDash val="dash"/>
            <a:headEnd type="none" w="sm" len="sm"/>
            <a:tailEnd type="oval" w="sm" len="sm"/>
          </a:ln>
        </p:spPr>
      </p:sp>
      <p:sp>
        <p:nvSpPr>
          <p:cNvPr id="33" name="AutoShape 9">
            <a:extLst>
              <a:ext uri="{FF2B5EF4-FFF2-40B4-BE49-F238E27FC236}">
                <a16:creationId xmlns:a16="http://schemas.microsoft.com/office/drawing/2014/main" id="{DFDCD65D-8698-2C49-9B6D-685529137F5F}"/>
              </a:ext>
            </a:extLst>
          </p:cNvPr>
          <p:cNvSpPr/>
          <p:nvPr/>
        </p:nvSpPr>
        <p:spPr>
          <a:xfrm>
            <a:off x="6105432" y="3628178"/>
            <a:ext cx="1309977" cy="397284"/>
          </a:xfrm>
          <a:prstGeom prst="line">
            <a:avLst/>
          </a:prstGeom>
          <a:ln w="19050" cap="flat">
            <a:solidFill>
              <a:srgbClr val="D9DAD9"/>
            </a:solidFill>
            <a:prstDash val="dash"/>
            <a:headEnd type="none" w="sm" len="sm"/>
            <a:tailEnd type="oval" w="sm" len="sm"/>
          </a:ln>
        </p:spPr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BC007D34-4D26-6B4A-9621-9377197439A3}"/>
              </a:ext>
            </a:extLst>
          </p:cNvPr>
          <p:cNvSpPr/>
          <p:nvPr/>
        </p:nvSpPr>
        <p:spPr>
          <a:xfrm>
            <a:off x="1851561" y="1290234"/>
            <a:ext cx="4277532" cy="4277532"/>
          </a:xfrm>
          <a:prstGeom prst="ellipse">
            <a:avLst/>
          </a:prstGeom>
          <a:gradFill flip="none" rotWithShape="1">
            <a:gsLst>
              <a:gs pos="0">
                <a:srgbClr val="009056"/>
              </a:gs>
              <a:gs pos="45000">
                <a:srgbClr val="3BBB8E"/>
              </a:gs>
              <a:gs pos="100000">
                <a:srgbClr val="C3FFC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8" name="圓角矩形 17">
            <a:extLst>
              <a:ext uri="{FF2B5EF4-FFF2-40B4-BE49-F238E27FC236}">
                <a16:creationId xmlns:a16="http://schemas.microsoft.com/office/drawing/2014/main" id="{4B4F112E-B8A7-7446-83AE-23ED87BE1DCB}"/>
              </a:ext>
            </a:extLst>
          </p:cNvPr>
          <p:cNvSpPr/>
          <p:nvPr/>
        </p:nvSpPr>
        <p:spPr>
          <a:xfrm>
            <a:off x="7039131" y="1322959"/>
            <a:ext cx="3502617" cy="693682"/>
          </a:xfrm>
          <a:prstGeom prst="roundRect">
            <a:avLst/>
          </a:prstGeom>
          <a:solidFill>
            <a:srgbClr val="E7FF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9" name="圓角矩形 18">
            <a:extLst>
              <a:ext uri="{FF2B5EF4-FFF2-40B4-BE49-F238E27FC236}">
                <a16:creationId xmlns:a16="http://schemas.microsoft.com/office/drawing/2014/main" id="{035DB119-76B7-3C46-AB78-7BDF9AA3E047}"/>
              </a:ext>
            </a:extLst>
          </p:cNvPr>
          <p:cNvSpPr/>
          <p:nvPr/>
        </p:nvSpPr>
        <p:spPr>
          <a:xfrm>
            <a:off x="7415410" y="2499450"/>
            <a:ext cx="3502617" cy="693682"/>
          </a:xfrm>
          <a:prstGeom prst="roundRect">
            <a:avLst/>
          </a:prstGeom>
          <a:solidFill>
            <a:srgbClr val="E7FF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0" name="圓角矩形 19">
            <a:extLst>
              <a:ext uri="{FF2B5EF4-FFF2-40B4-BE49-F238E27FC236}">
                <a16:creationId xmlns:a16="http://schemas.microsoft.com/office/drawing/2014/main" id="{E3C8C12E-5A1C-D743-99DD-1E254E02F647}"/>
              </a:ext>
            </a:extLst>
          </p:cNvPr>
          <p:cNvSpPr/>
          <p:nvPr/>
        </p:nvSpPr>
        <p:spPr>
          <a:xfrm>
            <a:off x="7415410" y="3675941"/>
            <a:ext cx="3502617" cy="693682"/>
          </a:xfrm>
          <a:prstGeom prst="roundRect">
            <a:avLst/>
          </a:prstGeom>
          <a:solidFill>
            <a:srgbClr val="E7FF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1" name="圓角矩形 20">
            <a:extLst>
              <a:ext uri="{FF2B5EF4-FFF2-40B4-BE49-F238E27FC236}">
                <a16:creationId xmlns:a16="http://schemas.microsoft.com/office/drawing/2014/main" id="{8CCB96D2-CB8C-CE4D-ADE3-6DBD037C42DF}"/>
              </a:ext>
            </a:extLst>
          </p:cNvPr>
          <p:cNvSpPr/>
          <p:nvPr/>
        </p:nvSpPr>
        <p:spPr>
          <a:xfrm>
            <a:off x="7039131" y="4852432"/>
            <a:ext cx="3502617" cy="693682"/>
          </a:xfrm>
          <a:prstGeom prst="roundRect">
            <a:avLst/>
          </a:prstGeom>
          <a:solidFill>
            <a:srgbClr val="E7FF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5" name="AutoShape 9">
            <a:extLst>
              <a:ext uri="{FF2B5EF4-FFF2-40B4-BE49-F238E27FC236}">
                <a16:creationId xmlns:a16="http://schemas.microsoft.com/office/drawing/2014/main" id="{FDD45B43-74F3-AF49-AF68-2579A6CFC1A5}"/>
              </a:ext>
            </a:extLst>
          </p:cNvPr>
          <p:cNvSpPr/>
          <p:nvPr/>
        </p:nvSpPr>
        <p:spPr>
          <a:xfrm flipV="1">
            <a:off x="5841124" y="1669799"/>
            <a:ext cx="1179515" cy="693681"/>
          </a:xfrm>
          <a:prstGeom prst="line">
            <a:avLst/>
          </a:prstGeom>
          <a:ln w="19050" cap="flat">
            <a:solidFill>
              <a:srgbClr val="D9DAD9"/>
            </a:solidFill>
            <a:prstDash val="dash"/>
            <a:headEnd type="none" w="sm" len="sm"/>
            <a:tailEnd type="oval" w="sm" len="sm"/>
          </a:ln>
        </p:spPr>
      </p:sp>
      <p:sp>
        <p:nvSpPr>
          <p:cNvPr id="26" name="橢圓 25">
            <a:extLst>
              <a:ext uri="{FF2B5EF4-FFF2-40B4-BE49-F238E27FC236}">
                <a16:creationId xmlns:a16="http://schemas.microsoft.com/office/drawing/2014/main" id="{7A093D62-4F50-BE48-A196-3BF3448AB46F}"/>
              </a:ext>
            </a:extLst>
          </p:cNvPr>
          <p:cNvSpPr/>
          <p:nvPr/>
        </p:nvSpPr>
        <p:spPr>
          <a:xfrm>
            <a:off x="6985047" y="1618199"/>
            <a:ext cx="108165" cy="108165"/>
          </a:xfrm>
          <a:prstGeom prst="ellipse">
            <a:avLst/>
          </a:prstGeom>
          <a:solidFill>
            <a:srgbClr val="009056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8" name="橢圓 27">
            <a:extLst>
              <a:ext uri="{FF2B5EF4-FFF2-40B4-BE49-F238E27FC236}">
                <a16:creationId xmlns:a16="http://schemas.microsoft.com/office/drawing/2014/main" id="{CE74ED94-6AAB-4C49-A3C4-36D492B73EC5}"/>
              </a:ext>
            </a:extLst>
          </p:cNvPr>
          <p:cNvSpPr/>
          <p:nvPr/>
        </p:nvSpPr>
        <p:spPr>
          <a:xfrm>
            <a:off x="7361327" y="2792208"/>
            <a:ext cx="108165" cy="108165"/>
          </a:xfrm>
          <a:prstGeom prst="ellipse">
            <a:avLst/>
          </a:prstGeom>
          <a:solidFill>
            <a:srgbClr val="0090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9" name="橢圓 28">
            <a:extLst>
              <a:ext uri="{FF2B5EF4-FFF2-40B4-BE49-F238E27FC236}">
                <a16:creationId xmlns:a16="http://schemas.microsoft.com/office/drawing/2014/main" id="{4FF2C026-FFD9-F140-A59E-0637F559D3D7}"/>
              </a:ext>
            </a:extLst>
          </p:cNvPr>
          <p:cNvSpPr/>
          <p:nvPr/>
        </p:nvSpPr>
        <p:spPr>
          <a:xfrm>
            <a:off x="7361326" y="3968699"/>
            <a:ext cx="108165" cy="108165"/>
          </a:xfrm>
          <a:prstGeom prst="ellipse">
            <a:avLst/>
          </a:prstGeom>
          <a:solidFill>
            <a:srgbClr val="0090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2" name="AutoShape 9">
            <a:extLst>
              <a:ext uri="{FF2B5EF4-FFF2-40B4-BE49-F238E27FC236}">
                <a16:creationId xmlns:a16="http://schemas.microsoft.com/office/drawing/2014/main" id="{E3D96221-CD4A-B147-890A-216E46EF42BE}"/>
              </a:ext>
            </a:extLst>
          </p:cNvPr>
          <p:cNvSpPr/>
          <p:nvPr/>
        </p:nvSpPr>
        <p:spPr>
          <a:xfrm>
            <a:off x="5827374" y="4501199"/>
            <a:ext cx="1179515" cy="693681"/>
          </a:xfrm>
          <a:prstGeom prst="line">
            <a:avLst/>
          </a:prstGeom>
          <a:ln w="19050" cap="flat">
            <a:solidFill>
              <a:srgbClr val="D9DAD9"/>
            </a:solidFill>
            <a:prstDash val="dash"/>
            <a:headEnd type="none" w="sm" len="sm"/>
            <a:tailEnd type="oval" w="sm" len="sm"/>
          </a:ln>
        </p:spPr>
      </p:sp>
      <p:sp>
        <p:nvSpPr>
          <p:cNvPr id="30" name="橢圓 29">
            <a:extLst>
              <a:ext uri="{FF2B5EF4-FFF2-40B4-BE49-F238E27FC236}">
                <a16:creationId xmlns:a16="http://schemas.microsoft.com/office/drawing/2014/main" id="{38D553DF-A323-D748-BE3E-4EF551D98782}"/>
              </a:ext>
            </a:extLst>
          </p:cNvPr>
          <p:cNvSpPr/>
          <p:nvPr/>
        </p:nvSpPr>
        <p:spPr>
          <a:xfrm>
            <a:off x="6985046" y="5145190"/>
            <a:ext cx="108165" cy="108165"/>
          </a:xfrm>
          <a:prstGeom prst="ellipse">
            <a:avLst/>
          </a:prstGeom>
          <a:solidFill>
            <a:srgbClr val="0090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5" name="Google Shape;512;p14">
            <a:extLst>
              <a:ext uri="{FF2B5EF4-FFF2-40B4-BE49-F238E27FC236}">
                <a16:creationId xmlns:a16="http://schemas.microsoft.com/office/drawing/2014/main" id="{B8C49867-64A1-1649-B8C6-80C07192C580}"/>
              </a:ext>
            </a:extLst>
          </p:cNvPr>
          <p:cNvSpPr txBox="1">
            <a:spLocks noGrp="1"/>
          </p:cNvSpPr>
          <p:nvPr/>
        </p:nvSpPr>
        <p:spPr>
          <a:xfrm>
            <a:off x="7313198" y="1386973"/>
            <a:ext cx="2605030" cy="53411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>
            <a:lvl1pPr marL="228600" lvl="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 panose="020B0604020202020204" pitchFamily="34" charset="0"/>
              <a:buNone/>
              <a:defRPr sz="1400" b="0" i="0" kern="12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685800" lvl="1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en-US" dirty="0"/>
              <a:t>請在</a:t>
            </a:r>
            <a:r>
              <a:rPr lang="zh-CN" altLang="en-US" dirty="0"/>
              <a:t>這裡說明第一個要點</a:t>
            </a:r>
            <a:endParaRPr dirty="0"/>
          </a:p>
        </p:txBody>
      </p:sp>
      <p:sp>
        <p:nvSpPr>
          <p:cNvPr id="36" name="Google Shape;512;p14">
            <a:extLst>
              <a:ext uri="{FF2B5EF4-FFF2-40B4-BE49-F238E27FC236}">
                <a16:creationId xmlns:a16="http://schemas.microsoft.com/office/drawing/2014/main" id="{2E74773E-1A58-5041-8B72-527E3B01A5C7}"/>
              </a:ext>
            </a:extLst>
          </p:cNvPr>
          <p:cNvSpPr txBox="1">
            <a:spLocks noGrp="1"/>
          </p:cNvSpPr>
          <p:nvPr/>
        </p:nvSpPr>
        <p:spPr>
          <a:xfrm>
            <a:off x="7669234" y="2576554"/>
            <a:ext cx="2671205" cy="53411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>
            <a:lvl1pPr marL="228600" lvl="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 panose="020B0604020202020204" pitchFamily="34" charset="0"/>
              <a:buNone/>
              <a:defRPr sz="1400" b="0" i="0" kern="12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685800" lvl="1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en-US" dirty="0"/>
              <a:t>請在</a:t>
            </a:r>
            <a:r>
              <a:rPr lang="zh-CN" altLang="en-US" dirty="0"/>
              <a:t>這裡說明第二個要點</a:t>
            </a:r>
            <a:endParaRPr dirty="0"/>
          </a:p>
        </p:txBody>
      </p:sp>
      <p:sp>
        <p:nvSpPr>
          <p:cNvPr id="37" name="Google Shape;512;p14">
            <a:extLst>
              <a:ext uri="{FF2B5EF4-FFF2-40B4-BE49-F238E27FC236}">
                <a16:creationId xmlns:a16="http://schemas.microsoft.com/office/drawing/2014/main" id="{1E5039CB-1B55-9142-956A-1CD03E4E1AB5}"/>
              </a:ext>
            </a:extLst>
          </p:cNvPr>
          <p:cNvSpPr txBox="1">
            <a:spLocks noGrp="1"/>
          </p:cNvSpPr>
          <p:nvPr/>
        </p:nvSpPr>
        <p:spPr>
          <a:xfrm>
            <a:off x="7669234" y="3753045"/>
            <a:ext cx="2764349" cy="53411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>
            <a:lvl1pPr marL="228600" lvl="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 panose="020B0604020202020204" pitchFamily="34" charset="0"/>
              <a:buNone/>
              <a:defRPr sz="1400" b="0" i="0" kern="12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685800" lvl="1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en-US" dirty="0"/>
              <a:t>請在</a:t>
            </a:r>
            <a:r>
              <a:rPr lang="zh-CN" altLang="en-US" dirty="0"/>
              <a:t>這裡說明第三個要點</a:t>
            </a:r>
            <a:endParaRPr dirty="0"/>
          </a:p>
        </p:txBody>
      </p:sp>
      <p:sp>
        <p:nvSpPr>
          <p:cNvPr id="38" name="Google Shape;512;p14">
            <a:extLst>
              <a:ext uri="{FF2B5EF4-FFF2-40B4-BE49-F238E27FC236}">
                <a16:creationId xmlns:a16="http://schemas.microsoft.com/office/drawing/2014/main" id="{C55C4361-CE08-C94F-BD0F-12A066FCE612}"/>
              </a:ext>
            </a:extLst>
          </p:cNvPr>
          <p:cNvSpPr txBox="1">
            <a:spLocks noGrp="1"/>
          </p:cNvSpPr>
          <p:nvPr/>
        </p:nvSpPr>
        <p:spPr>
          <a:xfrm>
            <a:off x="7313197" y="4903836"/>
            <a:ext cx="2605031" cy="53411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>
            <a:lvl1pPr marL="228600" lvl="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 panose="020B0604020202020204" pitchFamily="34" charset="0"/>
              <a:buNone/>
              <a:defRPr sz="1400" b="0" i="0" kern="12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685800" lvl="1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en-US" dirty="0"/>
              <a:t>請在</a:t>
            </a:r>
            <a:r>
              <a:rPr lang="zh-CN" altLang="en-US" dirty="0"/>
              <a:t>這裡說明第四個要點</a:t>
            </a:r>
            <a:endParaRPr dirty="0"/>
          </a:p>
        </p:txBody>
      </p:sp>
      <p:sp>
        <p:nvSpPr>
          <p:cNvPr id="23" name="Google Shape;645;p22">
            <a:extLst>
              <a:ext uri="{FF2B5EF4-FFF2-40B4-BE49-F238E27FC236}">
                <a16:creationId xmlns:a16="http://schemas.microsoft.com/office/drawing/2014/main" id="{950A551C-F87D-964A-ADE3-637C4FD8C595}"/>
              </a:ext>
            </a:extLst>
          </p:cNvPr>
          <p:cNvSpPr txBox="1">
            <a:spLocks/>
          </p:cNvSpPr>
          <p:nvPr/>
        </p:nvSpPr>
        <p:spPr>
          <a:xfrm rot="5400000">
            <a:off x="-1043451" y="1613707"/>
            <a:ext cx="3002424" cy="31570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SzPct val="318181"/>
              <a:buFont typeface="Arial" panose="020B0604020202020204" pitchFamily="34" charset="0"/>
              <a:buNone/>
            </a:pPr>
            <a:r>
              <a:rPr lang="en-US" sz="1200" spc="100" dirty="0">
                <a:solidFill>
                  <a:schemeClr val="bg1"/>
                </a:solidFill>
              </a:rPr>
              <a:t>Tittle</a:t>
            </a:r>
          </a:p>
        </p:txBody>
      </p:sp>
      <p:pic>
        <p:nvPicPr>
          <p:cNvPr id="22" name="圖片 21">
            <a:extLst>
              <a:ext uri="{FF2B5EF4-FFF2-40B4-BE49-F238E27FC236}">
                <a16:creationId xmlns:a16="http://schemas.microsoft.com/office/drawing/2014/main" id="{7DF6C8DE-2C2A-BD41-A3E8-43B1BA8A2EF4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55415" y="1490662"/>
            <a:ext cx="3876675" cy="3876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336316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AutoShape 9">
            <a:extLst>
              <a:ext uri="{FF2B5EF4-FFF2-40B4-BE49-F238E27FC236}">
                <a16:creationId xmlns:a16="http://schemas.microsoft.com/office/drawing/2014/main" id="{2813475E-BC17-AA41-A34C-B7403408AC0F}"/>
              </a:ext>
            </a:extLst>
          </p:cNvPr>
          <p:cNvSpPr/>
          <p:nvPr/>
        </p:nvSpPr>
        <p:spPr>
          <a:xfrm flipV="1">
            <a:off x="6105431" y="2846092"/>
            <a:ext cx="1309977" cy="397284"/>
          </a:xfrm>
          <a:prstGeom prst="line">
            <a:avLst/>
          </a:prstGeom>
          <a:ln w="19050" cap="flat">
            <a:solidFill>
              <a:srgbClr val="D9DAD9"/>
            </a:solidFill>
            <a:prstDash val="dash"/>
            <a:headEnd type="none" w="sm" len="sm"/>
            <a:tailEnd type="oval" w="sm" len="sm"/>
          </a:ln>
        </p:spPr>
      </p:sp>
      <p:sp>
        <p:nvSpPr>
          <p:cNvPr id="33" name="AutoShape 9">
            <a:extLst>
              <a:ext uri="{FF2B5EF4-FFF2-40B4-BE49-F238E27FC236}">
                <a16:creationId xmlns:a16="http://schemas.microsoft.com/office/drawing/2014/main" id="{DFDCD65D-8698-2C49-9B6D-685529137F5F}"/>
              </a:ext>
            </a:extLst>
          </p:cNvPr>
          <p:cNvSpPr/>
          <p:nvPr/>
        </p:nvSpPr>
        <p:spPr>
          <a:xfrm>
            <a:off x="6105432" y="3628178"/>
            <a:ext cx="1309977" cy="397284"/>
          </a:xfrm>
          <a:prstGeom prst="line">
            <a:avLst/>
          </a:prstGeom>
          <a:ln w="19050" cap="flat">
            <a:solidFill>
              <a:srgbClr val="D9DAD9"/>
            </a:solidFill>
            <a:prstDash val="dash"/>
            <a:headEnd type="none" w="sm" len="sm"/>
            <a:tailEnd type="oval" w="sm" len="sm"/>
          </a:ln>
        </p:spPr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BC007D34-4D26-6B4A-9621-9377197439A3}"/>
              </a:ext>
            </a:extLst>
          </p:cNvPr>
          <p:cNvSpPr/>
          <p:nvPr/>
        </p:nvSpPr>
        <p:spPr>
          <a:xfrm>
            <a:off x="1851561" y="1290234"/>
            <a:ext cx="4277532" cy="4277532"/>
          </a:xfrm>
          <a:prstGeom prst="ellipse">
            <a:avLst/>
          </a:prstGeom>
          <a:gradFill flip="none" rotWithShape="1">
            <a:gsLst>
              <a:gs pos="0">
                <a:srgbClr val="009056"/>
              </a:gs>
              <a:gs pos="45000">
                <a:srgbClr val="3BBB8E"/>
              </a:gs>
              <a:gs pos="100000">
                <a:srgbClr val="C3FFC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8" name="圓角矩形 17">
            <a:extLst>
              <a:ext uri="{FF2B5EF4-FFF2-40B4-BE49-F238E27FC236}">
                <a16:creationId xmlns:a16="http://schemas.microsoft.com/office/drawing/2014/main" id="{4B4F112E-B8A7-7446-83AE-23ED87BE1DCB}"/>
              </a:ext>
            </a:extLst>
          </p:cNvPr>
          <p:cNvSpPr/>
          <p:nvPr/>
        </p:nvSpPr>
        <p:spPr>
          <a:xfrm>
            <a:off x="7039131" y="1322959"/>
            <a:ext cx="3502617" cy="693682"/>
          </a:xfrm>
          <a:prstGeom prst="roundRect">
            <a:avLst/>
          </a:prstGeom>
          <a:solidFill>
            <a:srgbClr val="F5F3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9" name="圓角矩形 18">
            <a:extLst>
              <a:ext uri="{FF2B5EF4-FFF2-40B4-BE49-F238E27FC236}">
                <a16:creationId xmlns:a16="http://schemas.microsoft.com/office/drawing/2014/main" id="{035DB119-76B7-3C46-AB78-7BDF9AA3E047}"/>
              </a:ext>
            </a:extLst>
          </p:cNvPr>
          <p:cNvSpPr/>
          <p:nvPr/>
        </p:nvSpPr>
        <p:spPr>
          <a:xfrm>
            <a:off x="7415410" y="2499450"/>
            <a:ext cx="3502617" cy="693682"/>
          </a:xfrm>
          <a:prstGeom prst="roundRect">
            <a:avLst/>
          </a:prstGeom>
          <a:solidFill>
            <a:srgbClr val="F5F3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0" name="圓角矩形 19">
            <a:extLst>
              <a:ext uri="{FF2B5EF4-FFF2-40B4-BE49-F238E27FC236}">
                <a16:creationId xmlns:a16="http://schemas.microsoft.com/office/drawing/2014/main" id="{E3C8C12E-5A1C-D743-99DD-1E254E02F647}"/>
              </a:ext>
            </a:extLst>
          </p:cNvPr>
          <p:cNvSpPr/>
          <p:nvPr/>
        </p:nvSpPr>
        <p:spPr>
          <a:xfrm>
            <a:off x="7415410" y="3675941"/>
            <a:ext cx="3502617" cy="693682"/>
          </a:xfrm>
          <a:prstGeom prst="roundRect">
            <a:avLst/>
          </a:prstGeom>
          <a:solidFill>
            <a:srgbClr val="F5F3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1" name="圓角矩形 20">
            <a:extLst>
              <a:ext uri="{FF2B5EF4-FFF2-40B4-BE49-F238E27FC236}">
                <a16:creationId xmlns:a16="http://schemas.microsoft.com/office/drawing/2014/main" id="{8CCB96D2-CB8C-CE4D-ADE3-6DBD037C42DF}"/>
              </a:ext>
            </a:extLst>
          </p:cNvPr>
          <p:cNvSpPr/>
          <p:nvPr/>
        </p:nvSpPr>
        <p:spPr>
          <a:xfrm>
            <a:off x="7039131" y="4852432"/>
            <a:ext cx="3502617" cy="693682"/>
          </a:xfrm>
          <a:prstGeom prst="roundRect">
            <a:avLst/>
          </a:prstGeom>
          <a:solidFill>
            <a:srgbClr val="F5F3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5" name="AutoShape 9">
            <a:extLst>
              <a:ext uri="{FF2B5EF4-FFF2-40B4-BE49-F238E27FC236}">
                <a16:creationId xmlns:a16="http://schemas.microsoft.com/office/drawing/2014/main" id="{FDD45B43-74F3-AF49-AF68-2579A6CFC1A5}"/>
              </a:ext>
            </a:extLst>
          </p:cNvPr>
          <p:cNvSpPr/>
          <p:nvPr/>
        </p:nvSpPr>
        <p:spPr>
          <a:xfrm flipV="1">
            <a:off x="5841124" y="1669799"/>
            <a:ext cx="1179515" cy="693681"/>
          </a:xfrm>
          <a:prstGeom prst="line">
            <a:avLst/>
          </a:prstGeom>
          <a:ln w="19050" cap="flat">
            <a:solidFill>
              <a:srgbClr val="D9DAD9"/>
            </a:solidFill>
            <a:prstDash val="dash"/>
            <a:headEnd type="none" w="sm" len="sm"/>
            <a:tailEnd type="oval" w="sm" len="sm"/>
          </a:ln>
        </p:spPr>
      </p:sp>
      <p:sp>
        <p:nvSpPr>
          <p:cNvPr id="26" name="橢圓 25">
            <a:extLst>
              <a:ext uri="{FF2B5EF4-FFF2-40B4-BE49-F238E27FC236}">
                <a16:creationId xmlns:a16="http://schemas.microsoft.com/office/drawing/2014/main" id="{7A093D62-4F50-BE48-A196-3BF3448AB46F}"/>
              </a:ext>
            </a:extLst>
          </p:cNvPr>
          <p:cNvSpPr/>
          <p:nvPr/>
        </p:nvSpPr>
        <p:spPr>
          <a:xfrm>
            <a:off x="6985047" y="1618199"/>
            <a:ext cx="108165" cy="108165"/>
          </a:xfrm>
          <a:prstGeom prst="ellipse">
            <a:avLst/>
          </a:prstGeom>
          <a:solidFill>
            <a:srgbClr val="009056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8" name="橢圓 27">
            <a:extLst>
              <a:ext uri="{FF2B5EF4-FFF2-40B4-BE49-F238E27FC236}">
                <a16:creationId xmlns:a16="http://schemas.microsoft.com/office/drawing/2014/main" id="{CE74ED94-6AAB-4C49-A3C4-36D492B73EC5}"/>
              </a:ext>
            </a:extLst>
          </p:cNvPr>
          <p:cNvSpPr/>
          <p:nvPr/>
        </p:nvSpPr>
        <p:spPr>
          <a:xfrm>
            <a:off x="7361327" y="2792208"/>
            <a:ext cx="108165" cy="108165"/>
          </a:xfrm>
          <a:prstGeom prst="ellipse">
            <a:avLst/>
          </a:prstGeom>
          <a:solidFill>
            <a:srgbClr val="0090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9" name="橢圓 28">
            <a:extLst>
              <a:ext uri="{FF2B5EF4-FFF2-40B4-BE49-F238E27FC236}">
                <a16:creationId xmlns:a16="http://schemas.microsoft.com/office/drawing/2014/main" id="{4FF2C026-FFD9-F140-A59E-0637F559D3D7}"/>
              </a:ext>
            </a:extLst>
          </p:cNvPr>
          <p:cNvSpPr/>
          <p:nvPr/>
        </p:nvSpPr>
        <p:spPr>
          <a:xfrm>
            <a:off x="7361326" y="3968699"/>
            <a:ext cx="108165" cy="108165"/>
          </a:xfrm>
          <a:prstGeom prst="ellipse">
            <a:avLst/>
          </a:prstGeom>
          <a:solidFill>
            <a:srgbClr val="0090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2" name="AutoShape 9">
            <a:extLst>
              <a:ext uri="{FF2B5EF4-FFF2-40B4-BE49-F238E27FC236}">
                <a16:creationId xmlns:a16="http://schemas.microsoft.com/office/drawing/2014/main" id="{E3D96221-CD4A-B147-890A-216E46EF42BE}"/>
              </a:ext>
            </a:extLst>
          </p:cNvPr>
          <p:cNvSpPr/>
          <p:nvPr/>
        </p:nvSpPr>
        <p:spPr>
          <a:xfrm>
            <a:off x="5827374" y="4501199"/>
            <a:ext cx="1179515" cy="693681"/>
          </a:xfrm>
          <a:prstGeom prst="line">
            <a:avLst/>
          </a:prstGeom>
          <a:ln w="19050" cap="flat">
            <a:solidFill>
              <a:srgbClr val="D9DAD9"/>
            </a:solidFill>
            <a:prstDash val="dash"/>
            <a:headEnd type="none" w="sm" len="sm"/>
            <a:tailEnd type="oval" w="sm" len="sm"/>
          </a:ln>
        </p:spPr>
      </p:sp>
      <p:sp>
        <p:nvSpPr>
          <p:cNvPr id="30" name="橢圓 29">
            <a:extLst>
              <a:ext uri="{FF2B5EF4-FFF2-40B4-BE49-F238E27FC236}">
                <a16:creationId xmlns:a16="http://schemas.microsoft.com/office/drawing/2014/main" id="{38D553DF-A323-D748-BE3E-4EF551D98782}"/>
              </a:ext>
            </a:extLst>
          </p:cNvPr>
          <p:cNvSpPr/>
          <p:nvPr/>
        </p:nvSpPr>
        <p:spPr>
          <a:xfrm>
            <a:off x="6985046" y="5145190"/>
            <a:ext cx="108165" cy="108165"/>
          </a:xfrm>
          <a:prstGeom prst="ellipse">
            <a:avLst/>
          </a:prstGeom>
          <a:solidFill>
            <a:srgbClr val="0090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5" name="Google Shape;512;p14">
            <a:extLst>
              <a:ext uri="{FF2B5EF4-FFF2-40B4-BE49-F238E27FC236}">
                <a16:creationId xmlns:a16="http://schemas.microsoft.com/office/drawing/2014/main" id="{B8C49867-64A1-1649-B8C6-80C07192C580}"/>
              </a:ext>
            </a:extLst>
          </p:cNvPr>
          <p:cNvSpPr txBox="1">
            <a:spLocks noGrp="1"/>
          </p:cNvSpPr>
          <p:nvPr/>
        </p:nvSpPr>
        <p:spPr>
          <a:xfrm>
            <a:off x="7313198" y="1386973"/>
            <a:ext cx="2605030" cy="53411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>
            <a:lvl1pPr marL="228600" lvl="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 panose="020B0604020202020204" pitchFamily="34" charset="0"/>
              <a:buNone/>
              <a:defRPr sz="1400" b="0" i="0" kern="12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685800" lvl="1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en-US" dirty="0"/>
              <a:t>請在</a:t>
            </a:r>
            <a:r>
              <a:rPr lang="zh-CN" altLang="en-US" dirty="0"/>
              <a:t>這裡說明第一個要點</a:t>
            </a:r>
            <a:endParaRPr dirty="0"/>
          </a:p>
        </p:txBody>
      </p:sp>
      <p:sp>
        <p:nvSpPr>
          <p:cNvPr id="36" name="Google Shape;512;p14">
            <a:extLst>
              <a:ext uri="{FF2B5EF4-FFF2-40B4-BE49-F238E27FC236}">
                <a16:creationId xmlns:a16="http://schemas.microsoft.com/office/drawing/2014/main" id="{2E74773E-1A58-5041-8B72-527E3B01A5C7}"/>
              </a:ext>
            </a:extLst>
          </p:cNvPr>
          <p:cNvSpPr txBox="1">
            <a:spLocks noGrp="1"/>
          </p:cNvSpPr>
          <p:nvPr/>
        </p:nvSpPr>
        <p:spPr>
          <a:xfrm>
            <a:off x="7669234" y="2576554"/>
            <a:ext cx="2671205" cy="53411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>
            <a:lvl1pPr marL="228600" lvl="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 panose="020B0604020202020204" pitchFamily="34" charset="0"/>
              <a:buNone/>
              <a:defRPr sz="1400" b="0" i="0" kern="12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685800" lvl="1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en-US" dirty="0"/>
              <a:t>請在</a:t>
            </a:r>
            <a:r>
              <a:rPr lang="zh-CN" altLang="en-US" dirty="0"/>
              <a:t>這裡說明第二個要點</a:t>
            </a:r>
            <a:endParaRPr dirty="0"/>
          </a:p>
        </p:txBody>
      </p:sp>
      <p:sp>
        <p:nvSpPr>
          <p:cNvPr id="37" name="Google Shape;512;p14">
            <a:extLst>
              <a:ext uri="{FF2B5EF4-FFF2-40B4-BE49-F238E27FC236}">
                <a16:creationId xmlns:a16="http://schemas.microsoft.com/office/drawing/2014/main" id="{1E5039CB-1B55-9142-956A-1CD03E4E1AB5}"/>
              </a:ext>
            </a:extLst>
          </p:cNvPr>
          <p:cNvSpPr txBox="1">
            <a:spLocks noGrp="1"/>
          </p:cNvSpPr>
          <p:nvPr/>
        </p:nvSpPr>
        <p:spPr>
          <a:xfrm>
            <a:off x="7669234" y="3753045"/>
            <a:ext cx="2764349" cy="53411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>
            <a:lvl1pPr marL="228600" lvl="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 panose="020B0604020202020204" pitchFamily="34" charset="0"/>
              <a:buNone/>
              <a:defRPr sz="1400" b="0" i="0" kern="12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685800" lvl="1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en-US" dirty="0"/>
              <a:t>請在</a:t>
            </a:r>
            <a:r>
              <a:rPr lang="zh-CN" altLang="en-US" dirty="0"/>
              <a:t>這裡說明第三個要點</a:t>
            </a:r>
            <a:endParaRPr dirty="0"/>
          </a:p>
        </p:txBody>
      </p:sp>
      <p:sp>
        <p:nvSpPr>
          <p:cNvPr id="38" name="Google Shape;512;p14">
            <a:extLst>
              <a:ext uri="{FF2B5EF4-FFF2-40B4-BE49-F238E27FC236}">
                <a16:creationId xmlns:a16="http://schemas.microsoft.com/office/drawing/2014/main" id="{C55C4361-CE08-C94F-BD0F-12A066FCE612}"/>
              </a:ext>
            </a:extLst>
          </p:cNvPr>
          <p:cNvSpPr txBox="1">
            <a:spLocks noGrp="1"/>
          </p:cNvSpPr>
          <p:nvPr/>
        </p:nvSpPr>
        <p:spPr>
          <a:xfrm>
            <a:off x="7313197" y="4903836"/>
            <a:ext cx="2605031" cy="53411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>
            <a:lvl1pPr marL="228600" lvl="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 panose="020B0604020202020204" pitchFamily="34" charset="0"/>
              <a:buNone/>
              <a:defRPr sz="1400" b="0" i="0" kern="12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685800" lvl="1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en-US" dirty="0"/>
              <a:t>請在</a:t>
            </a:r>
            <a:r>
              <a:rPr lang="zh-CN" altLang="en-US" dirty="0"/>
              <a:t>這裡說明第四個要點</a:t>
            </a:r>
            <a:endParaRPr dirty="0"/>
          </a:p>
        </p:txBody>
      </p:sp>
      <p:sp>
        <p:nvSpPr>
          <p:cNvPr id="23" name="Google Shape;645;p22">
            <a:extLst>
              <a:ext uri="{FF2B5EF4-FFF2-40B4-BE49-F238E27FC236}">
                <a16:creationId xmlns:a16="http://schemas.microsoft.com/office/drawing/2014/main" id="{950A551C-F87D-964A-ADE3-637C4FD8C595}"/>
              </a:ext>
            </a:extLst>
          </p:cNvPr>
          <p:cNvSpPr txBox="1">
            <a:spLocks/>
          </p:cNvSpPr>
          <p:nvPr/>
        </p:nvSpPr>
        <p:spPr>
          <a:xfrm rot="5400000">
            <a:off x="-1043451" y="1613707"/>
            <a:ext cx="3002424" cy="31570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SzPct val="318181"/>
              <a:buFont typeface="Arial" panose="020B0604020202020204" pitchFamily="34" charset="0"/>
              <a:buNone/>
            </a:pPr>
            <a:r>
              <a:rPr lang="en-US" sz="1200" spc="100" dirty="0">
                <a:solidFill>
                  <a:schemeClr val="bg1"/>
                </a:solidFill>
              </a:rPr>
              <a:t>Tittle</a:t>
            </a:r>
          </a:p>
        </p:txBody>
      </p:sp>
      <p:pic>
        <p:nvPicPr>
          <p:cNvPr id="24" name="圖片 23">
            <a:extLst>
              <a:ext uri="{FF2B5EF4-FFF2-40B4-BE49-F238E27FC236}">
                <a16:creationId xmlns:a16="http://schemas.microsoft.com/office/drawing/2014/main" id="{623B796C-20DA-F743-BB81-58F3FF3B6AC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28092" y="1488208"/>
            <a:ext cx="3900807" cy="3900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405153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AutoShape 9">
            <a:extLst>
              <a:ext uri="{FF2B5EF4-FFF2-40B4-BE49-F238E27FC236}">
                <a16:creationId xmlns:a16="http://schemas.microsoft.com/office/drawing/2014/main" id="{2813475E-BC17-AA41-A34C-B7403408AC0F}"/>
              </a:ext>
            </a:extLst>
          </p:cNvPr>
          <p:cNvSpPr/>
          <p:nvPr/>
        </p:nvSpPr>
        <p:spPr>
          <a:xfrm flipV="1">
            <a:off x="6105431" y="2846092"/>
            <a:ext cx="1309977" cy="397284"/>
          </a:xfrm>
          <a:prstGeom prst="line">
            <a:avLst/>
          </a:prstGeom>
          <a:ln w="19050" cap="flat">
            <a:solidFill>
              <a:srgbClr val="D9DAD9"/>
            </a:solidFill>
            <a:prstDash val="dash"/>
            <a:headEnd type="none" w="sm" len="sm"/>
            <a:tailEnd type="oval" w="sm" len="sm"/>
          </a:ln>
        </p:spPr>
      </p:sp>
      <p:sp>
        <p:nvSpPr>
          <p:cNvPr id="33" name="AutoShape 9">
            <a:extLst>
              <a:ext uri="{FF2B5EF4-FFF2-40B4-BE49-F238E27FC236}">
                <a16:creationId xmlns:a16="http://schemas.microsoft.com/office/drawing/2014/main" id="{DFDCD65D-8698-2C49-9B6D-685529137F5F}"/>
              </a:ext>
            </a:extLst>
          </p:cNvPr>
          <p:cNvSpPr/>
          <p:nvPr/>
        </p:nvSpPr>
        <p:spPr>
          <a:xfrm>
            <a:off x="6105432" y="3628178"/>
            <a:ext cx="1309977" cy="397284"/>
          </a:xfrm>
          <a:prstGeom prst="line">
            <a:avLst/>
          </a:prstGeom>
          <a:ln w="19050" cap="flat">
            <a:solidFill>
              <a:srgbClr val="D9DAD9"/>
            </a:solidFill>
            <a:prstDash val="dash"/>
            <a:headEnd type="none" w="sm" len="sm"/>
            <a:tailEnd type="oval" w="sm" len="sm"/>
          </a:ln>
        </p:spPr>
      </p:sp>
      <p:sp>
        <p:nvSpPr>
          <p:cNvPr id="18" name="圓角矩形 17">
            <a:extLst>
              <a:ext uri="{FF2B5EF4-FFF2-40B4-BE49-F238E27FC236}">
                <a16:creationId xmlns:a16="http://schemas.microsoft.com/office/drawing/2014/main" id="{4B4F112E-B8A7-7446-83AE-23ED87BE1DCB}"/>
              </a:ext>
            </a:extLst>
          </p:cNvPr>
          <p:cNvSpPr/>
          <p:nvPr/>
        </p:nvSpPr>
        <p:spPr>
          <a:xfrm>
            <a:off x="7039131" y="1322959"/>
            <a:ext cx="3502617" cy="693682"/>
          </a:xfrm>
          <a:prstGeom prst="roundRect">
            <a:avLst/>
          </a:prstGeom>
          <a:solidFill>
            <a:srgbClr val="F5F3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9" name="圓角矩形 18">
            <a:extLst>
              <a:ext uri="{FF2B5EF4-FFF2-40B4-BE49-F238E27FC236}">
                <a16:creationId xmlns:a16="http://schemas.microsoft.com/office/drawing/2014/main" id="{035DB119-76B7-3C46-AB78-7BDF9AA3E047}"/>
              </a:ext>
            </a:extLst>
          </p:cNvPr>
          <p:cNvSpPr/>
          <p:nvPr/>
        </p:nvSpPr>
        <p:spPr>
          <a:xfrm>
            <a:off x="7415410" y="2499450"/>
            <a:ext cx="3502617" cy="693682"/>
          </a:xfrm>
          <a:prstGeom prst="roundRect">
            <a:avLst/>
          </a:prstGeom>
          <a:solidFill>
            <a:srgbClr val="F5F3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0" name="圓角矩形 19">
            <a:extLst>
              <a:ext uri="{FF2B5EF4-FFF2-40B4-BE49-F238E27FC236}">
                <a16:creationId xmlns:a16="http://schemas.microsoft.com/office/drawing/2014/main" id="{E3C8C12E-5A1C-D743-99DD-1E254E02F647}"/>
              </a:ext>
            </a:extLst>
          </p:cNvPr>
          <p:cNvSpPr/>
          <p:nvPr/>
        </p:nvSpPr>
        <p:spPr>
          <a:xfrm>
            <a:off x="7415410" y="3675941"/>
            <a:ext cx="3502617" cy="693682"/>
          </a:xfrm>
          <a:prstGeom prst="roundRect">
            <a:avLst/>
          </a:prstGeom>
          <a:solidFill>
            <a:srgbClr val="F5F3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1" name="圓角矩形 20">
            <a:extLst>
              <a:ext uri="{FF2B5EF4-FFF2-40B4-BE49-F238E27FC236}">
                <a16:creationId xmlns:a16="http://schemas.microsoft.com/office/drawing/2014/main" id="{8CCB96D2-CB8C-CE4D-ADE3-6DBD037C42DF}"/>
              </a:ext>
            </a:extLst>
          </p:cNvPr>
          <p:cNvSpPr/>
          <p:nvPr/>
        </p:nvSpPr>
        <p:spPr>
          <a:xfrm>
            <a:off x="7039131" y="4852432"/>
            <a:ext cx="3502617" cy="693682"/>
          </a:xfrm>
          <a:prstGeom prst="roundRect">
            <a:avLst/>
          </a:prstGeom>
          <a:solidFill>
            <a:srgbClr val="F5F3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5" name="AutoShape 9">
            <a:extLst>
              <a:ext uri="{FF2B5EF4-FFF2-40B4-BE49-F238E27FC236}">
                <a16:creationId xmlns:a16="http://schemas.microsoft.com/office/drawing/2014/main" id="{FDD45B43-74F3-AF49-AF68-2579A6CFC1A5}"/>
              </a:ext>
            </a:extLst>
          </p:cNvPr>
          <p:cNvSpPr/>
          <p:nvPr/>
        </p:nvSpPr>
        <p:spPr>
          <a:xfrm flipV="1">
            <a:off x="5841124" y="1669799"/>
            <a:ext cx="1179515" cy="693681"/>
          </a:xfrm>
          <a:prstGeom prst="line">
            <a:avLst/>
          </a:prstGeom>
          <a:ln w="19050" cap="flat">
            <a:solidFill>
              <a:srgbClr val="D9DAD9"/>
            </a:solidFill>
            <a:prstDash val="dash"/>
            <a:headEnd type="none" w="sm" len="sm"/>
            <a:tailEnd type="oval" w="sm" len="sm"/>
          </a:ln>
        </p:spPr>
      </p:sp>
      <p:sp>
        <p:nvSpPr>
          <p:cNvPr id="26" name="橢圓 25">
            <a:extLst>
              <a:ext uri="{FF2B5EF4-FFF2-40B4-BE49-F238E27FC236}">
                <a16:creationId xmlns:a16="http://schemas.microsoft.com/office/drawing/2014/main" id="{7A093D62-4F50-BE48-A196-3BF3448AB46F}"/>
              </a:ext>
            </a:extLst>
          </p:cNvPr>
          <p:cNvSpPr/>
          <p:nvPr/>
        </p:nvSpPr>
        <p:spPr>
          <a:xfrm>
            <a:off x="6985047" y="1618199"/>
            <a:ext cx="108165" cy="108165"/>
          </a:xfrm>
          <a:prstGeom prst="ellipse">
            <a:avLst/>
          </a:prstGeom>
          <a:solidFill>
            <a:srgbClr val="009056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8" name="橢圓 27">
            <a:extLst>
              <a:ext uri="{FF2B5EF4-FFF2-40B4-BE49-F238E27FC236}">
                <a16:creationId xmlns:a16="http://schemas.microsoft.com/office/drawing/2014/main" id="{CE74ED94-6AAB-4C49-A3C4-36D492B73EC5}"/>
              </a:ext>
            </a:extLst>
          </p:cNvPr>
          <p:cNvSpPr/>
          <p:nvPr/>
        </p:nvSpPr>
        <p:spPr>
          <a:xfrm>
            <a:off x="7361327" y="2792208"/>
            <a:ext cx="108165" cy="108165"/>
          </a:xfrm>
          <a:prstGeom prst="ellipse">
            <a:avLst/>
          </a:prstGeom>
          <a:solidFill>
            <a:srgbClr val="0090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9" name="橢圓 28">
            <a:extLst>
              <a:ext uri="{FF2B5EF4-FFF2-40B4-BE49-F238E27FC236}">
                <a16:creationId xmlns:a16="http://schemas.microsoft.com/office/drawing/2014/main" id="{4FF2C026-FFD9-F140-A59E-0637F559D3D7}"/>
              </a:ext>
            </a:extLst>
          </p:cNvPr>
          <p:cNvSpPr/>
          <p:nvPr/>
        </p:nvSpPr>
        <p:spPr>
          <a:xfrm>
            <a:off x="7361326" y="3968699"/>
            <a:ext cx="108165" cy="108165"/>
          </a:xfrm>
          <a:prstGeom prst="ellipse">
            <a:avLst/>
          </a:prstGeom>
          <a:solidFill>
            <a:srgbClr val="0090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2" name="AutoShape 9">
            <a:extLst>
              <a:ext uri="{FF2B5EF4-FFF2-40B4-BE49-F238E27FC236}">
                <a16:creationId xmlns:a16="http://schemas.microsoft.com/office/drawing/2014/main" id="{E3D96221-CD4A-B147-890A-216E46EF42BE}"/>
              </a:ext>
            </a:extLst>
          </p:cNvPr>
          <p:cNvSpPr/>
          <p:nvPr/>
        </p:nvSpPr>
        <p:spPr>
          <a:xfrm>
            <a:off x="5827374" y="4501199"/>
            <a:ext cx="1179515" cy="693681"/>
          </a:xfrm>
          <a:prstGeom prst="line">
            <a:avLst/>
          </a:prstGeom>
          <a:ln w="19050" cap="flat">
            <a:solidFill>
              <a:srgbClr val="D9DAD9"/>
            </a:solidFill>
            <a:prstDash val="dash"/>
            <a:headEnd type="none" w="sm" len="sm"/>
            <a:tailEnd type="oval" w="sm" len="sm"/>
          </a:ln>
        </p:spPr>
      </p:sp>
      <p:sp>
        <p:nvSpPr>
          <p:cNvPr id="30" name="橢圓 29">
            <a:extLst>
              <a:ext uri="{FF2B5EF4-FFF2-40B4-BE49-F238E27FC236}">
                <a16:creationId xmlns:a16="http://schemas.microsoft.com/office/drawing/2014/main" id="{38D553DF-A323-D748-BE3E-4EF551D98782}"/>
              </a:ext>
            </a:extLst>
          </p:cNvPr>
          <p:cNvSpPr/>
          <p:nvPr/>
        </p:nvSpPr>
        <p:spPr>
          <a:xfrm>
            <a:off x="6985046" y="5145190"/>
            <a:ext cx="108165" cy="108165"/>
          </a:xfrm>
          <a:prstGeom prst="ellipse">
            <a:avLst/>
          </a:prstGeom>
          <a:solidFill>
            <a:srgbClr val="0090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5" name="Google Shape;512;p14">
            <a:extLst>
              <a:ext uri="{FF2B5EF4-FFF2-40B4-BE49-F238E27FC236}">
                <a16:creationId xmlns:a16="http://schemas.microsoft.com/office/drawing/2014/main" id="{B8C49867-64A1-1649-B8C6-80C07192C580}"/>
              </a:ext>
            </a:extLst>
          </p:cNvPr>
          <p:cNvSpPr txBox="1">
            <a:spLocks noGrp="1"/>
          </p:cNvSpPr>
          <p:nvPr/>
        </p:nvSpPr>
        <p:spPr>
          <a:xfrm>
            <a:off x="7313198" y="1386973"/>
            <a:ext cx="2605030" cy="53411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>
            <a:lvl1pPr marL="228600" lvl="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 panose="020B0604020202020204" pitchFamily="34" charset="0"/>
              <a:buNone/>
              <a:defRPr sz="1400" b="0" i="0" kern="12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685800" lvl="1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en-US" dirty="0"/>
              <a:t>請在</a:t>
            </a:r>
            <a:r>
              <a:rPr lang="zh-CN" altLang="en-US" dirty="0"/>
              <a:t>這裡說明第一個要點</a:t>
            </a:r>
            <a:endParaRPr dirty="0"/>
          </a:p>
        </p:txBody>
      </p:sp>
      <p:sp>
        <p:nvSpPr>
          <p:cNvPr id="36" name="Google Shape;512;p14">
            <a:extLst>
              <a:ext uri="{FF2B5EF4-FFF2-40B4-BE49-F238E27FC236}">
                <a16:creationId xmlns:a16="http://schemas.microsoft.com/office/drawing/2014/main" id="{2E74773E-1A58-5041-8B72-527E3B01A5C7}"/>
              </a:ext>
            </a:extLst>
          </p:cNvPr>
          <p:cNvSpPr txBox="1">
            <a:spLocks noGrp="1"/>
          </p:cNvSpPr>
          <p:nvPr/>
        </p:nvSpPr>
        <p:spPr>
          <a:xfrm>
            <a:off x="7669234" y="2576554"/>
            <a:ext cx="2671205" cy="53411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>
            <a:lvl1pPr marL="228600" lvl="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 panose="020B0604020202020204" pitchFamily="34" charset="0"/>
              <a:buNone/>
              <a:defRPr sz="1400" b="0" i="0" kern="12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685800" lvl="1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en-US" dirty="0"/>
              <a:t>請在</a:t>
            </a:r>
            <a:r>
              <a:rPr lang="zh-CN" altLang="en-US" dirty="0"/>
              <a:t>這裡說明第二個要點</a:t>
            </a:r>
            <a:endParaRPr dirty="0"/>
          </a:p>
        </p:txBody>
      </p:sp>
      <p:sp>
        <p:nvSpPr>
          <p:cNvPr id="37" name="Google Shape;512;p14">
            <a:extLst>
              <a:ext uri="{FF2B5EF4-FFF2-40B4-BE49-F238E27FC236}">
                <a16:creationId xmlns:a16="http://schemas.microsoft.com/office/drawing/2014/main" id="{1E5039CB-1B55-9142-956A-1CD03E4E1AB5}"/>
              </a:ext>
            </a:extLst>
          </p:cNvPr>
          <p:cNvSpPr txBox="1">
            <a:spLocks noGrp="1"/>
          </p:cNvSpPr>
          <p:nvPr/>
        </p:nvSpPr>
        <p:spPr>
          <a:xfrm>
            <a:off x="7669234" y="3753045"/>
            <a:ext cx="2764349" cy="53411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>
            <a:lvl1pPr marL="228600" lvl="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 panose="020B0604020202020204" pitchFamily="34" charset="0"/>
              <a:buNone/>
              <a:defRPr sz="1400" b="0" i="0" kern="12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685800" lvl="1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en-US" dirty="0"/>
              <a:t>請在</a:t>
            </a:r>
            <a:r>
              <a:rPr lang="zh-CN" altLang="en-US" dirty="0"/>
              <a:t>這裡說明第三個要點</a:t>
            </a:r>
            <a:endParaRPr dirty="0"/>
          </a:p>
        </p:txBody>
      </p:sp>
      <p:sp>
        <p:nvSpPr>
          <p:cNvPr id="38" name="Google Shape;512;p14">
            <a:extLst>
              <a:ext uri="{FF2B5EF4-FFF2-40B4-BE49-F238E27FC236}">
                <a16:creationId xmlns:a16="http://schemas.microsoft.com/office/drawing/2014/main" id="{C55C4361-CE08-C94F-BD0F-12A066FCE612}"/>
              </a:ext>
            </a:extLst>
          </p:cNvPr>
          <p:cNvSpPr txBox="1">
            <a:spLocks noGrp="1"/>
          </p:cNvSpPr>
          <p:nvPr/>
        </p:nvSpPr>
        <p:spPr>
          <a:xfrm>
            <a:off x="7313197" y="4903836"/>
            <a:ext cx="2605031" cy="53411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>
            <a:lvl1pPr marL="228600" lvl="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 panose="020B0604020202020204" pitchFamily="34" charset="0"/>
              <a:buNone/>
              <a:defRPr sz="1400" b="0" i="0" kern="12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685800" lvl="1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en-US" dirty="0"/>
              <a:t>請在</a:t>
            </a:r>
            <a:r>
              <a:rPr lang="zh-CN" altLang="en-US" dirty="0"/>
              <a:t>這裡說明第四個要點</a:t>
            </a:r>
            <a:endParaRPr dirty="0"/>
          </a:p>
        </p:txBody>
      </p:sp>
      <p:sp>
        <p:nvSpPr>
          <p:cNvPr id="23" name="Google Shape;645;p22">
            <a:extLst>
              <a:ext uri="{FF2B5EF4-FFF2-40B4-BE49-F238E27FC236}">
                <a16:creationId xmlns:a16="http://schemas.microsoft.com/office/drawing/2014/main" id="{950A551C-F87D-964A-ADE3-637C4FD8C595}"/>
              </a:ext>
            </a:extLst>
          </p:cNvPr>
          <p:cNvSpPr txBox="1">
            <a:spLocks/>
          </p:cNvSpPr>
          <p:nvPr/>
        </p:nvSpPr>
        <p:spPr>
          <a:xfrm rot="5400000">
            <a:off x="-1043451" y="1613707"/>
            <a:ext cx="3002424" cy="31570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SzPct val="318181"/>
              <a:buFont typeface="Arial" panose="020B0604020202020204" pitchFamily="34" charset="0"/>
              <a:buNone/>
            </a:pPr>
            <a:r>
              <a:rPr lang="en-US" sz="1200" spc="100" dirty="0">
                <a:solidFill>
                  <a:schemeClr val="bg1"/>
                </a:solidFill>
              </a:rPr>
              <a:t>Tittle</a:t>
            </a:r>
          </a:p>
        </p:txBody>
      </p:sp>
      <p:sp>
        <p:nvSpPr>
          <p:cNvPr id="27" name="橢圓 26">
            <a:extLst>
              <a:ext uri="{FF2B5EF4-FFF2-40B4-BE49-F238E27FC236}">
                <a16:creationId xmlns:a16="http://schemas.microsoft.com/office/drawing/2014/main" id="{E9027538-C6A8-4542-B929-E08C3FEBFD4B}"/>
              </a:ext>
            </a:extLst>
          </p:cNvPr>
          <p:cNvSpPr/>
          <p:nvPr/>
        </p:nvSpPr>
        <p:spPr>
          <a:xfrm>
            <a:off x="1851561" y="1290234"/>
            <a:ext cx="4277532" cy="4277532"/>
          </a:xfrm>
          <a:prstGeom prst="ellipse">
            <a:avLst/>
          </a:prstGeom>
          <a:gradFill flip="none" rotWithShape="1">
            <a:gsLst>
              <a:gs pos="0">
                <a:srgbClr val="009056"/>
              </a:gs>
              <a:gs pos="45000">
                <a:srgbClr val="3BBB8E"/>
              </a:gs>
              <a:gs pos="100000">
                <a:srgbClr val="C3FFC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pic>
        <p:nvPicPr>
          <p:cNvPr id="24" name="圖片 23">
            <a:extLst>
              <a:ext uri="{FF2B5EF4-FFF2-40B4-BE49-F238E27FC236}">
                <a16:creationId xmlns:a16="http://schemas.microsoft.com/office/drawing/2014/main" id="{549DE2D7-1EE2-6B4A-8652-F59422877811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43909" y="1477316"/>
            <a:ext cx="3900807" cy="3900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562326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AutoShape 9">
            <a:extLst>
              <a:ext uri="{FF2B5EF4-FFF2-40B4-BE49-F238E27FC236}">
                <a16:creationId xmlns:a16="http://schemas.microsoft.com/office/drawing/2014/main" id="{2813475E-BC17-AA41-A34C-B7403408AC0F}"/>
              </a:ext>
            </a:extLst>
          </p:cNvPr>
          <p:cNvSpPr/>
          <p:nvPr/>
        </p:nvSpPr>
        <p:spPr>
          <a:xfrm flipV="1">
            <a:off x="6105431" y="2846092"/>
            <a:ext cx="1309977" cy="397284"/>
          </a:xfrm>
          <a:prstGeom prst="line">
            <a:avLst/>
          </a:prstGeom>
          <a:ln w="19050" cap="flat">
            <a:solidFill>
              <a:srgbClr val="D9DAD9"/>
            </a:solidFill>
            <a:prstDash val="dash"/>
            <a:headEnd type="none" w="sm" len="sm"/>
            <a:tailEnd type="oval" w="sm" len="sm"/>
          </a:ln>
        </p:spPr>
      </p:sp>
      <p:sp>
        <p:nvSpPr>
          <p:cNvPr id="33" name="AutoShape 9">
            <a:extLst>
              <a:ext uri="{FF2B5EF4-FFF2-40B4-BE49-F238E27FC236}">
                <a16:creationId xmlns:a16="http://schemas.microsoft.com/office/drawing/2014/main" id="{DFDCD65D-8698-2C49-9B6D-685529137F5F}"/>
              </a:ext>
            </a:extLst>
          </p:cNvPr>
          <p:cNvSpPr/>
          <p:nvPr/>
        </p:nvSpPr>
        <p:spPr>
          <a:xfrm>
            <a:off x="6105432" y="3628178"/>
            <a:ext cx="1309977" cy="397284"/>
          </a:xfrm>
          <a:prstGeom prst="line">
            <a:avLst/>
          </a:prstGeom>
          <a:ln w="19050" cap="flat">
            <a:solidFill>
              <a:srgbClr val="D9DAD9"/>
            </a:solidFill>
            <a:prstDash val="dash"/>
            <a:headEnd type="none" w="sm" len="sm"/>
            <a:tailEnd type="oval" w="sm" len="sm"/>
          </a:ln>
        </p:spPr>
      </p:sp>
      <p:sp>
        <p:nvSpPr>
          <p:cNvPr id="18" name="圓角矩形 17">
            <a:extLst>
              <a:ext uri="{FF2B5EF4-FFF2-40B4-BE49-F238E27FC236}">
                <a16:creationId xmlns:a16="http://schemas.microsoft.com/office/drawing/2014/main" id="{4B4F112E-B8A7-7446-83AE-23ED87BE1DCB}"/>
              </a:ext>
            </a:extLst>
          </p:cNvPr>
          <p:cNvSpPr/>
          <p:nvPr/>
        </p:nvSpPr>
        <p:spPr>
          <a:xfrm>
            <a:off x="7039131" y="1322959"/>
            <a:ext cx="3502617" cy="693682"/>
          </a:xfrm>
          <a:prstGeom prst="roundRect">
            <a:avLst/>
          </a:prstGeom>
          <a:solidFill>
            <a:srgbClr val="F5F3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9" name="圓角矩形 18">
            <a:extLst>
              <a:ext uri="{FF2B5EF4-FFF2-40B4-BE49-F238E27FC236}">
                <a16:creationId xmlns:a16="http://schemas.microsoft.com/office/drawing/2014/main" id="{035DB119-76B7-3C46-AB78-7BDF9AA3E047}"/>
              </a:ext>
            </a:extLst>
          </p:cNvPr>
          <p:cNvSpPr/>
          <p:nvPr/>
        </p:nvSpPr>
        <p:spPr>
          <a:xfrm>
            <a:off x="7415410" y="2499450"/>
            <a:ext cx="3502617" cy="693682"/>
          </a:xfrm>
          <a:prstGeom prst="roundRect">
            <a:avLst/>
          </a:prstGeom>
          <a:solidFill>
            <a:srgbClr val="F5F3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0" name="圓角矩形 19">
            <a:extLst>
              <a:ext uri="{FF2B5EF4-FFF2-40B4-BE49-F238E27FC236}">
                <a16:creationId xmlns:a16="http://schemas.microsoft.com/office/drawing/2014/main" id="{E3C8C12E-5A1C-D743-99DD-1E254E02F647}"/>
              </a:ext>
            </a:extLst>
          </p:cNvPr>
          <p:cNvSpPr/>
          <p:nvPr/>
        </p:nvSpPr>
        <p:spPr>
          <a:xfrm>
            <a:off x="7415410" y="3675941"/>
            <a:ext cx="3502617" cy="693682"/>
          </a:xfrm>
          <a:prstGeom prst="roundRect">
            <a:avLst/>
          </a:prstGeom>
          <a:solidFill>
            <a:srgbClr val="F5F3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1" name="圓角矩形 20">
            <a:extLst>
              <a:ext uri="{FF2B5EF4-FFF2-40B4-BE49-F238E27FC236}">
                <a16:creationId xmlns:a16="http://schemas.microsoft.com/office/drawing/2014/main" id="{8CCB96D2-CB8C-CE4D-ADE3-6DBD037C42DF}"/>
              </a:ext>
            </a:extLst>
          </p:cNvPr>
          <p:cNvSpPr/>
          <p:nvPr/>
        </p:nvSpPr>
        <p:spPr>
          <a:xfrm>
            <a:off x="7039131" y="4852432"/>
            <a:ext cx="3502617" cy="693682"/>
          </a:xfrm>
          <a:prstGeom prst="roundRect">
            <a:avLst/>
          </a:prstGeom>
          <a:solidFill>
            <a:srgbClr val="F5F3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5" name="AutoShape 9">
            <a:extLst>
              <a:ext uri="{FF2B5EF4-FFF2-40B4-BE49-F238E27FC236}">
                <a16:creationId xmlns:a16="http://schemas.microsoft.com/office/drawing/2014/main" id="{FDD45B43-74F3-AF49-AF68-2579A6CFC1A5}"/>
              </a:ext>
            </a:extLst>
          </p:cNvPr>
          <p:cNvSpPr/>
          <p:nvPr/>
        </p:nvSpPr>
        <p:spPr>
          <a:xfrm flipV="1">
            <a:off x="5841124" y="1669799"/>
            <a:ext cx="1179515" cy="693681"/>
          </a:xfrm>
          <a:prstGeom prst="line">
            <a:avLst/>
          </a:prstGeom>
          <a:ln w="19050" cap="flat">
            <a:solidFill>
              <a:srgbClr val="D9DAD9"/>
            </a:solidFill>
            <a:prstDash val="dash"/>
            <a:headEnd type="none" w="sm" len="sm"/>
            <a:tailEnd type="oval" w="sm" len="sm"/>
          </a:ln>
        </p:spPr>
      </p:sp>
      <p:sp>
        <p:nvSpPr>
          <p:cNvPr id="26" name="橢圓 25">
            <a:extLst>
              <a:ext uri="{FF2B5EF4-FFF2-40B4-BE49-F238E27FC236}">
                <a16:creationId xmlns:a16="http://schemas.microsoft.com/office/drawing/2014/main" id="{7A093D62-4F50-BE48-A196-3BF3448AB46F}"/>
              </a:ext>
            </a:extLst>
          </p:cNvPr>
          <p:cNvSpPr/>
          <p:nvPr/>
        </p:nvSpPr>
        <p:spPr>
          <a:xfrm>
            <a:off x="6985047" y="1618199"/>
            <a:ext cx="108165" cy="108165"/>
          </a:xfrm>
          <a:prstGeom prst="ellipse">
            <a:avLst/>
          </a:prstGeom>
          <a:solidFill>
            <a:srgbClr val="009056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8" name="橢圓 27">
            <a:extLst>
              <a:ext uri="{FF2B5EF4-FFF2-40B4-BE49-F238E27FC236}">
                <a16:creationId xmlns:a16="http://schemas.microsoft.com/office/drawing/2014/main" id="{CE74ED94-6AAB-4C49-A3C4-36D492B73EC5}"/>
              </a:ext>
            </a:extLst>
          </p:cNvPr>
          <p:cNvSpPr/>
          <p:nvPr/>
        </p:nvSpPr>
        <p:spPr>
          <a:xfrm>
            <a:off x="7361327" y="2792208"/>
            <a:ext cx="108165" cy="108165"/>
          </a:xfrm>
          <a:prstGeom prst="ellipse">
            <a:avLst/>
          </a:prstGeom>
          <a:solidFill>
            <a:srgbClr val="0090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9" name="橢圓 28">
            <a:extLst>
              <a:ext uri="{FF2B5EF4-FFF2-40B4-BE49-F238E27FC236}">
                <a16:creationId xmlns:a16="http://schemas.microsoft.com/office/drawing/2014/main" id="{4FF2C026-FFD9-F140-A59E-0637F559D3D7}"/>
              </a:ext>
            </a:extLst>
          </p:cNvPr>
          <p:cNvSpPr/>
          <p:nvPr/>
        </p:nvSpPr>
        <p:spPr>
          <a:xfrm>
            <a:off x="7361326" y="3968699"/>
            <a:ext cx="108165" cy="108165"/>
          </a:xfrm>
          <a:prstGeom prst="ellipse">
            <a:avLst/>
          </a:prstGeom>
          <a:solidFill>
            <a:srgbClr val="0090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2" name="AutoShape 9">
            <a:extLst>
              <a:ext uri="{FF2B5EF4-FFF2-40B4-BE49-F238E27FC236}">
                <a16:creationId xmlns:a16="http://schemas.microsoft.com/office/drawing/2014/main" id="{E3D96221-CD4A-B147-890A-216E46EF42BE}"/>
              </a:ext>
            </a:extLst>
          </p:cNvPr>
          <p:cNvSpPr/>
          <p:nvPr/>
        </p:nvSpPr>
        <p:spPr>
          <a:xfrm>
            <a:off x="5827374" y="4501199"/>
            <a:ext cx="1179515" cy="693681"/>
          </a:xfrm>
          <a:prstGeom prst="line">
            <a:avLst/>
          </a:prstGeom>
          <a:ln w="19050" cap="flat">
            <a:solidFill>
              <a:srgbClr val="D9DAD9"/>
            </a:solidFill>
            <a:prstDash val="dash"/>
            <a:headEnd type="none" w="sm" len="sm"/>
            <a:tailEnd type="oval" w="sm" len="sm"/>
          </a:ln>
        </p:spPr>
      </p:sp>
      <p:sp>
        <p:nvSpPr>
          <p:cNvPr id="30" name="橢圓 29">
            <a:extLst>
              <a:ext uri="{FF2B5EF4-FFF2-40B4-BE49-F238E27FC236}">
                <a16:creationId xmlns:a16="http://schemas.microsoft.com/office/drawing/2014/main" id="{38D553DF-A323-D748-BE3E-4EF551D98782}"/>
              </a:ext>
            </a:extLst>
          </p:cNvPr>
          <p:cNvSpPr/>
          <p:nvPr/>
        </p:nvSpPr>
        <p:spPr>
          <a:xfrm>
            <a:off x="6985046" y="5145190"/>
            <a:ext cx="108165" cy="108165"/>
          </a:xfrm>
          <a:prstGeom prst="ellipse">
            <a:avLst/>
          </a:prstGeom>
          <a:solidFill>
            <a:srgbClr val="0090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5" name="Google Shape;512;p14">
            <a:extLst>
              <a:ext uri="{FF2B5EF4-FFF2-40B4-BE49-F238E27FC236}">
                <a16:creationId xmlns:a16="http://schemas.microsoft.com/office/drawing/2014/main" id="{B8C49867-64A1-1649-B8C6-80C07192C580}"/>
              </a:ext>
            </a:extLst>
          </p:cNvPr>
          <p:cNvSpPr txBox="1">
            <a:spLocks noGrp="1"/>
          </p:cNvSpPr>
          <p:nvPr/>
        </p:nvSpPr>
        <p:spPr>
          <a:xfrm>
            <a:off x="7313198" y="1386973"/>
            <a:ext cx="2605030" cy="53411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>
            <a:lvl1pPr marL="228600" lvl="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 panose="020B0604020202020204" pitchFamily="34" charset="0"/>
              <a:buNone/>
              <a:defRPr sz="1400" b="0" i="0" kern="12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685800" lvl="1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en-US" dirty="0"/>
              <a:t>請在</a:t>
            </a:r>
            <a:r>
              <a:rPr lang="zh-CN" altLang="en-US" dirty="0"/>
              <a:t>這裡說明第一個要點</a:t>
            </a:r>
            <a:endParaRPr dirty="0"/>
          </a:p>
        </p:txBody>
      </p:sp>
      <p:sp>
        <p:nvSpPr>
          <p:cNvPr id="36" name="Google Shape;512;p14">
            <a:extLst>
              <a:ext uri="{FF2B5EF4-FFF2-40B4-BE49-F238E27FC236}">
                <a16:creationId xmlns:a16="http://schemas.microsoft.com/office/drawing/2014/main" id="{2E74773E-1A58-5041-8B72-527E3B01A5C7}"/>
              </a:ext>
            </a:extLst>
          </p:cNvPr>
          <p:cNvSpPr txBox="1">
            <a:spLocks noGrp="1"/>
          </p:cNvSpPr>
          <p:nvPr/>
        </p:nvSpPr>
        <p:spPr>
          <a:xfrm>
            <a:off x="7669234" y="2576554"/>
            <a:ext cx="2671205" cy="53411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>
            <a:lvl1pPr marL="228600" lvl="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 panose="020B0604020202020204" pitchFamily="34" charset="0"/>
              <a:buNone/>
              <a:defRPr sz="1400" b="0" i="0" kern="12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685800" lvl="1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en-US" dirty="0"/>
              <a:t>請在</a:t>
            </a:r>
            <a:r>
              <a:rPr lang="zh-CN" altLang="en-US" dirty="0"/>
              <a:t>這裡說明第二個要點</a:t>
            </a:r>
            <a:endParaRPr dirty="0"/>
          </a:p>
        </p:txBody>
      </p:sp>
      <p:sp>
        <p:nvSpPr>
          <p:cNvPr id="37" name="Google Shape;512;p14">
            <a:extLst>
              <a:ext uri="{FF2B5EF4-FFF2-40B4-BE49-F238E27FC236}">
                <a16:creationId xmlns:a16="http://schemas.microsoft.com/office/drawing/2014/main" id="{1E5039CB-1B55-9142-956A-1CD03E4E1AB5}"/>
              </a:ext>
            </a:extLst>
          </p:cNvPr>
          <p:cNvSpPr txBox="1">
            <a:spLocks noGrp="1"/>
          </p:cNvSpPr>
          <p:nvPr/>
        </p:nvSpPr>
        <p:spPr>
          <a:xfrm>
            <a:off x="7669234" y="3753045"/>
            <a:ext cx="2764349" cy="53411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>
            <a:lvl1pPr marL="228600" lvl="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 panose="020B0604020202020204" pitchFamily="34" charset="0"/>
              <a:buNone/>
              <a:defRPr sz="1400" b="0" i="0" kern="12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685800" lvl="1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en-US" dirty="0"/>
              <a:t>請在</a:t>
            </a:r>
            <a:r>
              <a:rPr lang="zh-CN" altLang="en-US" dirty="0"/>
              <a:t>這裡說明第三個要點</a:t>
            </a:r>
            <a:endParaRPr dirty="0"/>
          </a:p>
        </p:txBody>
      </p:sp>
      <p:sp>
        <p:nvSpPr>
          <p:cNvPr id="38" name="Google Shape;512;p14">
            <a:extLst>
              <a:ext uri="{FF2B5EF4-FFF2-40B4-BE49-F238E27FC236}">
                <a16:creationId xmlns:a16="http://schemas.microsoft.com/office/drawing/2014/main" id="{C55C4361-CE08-C94F-BD0F-12A066FCE612}"/>
              </a:ext>
            </a:extLst>
          </p:cNvPr>
          <p:cNvSpPr txBox="1">
            <a:spLocks noGrp="1"/>
          </p:cNvSpPr>
          <p:nvPr/>
        </p:nvSpPr>
        <p:spPr>
          <a:xfrm>
            <a:off x="7313197" y="4903836"/>
            <a:ext cx="2605031" cy="53411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>
            <a:lvl1pPr marL="228600" lvl="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 panose="020B0604020202020204" pitchFamily="34" charset="0"/>
              <a:buNone/>
              <a:defRPr sz="1400" b="0" i="0" kern="12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685800" lvl="1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en-US" dirty="0"/>
              <a:t>請在</a:t>
            </a:r>
            <a:r>
              <a:rPr lang="zh-CN" altLang="en-US" dirty="0"/>
              <a:t>這裡說明第四個要點</a:t>
            </a:r>
            <a:endParaRPr dirty="0"/>
          </a:p>
        </p:txBody>
      </p:sp>
      <p:sp>
        <p:nvSpPr>
          <p:cNvPr id="23" name="Google Shape;645;p22">
            <a:extLst>
              <a:ext uri="{FF2B5EF4-FFF2-40B4-BE49-F238E27FC236}">
                <a16:creationId xmlns:a16="http://schemas.microsoft.com/office/drawing/2014/main" id="{950A551C-F87D-964A-ADE3-637C4FD8C595}"/>
              </a:ext>
            </a:extLst>
          </p:cNvPr>
          <p:cNvSpPr txBox="1">
            <a:spLocks/>
          </p:cNvSpPr>
          <p:nvPr/>
        </p:nvSpPr>
        <p:spPr>
          <a:xfrm rot="5400000">
            <a:off x="-1043451" y="1613707"/>
            <a:ext cx="3002424" cy="31570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SzPct val="318181"/>
              <a:buFont typeface="Arial" panose="020B0604020202020204" pitchFamily="34" charset="0"/>
              <a:buNone/>
            </a:pPr>
            <a:r>
              <a:rPr lang="en-US" sz="1200" spc="100" dirty="0">
                <a:solidFill>
                  <a:schemeClr val="bg1"/>
                </a:solidFill>
              </a:rPr>
              <a:t>Tittle</a:t>
            </a:r>
          </a:p>
        </p:txBody>
      </p:sp>
      <p:sp>
        <p:nvSpPr>
          <p:cNvPr id="31" name="橢圓 30">
            <a:extLst>
              <a:ext uri="{FF2B5EF4-FFF2-40B4-BE49-F238E27FC236}">
                <a16:creationId xmlns:a16="http://schemas.microsoft.com/office/drawing/2014/main" id="{535DD4DC-0353-A844-9565-80BF3149D10D}"/>
              </a:ext>
            </a:extLst>
          </p:cNvPr>
          <p:cNvSpPr/>
          <p:nvPr/>
        </p:nvSpPr>
        <p:spPr>
          <a:xfrm>
            <a:off x="1851561" y="1290234"/>
            <a:ext cx="4277532" cy="4277532"/>
          </a:xfrm>
          <a:prstGeom prst="ellipse">
            <a:avLst/>
          </a:prstGeom>
          <a:gradFill flip="none" rotWithShape="1">
            <a:gsLst>
              <a:gs pos="0">
                <a:srgbClr val="009056"/>
              </a:gs>
              <a:gs pos="45000">
                <a:srgbClr val="3BBB8E"/>
              </a:gs>
              <a:gs pos="100000">
                <a:srgbClr val="C3FFC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2" name="Google Shape;512;p14">
            <a:extLst>
              <a:ext uri="{FF2B5EF4-FFF2-40B4-BE49-F238E27FC236}">
                <a16:creationId xmlns:a16="http://schemas.microsoft.com/office/drawing/2014/main" id="{F444475E-85D0-CE41-8D83-38BAA8C2BCDA}"/>
              </a:ext>
            </a:extLst>
          </p:cNvPr>
          <p:cNvSpPr txBox="1">
            <a:spLocks noGrp="1"/>
          </p:cNvSpPr>
          <p:nvPr/>
        </p:nvSpPr>
        <p:spPr>
          <a:xfrm>
            <a:off x="2687812" y="3559763"/>
            <a:ext cx="2605030" cy="53411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>
            <a:lvl1pPr marL="228600" lvl="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 panose="020B0604020202020204" pitchFamily="34" charset="0"/>
              <a:buNone/>
              <a:defRPr sz="1400" b="0" i="0" kern="12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685800" lvl="1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zh-CN" altLang="en-US" b="1" dirty="0">
                <a:solidFill>
                  <a:schemeClr val="bg1"/>
                </a:solidFill>
                <a:effectLst>
                  <a:outerShdw blurRad="482600" dist="50800" dir="5400000" algn="ctr" rotWithShape="0">
                    <a:srgbClr val="1C7777">
                      <a:alpha val="43000"/>
                    </a:srgbClr>
                  </a:outerShd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補充說明專案文字內容</a:t>
            </a:r>
            <a:endParaRPr b="1" dirty="0">
              <a:solidFill>
                <a:schemeClr val="bg1"/>
              </a:solidFill>
              <a:effectLst>
                <a:outerShdw blurRad="482600" dist="50800" dir="5400000" algn="ctr" rotWithShape="0">
                  <a:srgbClr val="1C7777">
                    <a:alpha val="43000"/>
                  </a:srgbClr>
                </a:outerShdw>
              </a:effectLst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7" name="Google Shape;512;p14">
            <a:extLst>
              <a:ext uri="{FF2B5EF4-FFF2-40B4-BE49-F238E27FC236}">
                <a16:creationId xmlns:a16="http://schemas.microsoft.com/office/drawing/2014/main" id="{6C376C32-BEF7-C54B-A03A-BD397CA3E602}"/>
              </a:ext>
            </a:extLst>
          </p:cNvPr>
          <p:cNvSpPr txBox="1">
            <a:spLocks noGrp="1"/>
          </p:cNvSpPr>
          <p:nvPr/>
        </p:nvSpPr>
        <p:spPr>
          <a:xfrm>
            <a:off x="2687812" y="2876461"/>
            <a:ext cx="2605030" cy="587524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228600" lvl="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 panose="020B0604020202020204" pitchFamily="34" charset="0"/>
              <a:buNone/>
              <a:defRPr sz="1400" b="0" i="0" kern="12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685800" lvl="1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en-US" sz="3000" b="1" dirty="0">
                <a:solidFill>
                  <a:schemeClr val="bg1"/>
                </a:solidFill>
                <a:effectLst>
                  <a:outerShdw blurRad="482600" dist="50800" dir="5400000" algn="ctr" rotWithShape="0">
                    <a:srgbClr val="1C7777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PROJECT</a:t>
            </a:r>
            <a:endParaRPr sz="3000" b="1" dirty="0">
              <a:solidFill>
                <a:schemeClr val="bg1"/>
              </a:solidFill>
              <a:effectLst>
                <a:outerShdw blurRad="482600" dist="50800" dir="5400000" algn="ctr" rotWithShape="0">
                  <a:srgbClr val="1C7777">
                    <a:alpha val="43000"/>
                  </a:srgbClr>
                </a:outerShdw>
              </a:effectLst>
              <a:latin typeface="Arial" panose="020B0604020202020204" pitchFamily="34" charset="0"/>
              <a:ea typeface="Microsoft JhengHei" panose="020B0604030504040204" pitchFamily="34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384968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AutoShape 9">
            <a:extLst>
              <a:ext uri="{FF2B5EF4-FFF2-40B4-BE49-F238E27FC236}">
                <a16:creationId xmlns:a16="http://schemas.microsoft.com/office/drawing/2014/main" id="{2813475E-BC17-AA41-A34C-B7403408AC0F}"/>
              </a:ext>
            </a:extLst>
          </p:cNvPr>
          <p:cNvSpPr/>
          <p:nvPr/>
        </p:nvSpPr>
        <p:spPr>
          <a:xfrm flipV="1">
            <a:off x="6105431" y="2846092"/>
            <a:ext cx="1309977" cy="397284"/>
          </a:xfrm>
          <a:prstGeom prst="line">
            <a:avLst/>
          </a:prstGeom>
          <a:ln w="19050" cap="flat">
            <a:solidFill>
              <a:srgbClr val="D9DAD9"/>
            </a:solidFill>
            <a:prstDash val="dash"/>
            <a:headEnd type="none" w="sm" len="sm"/>
            <a:tailEnd type="oval" w="sm" len="sm"/>
          </a:ln>
        </p:spPr>
      </p:sp>
      <p:sp>
        <p:nvSpPr>
          <p:cNvPr id="33" name="AutoShape 9">
            <a:extLst>
              <a:ext uri="{FF2B5EF4-FFF2-40B4-BE49-F238E27FC236}">
                <a16:creationId xmlns:a16="http://schemas.microsoft.com/office/drawing/2014/main" id="{DFDCD65D-8698-2C49-9B6D-685529137F5F}"/>
              </a:ext>
            </a:extLst>
          </p:cNvPr>
          <p:cNvSpPr/>
          <p:nvPr/>
        </p:nvSpPr>
        <p:spPr>
          <a:xfrm>
            <a:off x="6105432" y="3628178"/>
            <a:ext cx="1309977" cy="397284"/>
          </a:xfrm>
          <a:prstGeom prst="line">
            <a:avLst/>
          </a:prstGeom>
          <a:ln w="19050" cap="flat">
            <a:solidFill>
              <a:srgbClr val="D9DAD9"/>
            </a:solidFill>
            <a:prstDash val="dash"/>
            <a:headEnd type="none" w="sm" len="sm"/>
            <a:tailEnd type="oval" w="sm" len="sm"/>
          </a:ln>
        </p:spPr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BC007D34-4D26-6B4A-9621-9377197439A3}"/>
              </a:ext>
            </a:extLst>
          </p:cNvPr>
          <p:cNvSpPr/>
          <p:nvPr/>
        </p:nvSpPr>
        <p:spPr>
          <a:xfrm>
            <a:off x="1851561" y="1290234"/>
            <a:ext cx="4277532" cy="4277532"/>
          </a:xfrm>
          <a:prstGeom prst="ellipse">
            <a:avLst/>
          </a:prstGeom>
          <a:gradFill flip="none" rotWithShape="1">
            <a:gsLst>
              <a:gs pos="0">
                <a:srgbClr val="00AA64"/>
              </a:gs>
              <a:gs pos="58000">
                <a:srgbClr val="6EDAA8"/>
              </a:gs>
              <a:gs pos="100000">
                <a:srgbClr val="BBF8B6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8" name="圓角矩形 17">
            <a:extLst>
              <a:ext uri="{FF2B5EF4-FFF2-40B4-BE49-F238E27FC236}">
                <a16:creationId xmlns:a16="http://schemas.microsoft.com/office/drawing/2014/main" id="{4B4F112E-B8A7-7446-83AE-23ED87BE1DCB}"/>
              </a:ext>
            </a:extLst>
          </p:cNvPr>
          <p:cNvSpPr/>
          <p:nvPr/>
        </p:nvSpPr>
        <p:spPr>
          <a:xfrm>
            <a:off x="7039131" y="1322959"/>
            <a:ext cx="3502617" cy="693682"/>
          </a:xfrm>
          <a:prstGeom prst="roundRect">
            <a:avLst/>
          </a:prstGeom>
          <a:solidFill>
            <a:srgbClr val="E7FF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9" name="圓角矩形 18">
            <a:extLst>
              <a:ext uri="{FF2B5EF4-FFF2-40B4-BE49-F238E27FC236}">
                <a16:creationId xmlns:a16="http://schemas.microsoft.com/office/drawing/2014/main" id="{035DB119-76B7-3C46-AB78-7BDF9AA3E047}"/>
              </a:ext>
            </a:extLst>
          </p:cNvPr>
          <p:cNvSpPr/>
          <p:nvPr/>
        </p:nvSpPr>
        <p:spPr>
          <a:xfrm>
            <a:off x="7415410" y="2499450"/>
            <a:ext cx="3502617" cy="693682"/>
          </a:xfrm>
          <a:prstGeom prst="roundRect">
            <a:avLst/>
          </a:prstGeom>
          <a:solidFill>
            <a:srgbClr val="E7FF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0" name="圓角矩形 19">
            <a:extLst>
              <a:ext uri="{FF2B5EF4-FFF2-40B4-BE49-F238E27FC236}">
                <a16:creationId xmlns:a16="http://schemas.microsoft.com/office/drawing/2014/main" id="{E3C8C12E-5A1C-D743-99DD-1E254E02F647}"/>
              </a:ext>
            </a:extLst>
          </p:cNvPr>
          <p:cNvSpPr/>
          <p:nvPr/>
        </p:nvSpPr>
        <p:spPr>
          <a:xfrm>
            <a:off x="7415410" y="3675941"/>
            <a:ext cx="3502617" cy="693682"/>
          </a:xfrm>
          <a:prstGeom prst="roundRect">
            <a:avLst/>
          </a:prstGeom>
          <a:solidFill>
            <a:srgbClr val="E7FF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1" name="圓角矩形 20">
            <a:extLst>
              <a:ext uri="{FF2B5EF4-FFF2-40B4-BE49-F238E27FC236}">
                <a16:creationId xmlns:a16="http://schemas.microsoft.com/office/drawing/2014/main" id="{8CCB96D2-CB8C-CE4D-ADE3-6DBD037C42DF}"/>
              </a:ext>
            </a:extLst>
          </p:cNvPr>
          <p:cNvSpPr/>
          <p:nvPr/>
        </p:nvSpPr>
        <p:spPr>
          <a:xfrm>
            <a:off x="7039131" y="4852432"/>
            <a:ext cx="3502617" cy="693682"/>
          </a:xfrm>
          <a:prstGeom prst="roundRect">
            <a:avLst/>
          </a:prstGeom>
          <a:solidFill>
            <a:srgbClr val="E7FF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5" name="AutoShape 9">
            <a:extLst>
              <a:ext uri="{FF2B5EF4-FFF2-40B4-BE49-F238E27FC236}">
                <a16:creationId xmlns:a16="http://schemas.microsoft.com/office/drawing/2014/main" id="{FDD45B43-74F3-AF49-AF68-2579A6CFC1A5}"/>
              </a:ext>
            </a:extLst>
          </p:cNvPr>
          <p:cNvSpPr/>
          <p:nvPr/>
        </p:nvSpPr>
        <p:spPr>
          <a:xfrm flipV="1">
            <a:off x="5841124" y="1669799"/>
            <a:ext cx="1179515" cy="693681"/>
          </a:xfrm>
          <a:prstGeom prst="line">
            <a:avLst/>
          </a:prstGeom>
          <a:ln w="19050" cap="flat">
            <a:solidFill>
              <a:srgbClr val="D9DAD9"/>
            </a:solidFill>
            <a:prstDash val="dash"/>
            <a:headEnd type="none" w="sm" len="sm"/>
            <a:tailEnd type="oval" w="sm" len="sm"/>
          </a:ln>
        </p:spPr>
      </p:sp>
      <p:sp>
        <p:nvSpPr>
          <p:cNvPr id="26" name="橢圓 25">
            <a:extLst>
              <a:ext uri="{FF2B5EF4-FFF2-40B4-BE49-F238E27FC236}">
                <a16:creationId xmlns:a16="http://schemas.microsoft.com/office/drawing/2014/main" id="{7A093D62-4F50-BE48-A196-3BF3448AB46F}"/>
              </a:ext>
            </a:extLst>
          </p:cNvPr>
          <p:cNvSpPr/>
          <p:nvPr/>
        </p:nvSpPr>
        <p:spPr>
          <a:xfrm>
            <a:off x="6985047" y="1618199"/>
            <a:ext cx="108165" cy="108165"/>
          </a:xfrm>
          <a:prstGeom prst="ellipse">
            <a:avLst/>
          </a:prstGeom>
          <a:solidFill>
            <a:srgbClr val="009056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8" name="橢圓 27">
            <a:extLst>
              <a:ext uri="{FF2B5EF4-FFF2-40B4-BE49-F238E27FC236}">
                <a16:creationId xmlns:a16="http://schemas.microsoft.com/office/drawing/2014/main" id="{CE74ED94-6AAB-4C49-A3C4-36D492B73EC5}"/>
              </a:ext>
            </a:extLst>
          </p:cNvPr>
          <p:cNvSpPr/>
          <p:nvPr/>
        </p:nvSpPr>
        <p:spPr>
          <a:xfrm>
            <a:off x="7361327" y="2792208"/>
            <a:ext cx="108165" cy="108165"/>
          </a:xfrm>
          <a:prstGeom prst="ellipse">
            <a:avLst/>
          </a:prstGeom>
          <a:solidFill>
            <a:srgbClr val="0090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9" name="橢圓 28">
            <a:extLst>
              <a:ext uri="{FF2B5EF4-FFF2-40B4-BE49-F238E27FC236}">
                <a16:creationId xmlns:a16="http://schemas.microsoft.com/office/drawing/2014/main" id="{4FF2C026-FFD9-F140-A59E-0637F559D3D7}"/>
              </a:ext>
            </a:extLst>
          </p:cNvPr>
          <p:cNvSpPr/>
          <p:nvPr/>
        </p:nvSpPr>
        <p:spPr>
          <a:xfrm>
            <a:off x="7361326" y="3968699"/>
            <a:ext cx="108165" cy="108165"/>
          </a:xfrm>
          <a:prstGeom prst="ellipse">
            <a:avLst/>
          </a:prstGeom>
          <a:solidFill>
            <a:srgbClr val="0090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2" name="AutoShape 9">
            <a:extLst>
              <a:ext uri="{FF2B5EF4-FFF2-40B4-BE49-F238E27FC236}">
                <a16:creationId xmlns:a16="http://schemas.microsoft.com/office/drawing/2014/main" id="{E3D96221-CD4A-B147-890A-216E46EF42BE}"/>
              </a:ext>
            </a:extLst>
          </p:cNvPr>
          <p:cNvSpPr/>
          <p:nvPr/>
        </p:nvSpPr>
        <p:spPr>
          <a:xfrm>
            <a:off x="5827374" y="4501199"/>
            <a:ext cx="1179515" cy="693681"/>
          </a:xfrm>
          <a:prstGeom prst="line">
            <a:avLst/>
          </a:prstGeom>
          <a:ln w="19050" cap="flat">
            <a:solidFill>
              <a:srgbClr val="D9DAD9"/>
            </a:solidFill>
            <a:prstDash val="dash"/>
            <a:headEnd type="none" w="sm" len="sm"/>
            <a:tailEnd type="oval" w="sm" len="sm"/>
          </a:ln>
        </p:spPr>
      </p:sp>
      <p:sp>
        <p:nvSpPr>
          <p:cNvPr id="30" name="橢圓 29">
            <a:extLst>
              <a:ext uri="{FF2B5EF4-FFF2-40B4-BE49-F238E27FC236}">
                <a16:creationId xmlns:a16="http://schemas.microsoft.com/office/drawing/2014/main" id="{38D553DF-A323-D748-BE3E-4EF551D98782}"/>
              </a:ext>
            </a:extLst>
          </p:cNvPr>
          <p:cNvSpPr/>
          <p:nvPr/>
        </p:nvSpPr>
        <p:spPr>
          <a:xfrm>
            <a:off x="6985046" y="5145190"/>
            <a:ext cx="108165" cy="108165"/>
          </a:xfrm>
          <a:prstGeom prst="ellipse">
            <a:avLst/>
          </a:prstGeom>
          <a:solidFill>
            <a:srgbClr val="0090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5" name="Google Shape;512;p14">
            <a:extLst>
              <a:ext uri="{FF2B5EF4-FFF2-40B4-BE49-F238E27FC236}">
                <a16:creationId xmlns:a16="http://schemas.microsoft.com/office/drawing/2014/main" id="{B8C49867-64A1-1649-B8C6-80C07192C580}"/>
              </a:ext>
            </a:extLst>
          </p:cNvPr>
          <p:cNvSpPr txBox="1">
            <a:spLocks noGrp="1"/>
          </p:cNvSpPr>
          <p:nvPr/>
        </p:nvSpPr>
        <p:spPr>
          <a:xfrm>
            <a:off x="7313198" y="1386973"/>
            <a:ext cx="2605030" cy="53411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>
            <a:lvl1pPr marL="228600" lvl="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 panose="020B0604020202020204" pitchFamily="34" charset="0"/>
              <a:buNone/>
              <a:defRPr sz="1400" b="0" i="0" kern="12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685800" lvl="1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en-US" dirty="0"/>
              <a:t>請在</a:t>
            </a:r>
            <a:r>
              <a:rPr lang="zh-CN" altLang="en-US" dirty="0"/>
              <a:t>這裡說明第一個要點</a:t>
            </a:r>
            <a:endParaRPr dirty="0"/>
          </a:p>
        </p:txBody>
      </p:sp>
      <p:sp>
        <p:nvSpPr>
          <p:cNvPr id="36" name="Google Shape;512;p14">
            <a:extLst>
              <a:ext uri="{FF2B5EF4-FFF2-40B4-BE49-F238E27FC236}">
                <a16:creationId xmlns:a16="http://schemas.microsoft.com/office/drawing/2014/main" id="{2E74773E-1A58-5041-8B72-527E3B01A5C7}"/>
              </a:ext>
            </a:extLst>
          </p:cNvPr>
          <p:cNvSpPr txBox="1">
            <a:spLocks noGrp="1"/>
          </p:cNvSpPr>
          <p:nvPr/>
        </p:nvSpPr>
        <p:spPr>
          <a:xfrm>
            <a:off x="7669234" y="2576554"/>
            <a:ext cx="2671205" cy="53411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>
            <a:lvl1pPr marL="228600" lvl="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 panose="020B0604020202020204" pitchFamily="34" charset="0"/>
              <a:buNone/>
              <a:defRPr sz="1400" b="0" i="0" kern="12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685800" lvl="1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en-US" dirty="0"/>
              <a:t>請在</a:t>
            </a:r>
            <a:r>
              <a:rPr lang="zh-CN" altLang="en-US" dirty="0"/>
              <a:t>這裡說明第二個要點</a:t>
            </a:r>
            <a:endParaRPr dirty="0"/>
          </a:p>
        </p:txBody>
      </p:sp>
      <p:sp>
        <p:nvSpPr>
          <p:cNvPr id="37" name="Google Shape;512;p14">
            <a:extLst>
              <a:ext uri="{FF2B5EF4-FFF2-40B4-BE49-F238E27FC236}">
                <a16:creationId xmlns:a16="http://schemas.microsoft.com/office/drawing/2014/main" id="{1E5039CB-1B55-9142-956A-1CD03E4E1AB5}"/>
              </a:ext>
            </a:extLst>
          </p:cNvPr>
          <p:cNvSpPr txBox="1">
            <a:spLocks noGrp="1"/>
          </p:cNvSpPr>
          <p:nvPr/>
        </p:nvSpPr>
        <p:spPr>
          <a:xfrm>
            <a:off x="7669234" y="3753045"/>
            <a:ext cx="2764349" cy="53411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>
            <a:lvl1pPr marL="228600" lvl="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 panose="020B0604020202020204" pitchFamily="34" charset="0"/>
              <a:buNone/>
              <a:defRPr sz="1400" b="0" i="0" kern="12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685800" lvl="1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en-US" dirty="0"/>
              <a:t>請在</a:t>
            </a:r>
            <a:r>
              <a:rPr lang="zh-CN" altLang="en-US" dirty="0"/>
              <a:t>這裡說明第三個要點</a:t>
            </a:r>
            <a:endParaRPr dirty="0"/>
          </a:p>
        </p:txBody>
      </p:sp>
      <p:sp>
        <p:nvSpPr>
          <p:cNvPr id="38" name="Google Shape;512;p14">
            <a:extLst>
              <a:ext uri="{FF2B5EF4-FFF2-40B4-BE49-F238E27FC236}">
                <a16:creationId xmlns:a16="http://schemas.microsoft.com/office/drawing/2014/main" id="{C55C4361-CE08-C94F-BD0F-12A066FCE612}"/>
              </a:ext>
            </a:extLst>
          </p:cNvPr>
          <p:cNvSpPr txBox="1">
            <a:spLocks noGrp="1"/>
          </p:cNvSpPr>
          <p:nvPr/>
        </p:nvSpPr>
        <p:spPr>
          <a:xfrm>
            <a:off x="7313197" y="4903836"/>
            <a:ext cx="2605031" cy="53411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>
            <a:lvl1pPr marL="228600" lvl="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 panose="020B0604020202020204" pitchFamily="34" charset="0"/>
              <a:buNone/>
              <a:defRPr sz="1400" b="0" i="0" kern="12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685800" lvl="1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en-US" dirty="0"/>
              <a:t>請在</a:t>
            </a:r>
            <a:r>
              <a:rPr lang="zh-CN" altLang="en-US" dirty="0"/>
              <a:t>這裡說明第四個要點</a:t>
            </a:r>
            <a:endParaRPr dirty="0"/>
          </a:p>
        </p:txBody>
      </p:sp>
      <p:sp>
        <p:nvSpPr>
          <p:cNvPr id="23" name="Google Shape;645;p22">
            <a:extLst>
              <a:ext uri="{FF2B5EF4-FFF2-40B4-BE49-F238E27FC236}">
                <a16:creationId xmlns:a16="http://schemas.microsoft.com/office/drawing/2014/main" id="{950A551C-F87D-964A-ADE3-637C4FD8C595}"/>
              </a:ext>
            </a:extLst>
          </p:cNvPr>
          <p:cNvSpPr txBox="1">
            <a:spLocks/>
          </p:cNvSpPr>
          <p:nvPr/>
        </p:nvSpPr>
        <p:spPr>
          <a:xfrm rot="5400000">
            <a:off x="-1043451" y="1613707"/>
            <a:ext cx="3002424" cy="31570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SzPct val="318181"/>
              <a:buFont typeface="Arial" panose="020B0604020202020204" pitchFamily="34" charset="0"/>
              <a:buNone/>
            </a:pPr>
            <a:r>
              <a:rPr lang="en-US" sz="1200" spc="100" dirty="0">
                <a:solidFill>
                  <a:schemeClr val="bg1"/>
                </a:solidFill>
              </a:rPr>
              <a:t>Tittle</a:t>
            </a:r>
          </a:p>
        </p:txBody>
      </p:sp>
      <p:sp>
        <p:nvSpPr>
          <p:cNvPr id="22" name="Google Shape;512;p14">
            <a:extLst>
              <a:ext uri="{FF2B5EF4-FFF2-40B4-BE49-F238E27FC236}">
                <a16:creationId xmlns:a16="http://schemas.microsoft.com/office/drawing/2014/main" id="{F444475E-85D0-CE41-8D83-38BAA8C2BCDA}"/>
              </a:ext>
            </a:extLst>
          </p:cNvPr>
          <p:cNvSpPr txBox="1">
            <a:spLocks noGrp="1"/>
          </p:cNvSpPr>
          <p:nvPr/>
        </p:nvSpPr>
        <p:spPr>
          <a:xfrm>
            <a:off x="2687812" y="3559763"/>
            <a:ext cx="2605030" cy="53411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>
            <a:lvl1pPr marL="228600" lvl="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 panose="020B0604020202020204" pitchFamily="34" charset="0"/>
              <a:buNone/>
              <a:defRPr sz="1400" b="0" i="0" kern="12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685800" lvl="1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zh-CN" altLang="en-US" b="1" dirty="0">
                <a:solidFill>
                  <a:schemeClr val="bg1"/>
                </a:solidFill>
                <a:effectLst>
                  <a:outerShdw blurRad="482600" dist="50800" dir="5400000" algn="ctr" rotWithShape="0">
                    <a:srgbClr val="1C7777">
                      <a:alpha val="43000"/>
                    </a:srgbClr>
                  </a:outerShd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補充說明專案文字內容</a:t>
            </a:r>
            <a:endParaRPr b="1" dirty="0">
              <a:solidFill>
                <a:schemeClr val="bg1"/>
              </a:solidFill>
              <a:effectLst>
                <a:outerShdw blurRad="482600" dist="50800" dir="5400000" algn="ctr" rotWithShape="0">
                  <a:srgbClr val="1C7777">
                    <a:alpha val="43000"/>
                  </a:srgbClr>
                </a:outerShdw>
              </a:effectLst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7" name="Google Shape;512;p14">
            <a:extLst>
              <a:ext uri="{FF2B5EF4-FFF2-40B4-BE49-F238E27FC236}">
                <a16:creationId xmlns:a16="http://schemas.microsoft.com/office/drawing/2014/main" id="{6C376C32-BEF7-C54B-A03A-BD397CA3E602}"/>
              </a:ext>
            </a:extLst>
          </p:cNvPr>
          <p:cNvSpPr txBox="1">
            <a:spLocks noGrp="1"/>
          </p:cNvSpPr>
          <p:nvPr/>
        </p:nvSpPr>
        <p:spPr>
          <a:xfrm>
            <a:off x="2687812" y="2876461"/>
            <a:ext cx="2605030" cy="587524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228600" lvl="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 panose="020B0604020202020204" pitchFamily="34" charset="0"/>
              <a:buNone/>
              <a:defRPr sz="1400" b="0" i="0" kern="12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685800" lvl="1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en-US" sz="3000" b="1" dirty="0">
                <a:solidFill>
                  <a:schemeClr val="bg1"/>
                </a:solidFill>
                <a:effectLst>
                  <a:outerShdw blurRad="482600" dist="50800" dir="5400000" algn="ctr" rotWithShape="0">
                    <a:srgbClr val="1C7777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PROJECT</a:t>
            </a:r>
            <a:endParaRPr sz="3000" b="1" dirty="0">
              <a:solidFill>
                <a:schemeClr val="bg1"/>
              </a:solidFill>
              <a:effectLst>
                <a:outerShdw blurRad="482600" dist="50800" dir="5400000" algn="ctr" rotWithShape="0">
                  <a:srgbClr val="1C7777">
                    <a:alpha val="43000"/>
                  </a:srgbClr>
                </a:outerShdw>
              </a:effectLst>
              <a:latin typeface="Arial" panose="020B0604020202020204" pitchFamily="34" charset="0"/>
              <a:ea typeface="Microsoft JhengHei" panose="020B0604030504040204" pitchFamily="34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648287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517;p14">
            <a:extLst>
              <a:ext uri="{FF2B5EF4-FFF2-40B4-BE49-F238E27FC236}">
                <a16:creationId xmlns:a16="http://schemas.microsoft.com/office/drawing/2014/main" id="{5FE50F75-3596-854F-8B56-B61A5F805389}"/>
              </a:ext>
            </a:extLst>
          </p:cNvPr>
          <p:cNvSpPr txBox="1"/>
          <p:nvPr/>
        </p:nvSpPr>
        <p:spPr>
          <a:xfrm>
            <a:off x="1602805" y="673881"/>
            <a:ext cx="3559692" cy="986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200" b="1" i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TITLE</a:t>
            </a:r>
            <a:endParaRPr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90FD9936-7ED6-994A-A510-8FD45235C5A8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955632" y="0"/>
            <a:ext cx="6236368" cy="6858000"/>
          </a:xfrm>
          <a:prstGeom prst="rect">
            <a:avLst/>
          </a:prstGeom>
        </p:spPr>
      </p:pic>
      <p:sp>
        <p:nvSpPr>
          <p:cNvPr id="6" name="Google Shape;512;p14">
            <a:extLst>
              <a:ext uri="{FF2B5EF4-FFF2-40B4-BE49-F238E27FC236}">
                <a16:creationId xmlns:a16="http://schemas.microsoft.com/office/drawing/2014/main" id="{E95147A4-53FB-7A47-A7E5-EDDC8DF33264}"/>
              </a:ext>
            </a:extLst>
          </p:cNvPr>
          <p:cNvSpPr txBox="1">
            <a:spLocks noGrp="1"/>
          </p:cNvSpPr>
          <p:nvPr/>
        </p:nvSpPr>
        <p:spPr>
          <a:xfrm>
            <a:off x="1602805" y="1324606"/>
            <a:ext cx="3559692" cy="876624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>
            <a:lvl1pPr marL="228600" lvl="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 panose="020B0604020202020204" pitchFamily="34" charset="0"/>
              <a:buNone/>
              <a:defRPr sz="1400" b="0" i="0" kern="12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685800" lvl="1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en-US" dirty="0"/>
              <a:t>請在</a:t>
            </a:r>
            <a:r>
              <a:rPr lang="zh-CN" altLang="en-US" dirty="0"/>
              <a:t>這裡說明圖片內容</a:t>
            </a:r>
            <a:br>
              <a:rPr lang="en-US" dirty="0"/>
            </a:br>
            <a:r>
              <a:rPr lang="en-US" dirty="0"/>
              <a:t>contents contents.</a:t>
            </a:r>
            <a:endParaRPr dirty="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 dirty="0"/>
          </a:p>
        </p:txBody>
      </p:sp>
      <p:sp>
        <p:nvSpPr>
          <p:cNvPr id="7" name="圓角矩形 6">
            <a:extLst>
              <a:ext uri="{FF2B5EF4-FFF2-40B4-BE49-F238E27FC236}">
                <a16:creationId xmlns:a16="http://schemas.microsoft.com/office/drawing/2014/main" id="{1D09EFCD-3B24-B845-B7D6-0068DE7E9658}"/>
              </a:ext>
            </a:extLst>
          </p:cNvPr>
          <p:cNvSpPr/>
          <p:nvPr/>
        </p:nvSpPr>
        <p:spPr>
          <a:xfrm>
            <a:off x="1602805" y="4361342"/>
            <a:ext cx="3559692" cy="1564208"/>
          </a:xfrm>
          <a:prstGeom prst="roundRect">
            <a:avLst>
              <a:gd name="adj" fmla="val 4366"/>
            </a:avLst>
          </a:prstGeom>
          <a:solidFill>
            <a:srgbClr val="F5F3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8" name="Google Shape;512;p14">
            <a:extLst>
              <a:ext uri="{FF2B5EF4-FFF2-40B4-BE49-F238E27FC236}">
                <a16:creationId xmlns:a16="http://schemas.microsoft.com/office/drawing/2014/main" id="{CD84E0A5-CF07-E84A-8362-046A09B76D4E}"/>
              </a:ext>
            </a:extLst>
          </p:cNvPr>
          <p:cNvSpPr txBox="1">
            <a:spLocks noGrp="1"/>
          </p:cNvSpPr>
          <p:nvPr/>
        </p:nvSpPr>
        <p:spPr>
          <a:xfrm>
            <a:off x="1801089" y="4577874"/>
            <a:ext cx="3163124" cy="104860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>
            <a:lvl1pPr marL="228600" lvl="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 panose="020B0604020202020204" pitchFamily="34" charset="0"/>
              <a:buNone/>
              <a:defRPr sz="1400" b="0" i="0" kern="12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685800" lvl="1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</a:pPr>
            <a:r>
              <a:rPr lang="zh-TW" altLang="en-US" sz="1200" dirty="0"/>
              <a:t>如果有需要字框補充說明 這裡可以補充</a:t>
            </a:r>
            <a:endParaRPr lang="en-US" altLang="zh-TW" sz="1200" dirty="0"/>
          </a:p>
          <a:p>
            <a:pPr marL="0" indent="0">
              <a:lnSpc>
                <a:spcPct val="100000"/>
              </a:lnSpc>
              <a:spcBef>
                <a:spcPts val="800"/>
              </a:spcBef>
            </a:pPr>
            <a:r>
              <a:rPr lang="zh-TW" altLang="en-US" sz="1200" dirty="0"/>
              <a:t>如果有需要字框補充說明</a:t>
            </a:r>
          </a:p>
          <a:p>
            <a:pPr marL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</a:pPr>
            <a:endParaRPr sz="1200" dirty="0"/>
          </a:p>
        </p:txBody>
      </p:sp>
      <p:sp>
        <p:nvSpPr>
          <p:cNvPr id="10" name="Google Shape;645;p22">
            <a:extLst>
              <a:ext uri="{FF2B5EF4-FFF2-40B4-BE49-F238E27FC236}">
                <a16:creationId xmlns:a16="http://schemas.microsoft.com/office/drawing/2014/main" id="{03885C44-9F8D-DF44-B604-EEC5E2613BE9}"/>
              </a:ext>
            </a:extLst>
          </p:cNvPr>
          <p:cNvSpPr txBox="1">
            <a:spLocks/>
          </p:cNvSpPr>
          <p:nvPr/>
        </p:nvSpPr>
        <p:spPr>
          <a:xfrm rot="5400000">
            <a:off x="-1043451" y="1613707"/>
            <a:ext cx="3002424" cy="31570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SzPct val="318181"/>
              <a:buFont typeface="Arial" panose="020B0604020202020204" pitchFamily="34" charset="0"/>
              <a:buNone/>
            </a:pPr>
            <a:r>
              <a:rPr lang="en-US" sz="1200" spc="100" dirty="0">
                <a:solidFill>
                  <a:schemeClr val="bg1"/>
                </a:solidFill>
              </a:rPr>
              <a:t>Tittle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B18120B2-AF7A-EA4C-874B-A5D7289D6831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955632" y="0"/>
            <a:ext cx="62363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621447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517;p14">
            <a:extLst>
              <a:ext uri="{FF2B5EF4-FFF2-40B4-BE49-F238E27FC236}">
                <a16:creationId xmlns:a16="http://schemas.microsoft.com/office/drawing/2014/main" id="{5FE50F75-3596-854F-8B56-B61A5F805389}"/>
              </a:ext>
            </a:extLst>
          </p:cNvPr>
          <p:cNvSpPr txBox="1"/>
          <p:nvPr/>
        </p:nvSpPr>
        <p:spPr>
          <a:xfrm>
            <a:off x="1602805" y="673881"/>
            <a:ext cx="3559692" cy="986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200" b="1" i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TITLE</a:t>
            </a:r>
            <a:endParaRPr dirty="0"/>
          </a:p>
        </p:txBody>
      </p:sp>
      <p:sp>
        <p:nvSpPr>
          <p:cNvPr id="6" name="Google Shape;512;p14">
            <a:extLst>
              <a:ext uri="{FF2B5EF4-FFF2-40B4-BE49-F238E27FC236}">
                <a16:creationId xmlns:a16="http://schemas.microsoft.com/office/drawing/2014/main" id="{E95147A4-53FB-7A47-A7E5-EDDC8DF33264}"/>
              </a:ext>
            </a:extLst>
          </p:cNvPr>
          <p:cNvSpPr txBox="1">
            <a:spLocks noGrp="1"/>
          </p:cNvSpPr>
          <p:nvPr/>
        </p:nvSpPr>
        <p:spPr>
          <a:xfrm>
            <a:off x="1602805" y="1324606"/>
            <a:ext cx="3559692" cy="876624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>
            <a:lvl1pPr marL="228600" lvl="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 panose="020B0604020202020204" pitchFamily="34" charset="0"/>
              <a:buNone/>
              <a:defRPr sz="1400" b="0" i="0" kern="12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685800" lvl="1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en-US" dirty="0"/>
              <a:t>請在</a:t>
            </a:r>
            <a:r>
              <a:rPr lang="zh-CN" altLang="en-US" dirty="0"/>
              <a:t>這裡說明圖片內容</a:t>
            </a:r>
            <a:br>
              <a:rPr lang="en-US" dirty="0"/>
            </a:br>
            <a:r>
              <a:rPr lang="en-US" dirty="0"/>
              <a:t>contents contents.</a:t>
            </a:r>
            <a:endParaRPr dirty="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 dirty="0"/>
          </a:p>
        </p:txBody>
      </p:sp>
      <p:sp>
        <p:nvSpPr>
          <p:cNvPr id="7" name="圓角矩形 6">
            <a:extLst>
              <a:ext uri="{FF2B5EF4-FFF2-40B4-BE49-F238E27FC236}">
                <a16:creationId xmlns:a16="http://schemas.microsoft.com/office/drawing/2014/main" id="{1D09EFCD-3B24-B845-B7D6-0068DE7E9658}"/>
              </a:ext>
            </a:extLst>
          </p:cNvPr>
          <p:cNvSpPr/>
          <p:nvPr/>
        </p:nvSpPr>
        <p:spPr>
          <a:xfrm>
            <a:off x="1602805" y="4361342"/>
            <a:ext cx="3559692" cy="1564208"/>
          </a:xfrm>
          <a:prstGeom prst="roundRect">
            <a:avLst>
              <a:gd name="adj" fmla="val 4366"/>
            </a:avLst>
          </a:prstGeom>
          <a:solidFill>
            <a:srgbClr val="F5F3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8" name="Google Shape;512;p14">
            <a:extLst>
              <a:ext uri="{FF2B5EF4-FFF2-40B4-BE49-F238E27FC236}">
                <a16:creationId xmlns:a16="http://schemas.microsoft.com/office/drawing/2014/main" id="{CD84E0A5-CF07-E84A-8362-046A09B76D4E}"/>
              </a:ext>
            </a:extLst>
          </p:cNvPr>
          <p:cNvSpPr txBox="1">
            <a:spLocks noGrp="1"/>
          </p:cNvSpPr>
          <p:nvPr/>
        </p:nvSpPr>
        <p:spPr>
          <a:xfrm>
            <a:off x="1801089" y="4577874"/>
            <a:ext cx="3163124" cy="104860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>
            <a:lvl1pPr marL="228600" lvl="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 panose="020B0604020202020204" pitchFamily="34" charset="0"/>
              <a:buNone/>
              <a:defRPr sz="1400" b="0" i="0" kern="12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685800" lvl="1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</a:pPr>
            <a:r>
              <a:rPr lang="zh-TW" altLang="en-US" sz="1200" dirty="0"/>
              <a:t>如果有需要字框補充說明 這裡可以補充</a:t>
            </a:r>
            <a:endParaRPr lang="en-US" altLang="zh-TW" sz="1200" dirty="0"/>
          </a:p>
          <a:p>
            <a:pPr marL="0" indent="0">
              <a:lnSpc>
                <a:spcPct val="100000"/>
              </a:lnSpc>
              <a:spcBef>
                <a:spcPts val="800"/>
              </a:spcBef>
            </a:pPr>
            <a:r>
              <a:rPr lang="zh-TW" altLang="en-US" sz="1200" dirty="0"/>
              <a:t>如果有需要字框補充說明</a:t>
            </a:r>
          </a:p>
          <a:p>
            <a:pPr marL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</a:pPr>
            <a:endParaRPr sz="1200" dirty="0"/>
          </a:p>
        </p:txBody>
      </p:sp>
      <p:sp>
        <p:nvSpPr>
          <p:cNvPr id="10" name="Google Shape;645;p22">
            <a:extLst>
              <a:ext uri="{FF2B5EF4-FFF2-40B4-BE49-F238E27FC236}">
                <a16:creationId xmlns:a16="http://schemas.microsoft.com/office/drawing/2014/main" id="{03885C44-9F8D-DF44-B604-EEC5E2613BE9}"/>
              </a:ext>
            </a:extLst>
          </p:cNvPr>
          <p:cNvSpPr txBox="1">
            <a:spLocks/>
          </p:cNvSpPr>
          <p:nvPr/>
        </p:nvSpPr>
        <p:spPr>
          <a:xfrm rot="5400000">
            <a:off x="-1043451" y="1613707"/>
            <a:ext cx="3002424" cy="31570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SzPct val="318181"/>
              <a:buFont typeface="Arial" panose="020B0604020202020204" pitchFamily="34" charset="0"/>
              <a:buNone/>
            </a:pPr>
            <a:r>
              <a:rPr lang="en-US" sz="1200" spc="100" dirty="0">
                <a:solidFill>
                  <a:schemeClr val="bg1"/>
                </a:solidFill>
              </a:rPr>
              <a:t>Tittle</a:t>
            </a: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CE01C9F9-E3F7-394D-959A-813C8AAE347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059766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517;p14">
            <a:extLst>
              <a:ext uri="{FF2B5EF4-FFF2-40B4-BE49-F238E27FC236}">
                <a16:creationId xmlns:a16="http://schemas.microsoft.com/office/drawing/2014/main" id="{5FE50F75-3596-854F-8B56-B61A5F805389}"/>
              </a:ext>
            </a:extLst>
          </p:cNvPr>
          <p:cNvSpPr txBox="1"/>
          <p:nvPr/>
        </p:nvSpPr>
        <p:spPr>
          <a:xfrm>
            <a:off x="1602805" y="673881"/>
            <a:ext cx="3559692" cy="986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200" b="1" i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TITLE</a:t>
            </a:r>
            <a:endParaRPr dirty="0"/>
          </a:p>
        </p:txBody>
      </p:sp>
      <p:sp>
        <p:nvSpPr>
          <p:cNvPr id="6" name="Google Shape;512;p14">
            <a:extLst>
              <a:ext uri="{FF2B5EF4-FFF2-40B4-BE49-F238E27FC236}">
                <a16:creationId xmlns:a16="http://schemas.microsoft.com/office/drawing/2014/main" id="{E95147A4-53FB-7A47-A7E5-EDDC8DF33264}"/>
              </a:ext>
            </a:extLst>
          </p:cNvPr>
          <p:cNvSpPr txBox="1">
            <a:spLocks noGrp="1"/>
          </p:cNvSpPr>
          <p:nvPr/>
        </p:nvSpPr>
        <p:spPr>
          <a:xfrm>
            <a:off x="1602805" y="1324606"/>
            <a:ext cx="3559692" cy="876624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>
            <a:lvl1pPr marL="228600" lvl="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 panose="020B0604020202020204" pitchFamily="34" charset="0"/>
              <a:buNone/>
              <a:defRPr sz="1400" b="0" i="0" kern="12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685800" lvl="1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en-US" dirty="0"/>
              <a:t>請在</a:t>
            </a:r>
            <a:r>
              <a:rPr lang="zh-CN" altLang="en-US" dirty="0"/>
              <a:t>這裡說明圖片內容</a:t>
            </a:r>
            <a:br>
              <a:rPr lang="en-US" dirty="0"/>
            </a:br>
            <a:r>
              <a:rPr lang="en-US" dirty="0"/>
              <a:t>contents contents.</a:t>
            </a:r>
            <a:endParaRPr dirty="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 dirty="0"/>
          </a:p>
        </p:txBody>
      </p:sp>
      <p:sp>
        <p:nvSpPr>
          <p:cNvPr id="7" name="圓角矩形 6">
            <a:extLst>
              <a:ext uri="{FF2B5EF4-FFF2-40B4-BE49-F238E27FC236}">
                <a16:creationId xmlns:a16="http://schemas.microsoft.com/office/drawing/2014/main" id="{1D09EFCD-3B24-B845-B7D6-0068DE7E9658}"/>
              </a:ext>
            </a:extLst>
          </p:cNvPr>
          <p:cNvSpPr/>
          <p:nvPr/>
        </p:nvSpPr>
        <p:spPr>
          <a:xfrm>
            <a:off x="1602805" y="4361342"/>
            <a:ext cx="3559692" cy="1564208"/>
          </a:xfrm>
          <a:prstGeom prst="roundRect">
            <a:avLst>
              <a:gd name="adj" fmla="val 4366"/>
            </a:avLst>
          </a:prstGeom>
          <a:solidFill>
            <a:srgbClr val="E7FF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8" name="Google Shape;512;p14">
            <a:extLst>
              <a:ext uri="{FF2B5EF4-FFF2-40B4-BE49-F238E27FC236}">
                <a16:creationId xmlns:a16="http://schemas.microsoft.com/office/drawing/2014/main" id="{CD84E0A5-CF07-E84A-8362-046A09B76D4E}"/>
              </a:ext>
            </a:extLst>
          </p:cNvPr>
          <p:cNvSpPr txBox="1">
            <a:spLocks noGrp="1"/>
          </p:cNvSpPr>
          <p:nvPr/>
        </p:nvSpPr>
        <p:spPr>
          <a:xfrm>
            <a:off x="1801089" y="4577874"/>
            <a:ext cx="3163124" cy="104860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>
            <a:lvl1pPr marL="228600" lvl="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 panose="020B0604020202020204" pitchFamily="34" charset="0"/>
              <a:buNone/>
              <a:defRPr sz="1400" b="0" i="0" kern="12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685800" lvl="1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</a:pPr>
            <a:r>
              <a:rPr lang="zh-TW" altLang="en-US" sz="1200" dirty="0"/>
              <a:t>如果有需要字框補充說明 這裡可以補充</a:t>
            </a:r>
            <a:endParaRPr lang="en-US" altLang="zh-TW" sz="1200" dirty="0"/>
          </a:p>
          <a:p>
            <a:pPr marL="0" indent="0">
              <a:lnSpc>
                <a:spcPct val="100000"/>
              </a:lnSpc>
              <a:spcBef>
                <a:spcPts val="800"/>
              </a:spcBef>
            </a:pPr>
            <a:r>
              <a:rPr lang="zh-TW" altLang="en-US" sz="1200" dirty="0"/>
              <a:t>如果有需要字框補充說明</a:t>
            </a:r>
          </a:p>
          <a:p>
            <a:pPr marL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</a:pPr>
            <a:endParaRPr sz="1200" dirty="0"/>
          </a:p>
        </p:txBody>
      </p:sp>
      <p:sp>
        <p:nvSpPr>
          <p:cNvPr id="10" name="Google Shape;645;p22">
            <a:extLst>
              <a:ext uri="{FF2B5EF4-FFF2-40B4-BE49-F238E27FC236}">
                <a16:creationId xmlns:a16="http://schemas.microsoft.com/office/drawing/2014/main" id="{03885C44-9F8D-DF44-B604-EEC5E2613BE9}"/>
              </a:ext>
            </a:extLst>
          </p:cNvPr>
          <p:cNvSpPr txBox="1">
            <a:spLocks/>
          </p:cNvSpPr>
          <p:nvPr/>
        </p:nvSpPr>
        <p:spPr>
          <a:xfrm rot="5400000">
            <a:off x="-1043451" y="1613707"/>
            <a:ext cx="3002424" cy="31570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SzPct val="318181"/>
              <a:buFont typeface="Arial" panose="020B0604020202020204" pitchFamily="34" charset="0"/>
              <a:buNone/>
            </a:pPr>
            <a:r>
              <a:rPr lang="en-US" sz="1200" spc="100" dirty="0">
                <a:solidFill>
                  <a:schemeClr val="bg1"/>
                </a:solidFill>
              </a:rPr>
              <a:t>Tittle</a:t>
            </a:r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E031055D-E33A-B646-B568-B1291AF3E05E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8800"/>
                    </a14:imgEffect>
                    <a14:imgEffect>
                      <a14:saturation sat="1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96000" y="0"/>
            <a:ext cx="6096000" cy="6864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221079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517;p14">
            <a:extLst>
              <a:ext uri="{FF2B5EF4-FFF2-40B4-BE49-F238E27FC236}">
                <a16:creationId xmlns:a16="http://schemas.microsoft.com/office/drawing/2014/main" id="{5FE50F75-3596-854F-8B56-B61A5F805389}"/>
              </a:ext>
            </a:extLst>
          </p:cNvPr>
          <p:cNvSpPr txBox="1"/>
          <p:nvPr/>
        </p:nvSpPr>
        <p:spPr>
          <a:xfrm>
            <a:off x="1602805" y="673881"/>
            <a:ext cx="3559692" cy="986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200" b="1" i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TITLE</a:t>
            </a:r>
            <a:endParaRPr dirty="0"/>
          </a:p>
        </p:txBody>
      </p:sp>
      <p:sp>
        <p:nvSpPr>
          <p:cNvPr id="69" name="TextBox 16">
            <a:extLst>
              <a:ext uri="{FF2B5EF4-FFF2-40B4-BE49-F238E27FC236}">
                <a16:creationId xmlns:a16="http://schemas.microsoft.com/office/drawing/2014/main" id="{1A76E509-0FAC-3A4C-B122-A185E0058B86}"/>
              </a:ext>
            </a:extLst>
          </p:cNvPr>
          <p:cNvSpPr txBox="1"/>
          <p:nvPr/>
        </p:nvSpPr>
        <p:spPr>
          <a:xfrm>
            <a:off x="7650011" y="3124016"/>
            <a:ext cx="1982946" cy="707349"/>
          </a:xfrm>
          <a:prstGeom prst="rect">
            <a:avLst/>
          </a:prstGeom>
        </p:spPr>
        <p:txBody>
          <a:bodyPr lIns="254000" tIns="254000" rIns="254000" bIns="254000" rtlCol="0" anchor="ctr"/>
          <a:lstStyle/>
          <a:p>
            <a:pPr algn="ctr">
              <a:lnSpc>
                <a:spcPts val="3120"/>
              </a:lnSpc>
            </a:pPr>
            <a:r>
              <a:rPr lang="en-US" sz="2400" dirty="0">
                <a:solidFill>
                  <a:srgbClr val="FFFFFF"/>
                </a:solidFill>
                <a:latin typeface="+mj-lt"/>
                <a:ea typeface="Aileron Bold"/>
                <a:cs typeface="Aileron Bold"/>
                <a:sym typeface="Aileron Bold"/>
              </a:rPr>
              <a:t>2023</a:t>
            </a:r>
          </a:p>
        </p:txBody>
      </p:sp>
      <p:grpSp>
        <p:nvGrpSpPr>
          <p:cNvPr id="73" name="Group 5">
            <a:extLst>
              <a:ext uri="{FF2B5EF4-FFF2-40B4-BE49-F238E27FC236}">
                <a16:creationId xmlns:a16="http://schemas.microsoft.com/office/drawing/2014/main" id="{E88D5C61-16F9-6D41-83A2-C516D645BFD1}"/>
              </a:ext>
            </a:extLst>
          </p:cNvPr>
          <p:cNvGrpSpPr/>
          <p:nvPr/>
        </p:nvGrpSpPr>
        <p:grpSpPr>
          <a:xfrm>
            <a:off x="1295285" y="3122424"/>
            <a:ext cx="1984025" cy="707349"/>
            <a:chOff x="-366" y="-14828"/>
            <a:chExt cx="672617" cy="239803"/>
          </a:xfrm>
        </p:grpSpPr>
        <p:sp>
          <p:nvSpPr>
            <p:cNvPr id="74" name="Freeform 6">
              <a:extLst>
                <a:ext uri="{FF2B5EF4-FFF2-40B4-BE49-F238E27FC236}">
                  <a16:creationId xmlns:a16="http://schemas.microsoft.com/office/drawing/2014/main" id="{03E53D4C-73E0-394E-98B1-6D35AC78D303}"/>
                </a:ext>
              </a:extLst>
            </p:cNvPr>
            <p:cNvSpPr/>
            <p:nvPr/>
          </p:nvSpPr>
          <p:spPr>
            <a:xfrm>
              <a:off x="0" y="0"/>
              <a:ext cx="672251" cy="211228"/>
            </a:xfrm>
            <a:custGeom>
              <a:avLst/>
              <a:gdLst/>
              <a:ahLst/>
              <a:cxnLst/>
              <a:rect l="l" t="t" r="r" b="b"/>
              <a:pathLst>
                <a:path w="672251" h="211228">
                  <a:moveTo>
                    <a:pt x="45497" y="0"/>
                  </a:moveTo>
                  <a:lnTo>
                    <a:pt x="626754" y="0"/>
                  </a:lnTo>
                  <a:cubicBezTo>
                    <a:pt x="651881" y="0"/>
                    <a:pt x="672251" y="20370"/>
                    <a:pt x="672251" y="45497"/>
                  </a:cubicBezTo>
                  <a:lnTo>
                    <a:pt x="672251" y="165731"/>
                  </a:lnTo>
                  <a:cubicBezTo>
                    <a:pt x="672251" y="190858"/>
                    <a:pt x="651881" y="211228"/>
                    <a:pt x="626754" y="211228"/>
                  </a:cubicBezTo>
                  <a:lnTo>
                    <a:pt x="45497" y="211228"/>
                  </a:lnTo>
                  <a:cubicBezTo>
                    <a:pt x="20370" y="211228"/>
                    <a:pt x="0" y="190858"/>
                    <a:pt x="0" y="165731"/>
                  </a:cubicBezTo>
                  <a:lnTo>
                    <a:pt x="0" y="45497"/>
                  </a:lnTo>
                  <a:cubicBezTo>
                    <a:pt x="0" y="20370"/>
                    <a:pt x="20370" y="0"/>
                    <a:pt x="45497" y="0"/>
                  </a:cubicBezTo>
                  <a:close/>
                </a:path>
              </a:pathLst>
            </a:custGeom>
            <a:solidFill>
              <a:srgbClr val="9AE992"/>
            </a:solidFill>
          </p:spPr>
          <p:txBody>
            <a:bodyPr/>
            <a:lstStyle/>
            <a:p>
              <a:endParaRPr lang="zh-TW" altLang="en-US" dirty="0"/>
            </a:p>
          </p:txBody>
        </p:sp>
        <p:sp>
          <p:nvSpPr>
            <p:cNvPr id="75" name="TextBox 7">
              <a:extLst>
                <a:ext uri="{FF2B5EF4-FFF2-40B4-BE49-F238E27FC236}">
                  <a16:creationId xmlns:a16="http://schemas.microsoft.com/office/drawing/2014/main" id="{354E03AF-D01A-9245-8ACE-ACEC9E550756}"/>
                </a:ext>
              </a:extLst>
            </p:cNvPr>
            <p:cNvSpPr txBox="1"/>
            <p:nvPr/>
          </p:nvSpPr>
          <p:spPr>
            <a:xfrm>
              <a:off x="-366" y="-14828"/>
              <a:ext cx="672251" cy="239803"/>
            </a:xfrm>
            <a:prstGeom prst="rect">
              <a:avLst/>
            </a:prstGeom>
          </p:spPr>
          <p:txBody>
            <a:bodyPr lIns="254000" tIns="254000" rIns="254000" bIns="254000" rtlCol="0" anchor="ctr"/>
            <a:lstStyle/>
            <a:p>
              <a:pPr algn="ctr">
                <a:lnSpc>
                  <a:spcPts val="3120"/>
                </a:lnSpc>
              </a:pPr>
              <a:r>
                <a:rPr lang="en-US" sz="2400" b="1" dirty="0">
                  <a:solidFill>
                    <a:schemeClr val="bg1"/>
                  </a:solidFill>
                  <a:latin typeface="+mj-lt"/>
                  <a:ea typeface="Aileron Bold"/>
                  <a:cs typeface="Aileron Bold"/>
                  <a:sym typeface="Aileron Bold"/>
                </a:rPr>
                <a:t>2020</a:t>
              </a:r>
            </a:p>
          </p:txBody>
        </p:sp>
      </p:grpSp>
      <p:grpSp>
        <p:nvGrpSpPr>
          <p:cNvPr id="76" name="Group 8">
            <a:extLst>
              <a:ext uri="{FF2B5EF4-FFF2-40B4-BE49-F238E27FC236}">
                <a16:creationId xmlns:a16="http://schemas.microsoft.com/office/drawing/2014/main" id="{E5A86753-D419-FE47-A3BA-16A116B06810}"/>
              </a:ext>
            </a:extLst>
          </p:cNvPr>
          <p:cNvGrpSpPr/>
          <p:nvPr/>
        </p:nvGrpSpPr>
        <p:grpSpPr>
          <a:xfrm>
            <a:off x="2952432" y="3124016"/>
            <a:ext cx="2444760" cy="707349"/>
            <a:chOff x="-769" y="-14288"/>
            <a:chExt cx="673020" cy="239803"/>
          </a:xfrm>
        </p:grpSpPr>
        <p:sp>
          <p:nvSpPr>
            <p:cNvPr id="77" name="Freeform 9">
              <a:extLst>
                <a:ext uri="{FF2B5EF4-FFF2-40B4-BE49-F238E27FC236}">
                  <a16:creationId xmlns:a16="http://schemas.microsoft.com/office/drawing/2014/main" id="{D406C561-8035-F54F-A1C4-E267A1EBC821}"/>
                </a:ext>
              </a:extLst>
            </p:cNvPr>
            <p:cNvSpPr/>
            <p:nvPr/>
          </p:nvSpPr>
          <p:spPr>
            <a:xfrm>
              <a:off x="0" y="0"/>
              <a:ext cx="672251" cy="211228"/>
            </a:xfrm>
            <a:custGeom>
              <a:avLst/>
              <a:gdLst/>
              <a:ahLst/>
              <a:cxnLst/>
              <a:rect l="l" t="t" r="r" b="b"/>
              <a:pathLst>
                <a:path w="672251" h="211228">
                  <a:moveTo>
                    <a:pt x="45497" y="0"/>
                  </a:moveTo>
                  <a:lnTo>
                    <a:pt x="626754" y="0"/>
                  </a:lnTo>
                  <a:cubicBezTo>
                    <a:pt x="651881" y="0"/>
                    <a:pt x="672251" y="20370"/>
                    <a:pt x="672251" y="45497"/>
                  </a:cubicBezTo>
                  <a:lnTo>
                    <a:pt x="672251" y="165731"/>
                  </a:lnTo>
                  <a:cubicBezTo>
                    <a:pt x="672251" y="190858"/>
                    <a:pt x="651881" y="211228"/>
                    <a:pt x="626754" y="211228"/>
                  </a:cubicBezTo>
                  <a:lnTo>
                    <a:pt x="45497" y="211228"/>
                  </a:lnTo>
                  <a:cubicBezTo>
                    <a:pt x="20370" y="211228"/>
                    <a:pt x="0" y="190858"/>
                    <a:pt x="0" y="165731"/>
                  </a:cubicBezTo>
                  <a:lnTo>
                    <a:pt x="0" y="45497"/>
                  </a:lnTo>
                  <a:cubicBezTo>
                    <a:pt x="0" y="20370"/>
                    <a:pt x="20370" y="0"/>
                    <a:pt x="45497" y="0"/>
                  </a:cubicBezTo>
                  <a:close/>
                </a:path>
              </a:pathLst>
            </a:custGeom>
            <a:solidFill>
              <a:srgbClr val="6EDAA8"/>
            </a:solidFill>
          </p:spPr>
          <p:txBody>
            <a:bodyPr/>
            <a:lstStyle/>
            <a:p>
              <a:endParaRPr lang="zh-TW" altLang="en-US" dirty="0"/>
            </a:p>
          </p:txBody>
        </p:sp>
        <p:sp>
          <p:nvSpPr>
            <p:cNvPr id="78" name="TextBox 10">
              <a:extLst>
                <a:ext uri="{FF2B5EF4-FFF2-40B4-BE49-F238E27FC236}">
                  <a16:creationId xmlns:a16="http://schemas.microsoft.com/office/drawing/2014/main" id="{13FEE089-D75F-0B4E-A5C9-499D8DBDF922}"/>
                </a:ext>
              </a:extLst>
            </p:cNvPr>
            <p:cNvSpPr txBox="1"/>
            <p:nvPr/>
          </p:nvSpPr>
          <p:spPr>
            <a:xfrm>
              <a:off x="-769" y="-14288"/>
              <a:ext cx="672251" cy="239803"/>
            </a:xfrm>
            <a:prstGeom prst="rect">
              <a:avLst/>
            </a:prstGeom>
          </p:spPr>
          <p:txBody>
            <a:bodyPr lIns="254000" tIns="254000" rIns="254000" bIns="254000" rtlCol="0" anchor="ctr"/>
            <a:lstStyle/>
            <a:p>
              <a:pPr algn="ctr">
                <a:lnSpc>
                  <a:spcPts val="3120"/>
                </a:lnSpc>
              </a:pPr>
              <a:r>
                <a:rPr lang="en-US" sz="2400" b="1" dirty="0">
                  <a:solidFill>
                    <a:schemeClr val="bg1"/>
                  </a:solidFill>
                  <a:latin typeface="+mj-lt"/>
                  <a:ea typeface="Aileron Bold"/>
                  <a:cs typeface="Aileron Bold"/>
                  <a:sym typeface="Aileron Bold"/>
                </a:rPr>
                <a:t>2021</a:t>
              </a:r>
            </a:p>
          </p:txBody>
        </p:sp>
      </p:grpSp>
      <p:grpSp>
        <p:nvGrpSpPr>
          <p:cNvPr id="79" name="Group 11">
            <a:extLst>
              <a:ext uri="{FF2B5EF4-FFF2-40B4-BE49-F238E27FC236}">
                <a16:creationId xmlns:a16="http://schemas.microsoft.com/office/drawing/2014/main" id="{F2BCAFC7-745E-754F-8A76-DAE6F8E7A740}"/>
              </a:ext>
            </a:extLst>
          </p:cNvPr>
          <p:cNvGrpSpPr/>
          <p:nvPr/>
        </p:nvGrpSpPr>
        <p:grpSpPr>
          <a:xfrm>
            <a:off x="5075448" y="3124015"/>
            <a:ext cx="2441966" cy="707349"/>
            <a:chOff x="0" y="-14288"/>
            <a:chExt cx="673044" cy="239803"/>
          </a:xfrm>
        </p:grpSpPr>
        <p:sp>
          <p:nvSpPr>
            <p:cNvPr id="80" name="Freeform 12">
              <a:extLst>
                <a:ext uri="{FF2B5EF4-FFF2-40B4-BE49-F238E27FC236}">
                  <a16:creationId xmlns:a16="http://schemas.microsoft.com/office/drawing/2014/main" id="{BBEA13D2-0471-CC45-A202-7FEC240331BB}"/>
                </a:ext>
              </a:extLst>
            </p:cNvPr>
            <p:cNvSpPr/>
            <p:nvPr/>
          </p:nvSpPr>
          <p:spPr>
            <a:xfrm>
              <a:off x="0" y="0"/>
              <a:ext cx="672251" cy="211228"/>
            </a:xfrm>
            <a:custGeom>
              <a:avLst/>
              <a:gdLst/>
              <a:ahLst/>
              <a:cxnLst/>
              <a:rect l="l" t="t" r="r" b="b"/>
              <a:pathLst>
                <a:path w="672251" h="211228">
                  <a:moveTo>
                    <a:pt x="45497" y="0"/>
                  </a:moveTo>
                  <a:lnTo>
                    <a:pt x="626754" y="0"/>
                  </a:lnTo>
                  <a:cubicBezTo>
                    <a:pt x="651881" y="0"/>
                    <a:pt x="672251" y="20370"/>
                    <a:pt x="672251" y="45497"/>
                  </a:cubicBezTo>
                  <a:lnTo>
                    <a:pt x="672251" y="165731"/>
                  </a:lnTo>
                  <a:cubicBezTo>
                    <a:pt x="672251" y="190858"/>
                    <a:pt x="651881" y="211228"/>
                    <a:pt x="626754" y="211228"/>
                  </a:cubicBezTo>
                  <a:lnTo>
                    <a:pt x="45497" y="211228"/>
                  </a:lnTo>
                  <a:cubicBezTo>
                    <a:pt x="20370" y="211228"/>
                    <a:pt x="0" y="190858"/>
                    <a:pt x="0" y="165731"/>
                  </a:cubicBezTo>
                  <a:lnTo>
                    <a:pt x="0" y="45497"/>
                  </a:lnTo>
                  <a:cubicBezTo>
                    <a:pt x="0" y="20370"/>
                    <a:pt x="20370" y="0"/>
                    <a:pt x="45497" y="0"/>
                  </a:cubicBezTo>
                  <a:close/>
                </a:path>
              </a:pathLst>
            </a:custGeom>
            <a:solidFill>
              <a:srgbClr val="3BBB8E"/>
            </a:solidFill>
          </p:spPr>
          <p:txBody>
            <a:bodyPr/>
            <a:lstStyle/>
            <a:p>
              <a:endParaRPr lang="zh-TW" altLang="en-US" dirty="0">
                <a:solidFill>
                  <a:schemeClr val="accent5">
                    <a:lumMod val="50000"/>
                  </a:schemeClr>
                </a:solidFill>
              </a:endParaRPr>
            </a:p>
          </p:txBody>
        </p:sp>
        <p:sp>
          <p:nvSpPr>
            <p:cNvPr id="81" name="TextBox 13">
              <a:extLst>
                <a:ext uri="{FF2B5EF4-FFF2-40B4-BE49-F238E27FC236}">
                  <a16:creationId xmlns:a16="http://schemas.microsoft.com/office/drawing/2014/main" id="{CC7E0CBC-F542-C84C-BB7D-ADDE89DFCB89}"/>
                </a:ext>
              </a:extLst>
            </p:cNvPr>
            <p:cNvSpPr txBox="1"/>
            <p:nvPr/>
          </p:nvSpPr>
          <p:spPr>
            <a:xfrm>
              <a:off x="793" y="-14288"/>
              <a:ext cx="672251" cy="239803"/>
            </a:xfrm>
            <a:prstGeom prst="rect">
              <a:avLst/>
            </a:prstGeom>
          </p:spPr>
          <p:txBody>
            <a:bodyPr lIns="254000" tIns="254000" rIns="254000" bIns="254000" rtlCol="0" anchor="ctr"/>
            <a:lstStyle/>
            <a:p>
              <a:pPr algn="ctr">
                <a:lnSpc>
                  <a:spcPts val="3120"/>
                </a:lnSpc>
              </a:pPr>
              <a:r>
                <a:rPr lang="en-US" sz="2400" b="1" dirty="0">
                  <a:solidFill>
                    <a:schemeClr val="bg1"/>
                  </a:solidFill>
                  <a:latin typeface="+mj-lt"/>
                  <a:ea typeface="Aileron Bold"/>
                  <a:cs typeface="Aileron Bold"/>
                  <a:sym typeface="Aileron Bold"/>
                </a:rPr>
                <a:t>2022</a:t>
              </a:r>
            </a:p>
          </p:txBody>
        </p:sp>
      </p:grpSp>
      <p:grpSp>
        <p:nvGrpSpPr>
          <p:cNvPr id="82" name="Group 14">
            <a:extLst>
              <a:ext uri="{FF2B5EF4-FFF2-40B4-BE49-F238E27FC236}">
                <a16:creationId xmlns:a16="http://schemas.microsoft.com/office/drawing/2014/main" id="{0B58F3EF-D2FD-7843-B57F-5FA04CC32617}"/>
              </a:ext>
            </a:extLst>
          </p:cNvPr>
          <p:cNvGrpSpPr/>
          <p:nvPr/>
        </p:nvGrpSpPr>
        <p:grpSpPr>
          <a:xfrm>
            <a:off x="7190537" y="3124016"/>
            <a:ext cx="2442420" cy="707349"/>
            <a:chOff x="0" y="-14288"/>
            <a:chExt cx="672251" cy="239803"/>
          </a:xfrm>
        </p:grpSpPr>
        <p:sp>
          <p:nvSpPr>
            <p:cNvPr id="83" name="Freeform 15">
              <a:extLst>
                <a:ext uri="{FF2B5EF4-FFF2-40B4-BE49-F238E27FC236}">
                  <a16:creationId xmlns:a16="http://schemas.microsoft.com/office/drawing/2014/main" id="{4F7AFB94-4710-184E-8F01-2977C14CD994}"/>
                </a:ext>
              </a:extLst>
            </p:cNvPr>
            <p:cNvSpPr/>
            <p:nvPr/>
          </p:nvSpPr>
          <p:spPr>
            <a:xfrm>
              <a:off x="0" y="0"/>
              <a:ext cx="672251" cy="211228"/>
            </a:xfrm>
            <a:custGeom>
              <a:avLst/>
              <a:gdLst/>
              <a:ahLst/>
              <a:cxnLst/>
              <a:rect l="l" t="t" r="r" b="b"/>
              <a:pathLst>
                <a:path w="672251" h="211228">
                  <a:moveTo>
                    <a:pt x="45497" y="0"/>
                  </a:moveTo>
                  <a:lnTo>
                    <a:pt x="626754" y="0"/>
                  </a:lnTo>
                  <a:cubicBezTo>
                    <a:pt x="651881" y="0"/>
                    <a:pt x="672251" y="20370"/>
                    <a:pt x="672251" y="45497"/>
                  </a:cubicBezTo>
                  <a:lnTo>
                    <a:pt x="672251" y="165731"/>
                  </a:lnTo>
                  <a:cubicBezTo>
                    <a:pt x="672251" y="190858"/>
                    <a:pt x="651881" y="211228"/>
                    <a:pt x="626754" y="211228"/>
                  </a:cubicBezTo>
                  <a:lnTo>
                    <a:pt x="45497" y="211228"/>
                  </a:lnTo>
                  <a:cubicBezTo>
                    <a:pt x="20370" y="211228"/>
                    <a:pt x="0" y="190858"/>
                    <a:pt x="0" y="165731"/>
                  </a:cubicBezTo>
                  <a:lnTo>
                    <a:pt x="0" y="45497"/>
                  </a:lnTo>
                  <a:cubicBezTo>
                    <a:pt x="0" y="20370"/>
                    <a:pt x="20370" y="0"/>
                    <a:pt x="45497" y="0"/>
                  </a:cubicBezTo>
                  <a:close/>
                </a:path>
              </a:pathLst>
            </a:custGeom>
            <a:solidFill>
              <a:srgbClr val="00AA64"/>
            </a:solidFill>
          </p:spPr>
          <p:txBody>
            <a:bodyPr/>
            <a:lstStyle/>
            <a:p>
              <a:endParaRPr lang="zh-TW" altLang="en-US" dirty="0">
                <a:solidFill>
                  <a:schemeClr val="accent5">
                    <a:lumMod val="50000"/>
                  </a:schemeClr>
                </a:solidFill>
              </a:endParaRPr>
            </a:p>
          </p:txBody>
        </p:sp>
        <p:sp>
          <p:nvSpPr>
            <p:cNvPr id="84" name="TextBox 16">
              <a:extLst>
                <a:ext uri="{FF2B5EF4-FFF2-40B4-BE49-F238E27FC236}">
                  <a16:creationId xmlns:a16="http://schemas.microsoft.com/office/drawing/2014/main" id="{71685C6F-9289-2442-AAFA-FA2FDE2970E1}"/>
                </a:ext>
              </a:extLst>
            </p:cNvPr>
            <p:cNvSpPr txBox="1"/>
            <p:nvPr/>
          </p:nvSpPr>
          <p:spPr>
            <a:xfrm>
              <a:off x="0" y="-14288"/>
              <a:ext cx="672251" cy="239803"/>
            </a:xfrm>
            <a:prstGeom prst="rect">
              <a:avLst/>
            </a:prstGeom>
          </p:spPr>
          <p:txBody>
            <a:bodyPr lIns="254000" tIns="254000" rIns="254000" bIns="254000" rtlCol="0" anchor="ctr"/>
            <a:lstStyle/>
            <a:p>
              <a:pPr algn="ctr">
                <a:lnSpc>
                  <a:spcPts val="3120"/>
                </a:lnSpc>
              </a:pPr>
              <a:r>
                <a:rPr lang="en-US" sz="2400" b="1" dirty="0">
                  <a:solidFill>
                    <a:schemeClr val="bg1"/>
                  </a:solidFill>
                  <a:latin typeface="+mj-lt"/>
                  <a:ea typeface="Aileron Bold"/>
                  <a:cs typeface="Arial" panose="020B0604020202020204" pitchFamily="34" charset="0"/>
                  <a:sym typeface="Aileron Bold"/>
                </a:rPr>
                <a:t>2023</a:t>
              </a:r>
            </a:p>
          </p:txBody>
        </p:sp>
      </p:grpSp>
      <p:grpSp>
        <p:nvGrpSpPr>
          <p:cNvPr id="85" name="Group 17">
            <a:extLst>
              <a:ext uri="{FF2B5EF4-FFF2-40B4-BE49-F238E27FC236}">
                <a16:creationId xmlns:a16="http://schemas.microsoft.com/office/drawing/2014/main" id="{81B1A887-6645-E74E-9A4E-101830CCAE7C}"/>
              </a:ext>
            </a:extLst>
          </p:cNvPr>
          <p:cNvGrpSpPr/>
          <p:nvPr/>
        </p:nvGrpSpPr>
        <p:grpSpPr>
          <a:xfrm>
            <a:off x="9314633" y="3100339"/>
            <a:ext cx="2440882" cy="707349"/>
            <a:chOff x="0" y="-22315"/>
            <a:chExt cx="673836" cy="239803"/>
          </a:xfrm>
        </p:grpSpPr>
        <p:sp>
          <p:nvSpPr>
            <p:cNvPr id="86" name="Freeform 18">
              <a:extLst>
                <a:ext uri="{FF2B5EF4-FFF2-40B4-BE49-F238E27FC236}">
                  <a16:creationId xmlns:a16="http://schemas.microsoft.com/office/drawing/2014/main" id="{568CDBD9-4948-9149-AA77-F2DE2757558B}"/>
                </a:ext>
              </a:extLst>
            </p:cNvPr>
            <p:cNvSpPr/>
            <p:nvPr/>
          </p:nvSpPr>
          <p:spPr>
            <a:xfrm>
              <a:off x="0" y="0"/>
              <a:ext cx="672251" cy="211228"/>
            </a:xfrm>
            <a:custGeom>
              <a:avLst/>
              <a:gdLst/>
              <a:ahLst/>
              <a:cxnLst/>
              <a:rect l="l" t="t" r="r" b="b"/>
              <a:pathLst>
                <a:path w="672251" h="211228">
                  <a:moveTo>
                    <a:pt x="45497" y="0"/>
                  </a:moveTo>
                  <a:lnTo>
                    <a:pt x="626754" y="0"/>
                  </a:lnTo>
                  <a:cubicBezTo>
                    <a:pt x="651881" y="0"/>
                    <a:pt x="672251" y="20370"/>
                    <a:pt x="672251" y="45497"/>
                  </a:cubicBezTo>
                  <a:lnTo>
                    <a:pt x="672251" y="165731"/>
                  </a:lnTo>
                  <a:cubicBezTo>
                    <a:pt x="672251" y="190858"/>
                    <a:pt x="651881" y="211228"/>
                    <a:pt x="626754" y="211228"/>
                  </a:cubicBezTo>
                  <a:lnTo>
                    <a:pt x="45497" y="211228"/>
                  </a:lnTo>
                  <a:cubicBezTo>
                    <a:pt x="20370" y="211228"/>
                    <a:pt x="0" y="190858"/>
                    <a:pt x="0" y="165731"/>
                  </a:cubicBezTo>
                  <a:lnTo>
                    <a:pt x="0" y="45497"/>
                  </a:lnTo>
                  <a:cubicBezTo>
                    <a:pt x="0" y="20370"/>
                    <a:pt x="20370" y="0"/>
                    <a:pt x="45497" y="0"/>
                  </a:cubicBezTo>
                  <a:close/>
                </a:path>
              </a:pathLst>
            </a:custGeom>
            <a:solidFill>
              <a:srgbClr val="009056"/>
            </a:solidFill>
          </p:spPr>
          <p:txBody>
            <a:bodyPr/>
            <a:lstStyle/>
            <a:p>
              <a:endParaRPr lang="zh-TW" altLang="en-US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7" name="TextBox 19">
              <a:extLst>
                <a:ext uri="{FF2B5EF4-FFF2-40B4-BE49-F238E27FC236}">
                  <a16:creationId xmlns:a16="http://schemas.microsoft.com/office/drawing/2014/main" id="{2FC0F9CC-0DF6-B340-BE9D-3351040B7D7A}"/>
                </a:ext>
              </a:extLst>
            </p:cNvPr>
            <p:cNvSpPr txBox="1"/>
            <p:nvPr/>
          </p:nvSpPr>
          <p:spPr>
            <a:xfrm>
              <a:off x="1585" y="-22315"/>
              <a:ext cx="672251" cy="239803"/>
            </a:xfrm>
            <a:prstGeom prst="rect">
              <a:avLst/>
            </a:prstGeom>
          </p:spPr>
          <p:txBody>
            <a:bodyPr lIns="254000" tIns="254000" rIns="254000" bIns="254000" rtlCol="0" anchor="ctr"/>
            <a:lstStyle/>
            <a:p>
              <a:pPr algn="ctr">
                <a:lnSpc>
                  <a:spcPts val="3120"/>
                </a:lnSpc>
              </a:pPr>
              <a:r>
                <a:rPr lang="en-US" sz="2000" b="1" dirty="0">
                  <a:solidFill>
                    <a:schemeClr val="bg1"/>
                  </a:solidFill>
                  <a:latin typeface="+mj-lt"/>
                  <a:ea typeface="Aileron Bold"/>
                  <a:cs typeface="Arial" panose="020B0604020202020204" pitchFamily="34" charset="0"/>
                  <a:sym typeface="Aileron Bold"/>
                </a:rPr>
                <a:t>PRESENT</a:t>
              </a:r>
            </a:p>
          </p:txBody>
        </p:sp>
      </p:grpSp>
      <p:sp>
        <p:nvSpPr>
          <p:cNvPr id="88" name="TextBox 21">
            <a:extLst>
              <a:ext uri="{FF2B5EF4-FFF2-40B4-BE49-F238E27FC236}">
                <a16:creationId xmlns:a16="http://schemas.microsoft.com/office/drawing/2014/main" id="{A87DB92A-585A-C44D-A9EB-8525DFE15EEC}"/>
              </a:ext>
            </a:extLst>
          </p:cNvPr>
          <p:cNvSpPr txBox="1"/>
          <p:nvPr/>
        </p:nvSpPr>
        <p:spPr>
          <a:xfrm>
            <a:off x="3447414" y="4517059"/>
            <a:ext cx="1909241" cy="646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altLang="zh-TW" sz="1400" spc="26" dirty="0">
                <a:solidFill>
                  <a:srgbClr val="191919"/>
                </a:solidFill>
                <a:latin typeface="Arial" panose="020B0604020202020204" pitchFamily="34" charset="0"/>
                <a:ea typeface="Aileron"/>
                <a:cs typeface="Arial" panose="020B0604020202020204" pitchFamily="34" charset="0"/>
                <a:sym typeface="Aileron"/>
              </a:rPr>
              <a:t>Contents contents</a:t>
            </a:r>
          </a:p>
          <a:p>
            <a:pPr algn="ctr"/>
            <a:r>
              <a:rPr lang="en-US" altLang="zh-TW" sz="1400" spc="26" dirty="0">
                <a:solidFill>
                  <a:srgbClr val="191919"/>
                </a:solidFill>
                <a:latin typeface="Arial" panose="020B0604020202020204" pitchFamily="34" charset="0"/>
                <a:ea typeface="Aileron"/>
                <a:cs typeface="Arial" panose="020B0604020202020204" pitchFamily="34" charset="0"/>
                <a:sym typeface="Aileron"/>
              </a:rPr>
              <a:t>contents contents contents contents</a:t>
            </a:r>
          </a:p>
        </p:txBody>
      </p:sp>
      <p:sp>
        <p:nvSpPr>
          <p:cNvPr id="89" name="TextBox 22">
            <a:extLst>
              <a:ext uri="{FF2B5EF4-FFF2-40B4-BE49-F238E27FC236}">
                <a16:creationId xmlns:a16="http://schemas.microsoft.com/office/drawing/2014/main" id="{650A6858-5187-1E42-99E4-AF802DA2BFBF}"/>
              </a:ext>
            </a:extLst>
          </p:cNvPr>
          <p:cNvSpPr txBox="1"/>
          <p:nvPr/>
        </p:nvSpPr>
        <p:spPr>
          <a:xfrm>
            <a:off x="7697919" y="4517059"/>
            <a:ext cx="1909241" cy="646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altLang="zh-TW" sz="1400" spc="26" dirty="0">
                <a:solidFill>
                  <a:srgbClr val="191919"/>
                </a:solidFill>
                <a:latin typeface="Arial" panose="020B0604020202020204" pitchFamily="34" charset="0"/>
                <a:ea typeface="Aileron"/>
                <a:cs typeface="Arial" panose="020B0604020202020204" pitchFamily="34" charset="0"/>
                <a:sym typeface="Aileron"/>
              </a:rPr>
              <a:t>Contents contents</a:t>
            </a:r>
          </a:p>
          <a:p>
            <a:pPr algn="ctr"/>
            <a:r>
              <a:rPr lang="en-US" altLang="zh-TW" sz="1400" spc="26" dirty="0">
                <a:solidFill>
                  <a:srgbClr val="191919"/>
                </a:solidFill>
                <a:latin typeface="Arial" panose="020B0604020202020204" pitchFamily="34" charset="0"/>
                <a:ea typeface="Aileron"/>
                <a:cs typeface="Arial" panose="020B0604020202020204" pitchFamily="34" charset="0"/>
                <a:sym typeface="Aileron"/>
              </a:rPr>
              <a:t>contents contents contents contents</a:t>
            </a:r>
          </a:p>
        </p:txBody>
      </p:sp>
      <p:sp>
        <p:nvSpPr>
          <p:cNvPr id="90" name="TextBox 23">
            <a:extLst>
              <a:ext uri="{FF2B5EF4-FFF2-40B4-BE49-F238E27FC236}">
                <a16:creationId xmlns:a16="http://schemas.microsoft.com/office/drawing/2014/main" id="{D1311384-C61A-DF4E-BF88-06017ADDE542}"/>
              </a:ext>
            </a:extLst>
          </p:cNvPr>
          <p:cNvSpPr txBox="1"/>
          <p:nvPr/>
        </p:nvSpPr>
        <p:spPr>
          <a:xfrm>
            <a:off x="1322161" y="1558498"/>
            <a:ext cx="1909241" cy="646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1400" spc="26" dirty="0">
                <a:solidFill>
                  <a:srgbClr val="191919"/>
                </a:solidFill>
                <a:latin typeface="Arial" panose="020B0604020202020204" pitchFamily="34" charset="0"/>
                <a:ea typeface="Aileron"/>
                <a:cs typeface="Arial" panose="020B0604020202020204" pitchFamily="34" charset="0"/>
                <a:sym typeface="Aileron"/>
              </a:rPr>
              <a:t>Contents contents</a:t>
            </a:r>
          </a:p>
          <a:p>
            <a:pPr algn="ctr"/>
            <a:r>
              <a:rPr lang="en-US" altLang="zh-TW" sz="1400" spc="26" dirty="0">
                <a:solidFill>
                  <a:srgbClr val="191919"/>
                </a:solidFill>
                <a:latin typeface="Arial" panose="020B0604020202020204" pitchFamily="34" charset="0"/>
                <a:ea typeface="Aileron"/>
                <a:cs typeface="Arial" panose="020B0604020202020204" pitchFamily="34" charset="0"/>
                <a:sym typeface="Aileron"/>
              </a:rPr>
              <a:t>contents contents contents contents</a:t>
            </a:r>
            <a:endParaRPr lang="en-US" sz="1400" spc="26" dirty="0">
              <a:solidFill>
                <a:srgbClr val="191919"/>
              </a:solidFill>
              <a:latin typeface="Arial" panose="020B0604020202020204" pitchFamily="34" charset="0"/>
              <a:ea typeface="Aileron"/>
              <a:cs typeface="Arial" panose="020B0604020202020204" pitchFamily="34" charset="0"/>
              <a:sym typeface="Aileron"/>
            </a:endParaRPr>
          </a:p>
        </p:txBody>
      </p:sp>
      <p:sp>
        <p:nvSpPr>
          <p:cNvPr id="91" name="TextBox 24">
            <a:extLst>
              <a:ext uri="{FF2B5EF4-FFF2-40B4-BE49-F238E27FC236}">
                <a16:creationId xmlns:a16="http://schemas.microsoft.com/office/drawing/2014/main" id="{0706B92C-DF52-CE4F-B37D-6309F63C11A9}"/>
              </a:ext>
            </a:extLst>
          </p:cNvPr>
          <p:cNvSpPr txBox="1"/>
          <p:nvPr/>
        </p:nvSpPr>
        <p:spPr>
          <a:xfrm>
            <a:off x="5572667" y="1824890"/>
            <a:ext cx="1909241" cy="4308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altLang="zh-TW" sz="1400" spc="26" dirty="0">
                <a:solidFill>
                  <a:srgbClr val="191919"/>
                </a:solidFill>
                <a:latin typeface="Arial" panose="020B0604020202020204" pitchFamily="34" charset="0"/>
                <a:ea typeface="Aileron"/>
                <a:cs typeface="Arial" panose="020B0604020202020204" pitchFamily="34" charset="0"/>
                <a:sym typeface="Aileron"/>
              </a:rPr>
              <a:t>Contents contents</a:t>
            </a:r>
          </a:p>
          <a:p>
            <a:pPr algn="ctr"/>
            <a:r>
              <a:rPr lang="en-US" altLang="zh-TW" sz="1400" spc="26" dirty="0">
                <a:solidFill>
                  <a:srgbClr val="191919"/>
                </a:solidFill>
                <a:latin typeface="Arial" panose="020B0604020202020204" pitchFamily="34" charset="0"/>
                <a:ea typeface="Aileron"/>
                <a:cs typeface="Arial" panose="020B0604020202020204" pitchFamily="34" charset="0"/>
                <a:sym typeface="Aileron"/>
              </a:rPr>
              <a:t>contents contents</a:t>
            </a:r>
          </a:p>
        </p:txBody>
      </p:sp>
      <p:sp>
        <p:nvSpPr>
          <p:cNvPr id="92" name="TextBox 25">
            <a:extLst>
              <a:ext uri="{FF2B5EF4-FFF2-40B4-BE49-F238E27FC236}">
                <a16:creationId xmlns:a16="http://schemas.microsoft.com/office/drawing/2014/main" id="{A3F07362-7CF7-C846-88A8-D4AAEA8BD479}"/>
              </a:ext>
            </a:extLst>
          </p:cNvPr>
          <p:cNvSpPr txBox="1"/>
          <p:nvPr/>
        </p:nvSpPr>
        <p:spPr>
          <a:xfrm>
            <a:off x="9823172" y="2091282"/>
            <a:ext cx="1909241" cy="246221"/>
          </a:xfrm>
          <a:prstGeom prst="rect">
            <a:avLst/>
          </a:prstGeom>
          <a:noFill/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altLang="zh-TW" sz="1600" b="1" spc="26" dirty="0">
                <a:solidFill>
                  <a:srgbClr val="009056"/>
                </a:solidFill>
                <a:latin typeface="Arial" panose="020B0604020202020204" pitchFamily="34" charset="0"/>
                <a:ea typeface="Aileron"/>
                <a:cs typeface="Arial" panose="020B0604020202020204" pitchFamily="34" charset="0"/>
                <a:sym typeface="Aileron"/>
              </a:rPr>
              <a:t>Contents contents</a:t>
            </a:r>
          </a:p>
        </p:txBody>
      </p:sp>
      <p:cxnSp>
        <p:nvCxnSpPr>
          <p:cNvPr id="93" name="直線接點 92">
            <a:extLst>
              <a:ext uri="{FF2B5EF4-FFF2-40B4-BE49-F238E27FC236}">
                <a16:creationId xmlns:a16="http://schemas.microsoft.com/office/drawing/2014/main" id="{C331CA0D-B388-7347-B375-CDDCC552467E}"/>
              </a:ext>
            </a:extLst>
          </p:cNvPr>
          <p:cNvCxnSpPr/>
          <p:nvPr/>
        </p:nvCxnSpPr>
        <p:spPr>
          <a:xfrm>
            <a:off x="2266129" y="2516554"/>
            <a:ext cx="0" cy="386478"/>
          </a:xfrm>
          <a:prstGeom prst="line">
            <a:avLst/>
          </a:prstGeom>
          <a:ln w="38100">
            <a:solidFill>
              <a:srgbClr val="D9DA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線接點 93">
            <a:extLst>
              <a:ext uri="{FF2B5EF4-FFF2-40B4-BE49-F238E27FC236}">
                <a16:creationId xmlns:a16="http://schemas.microsoft.com/office/drawing/2014/main" id="{6A61D1E9-4206-5343-A856-D6060CE31E12}"/>
              </a:ext>
            </a:extLst>
          </p:cNvPr>
          <p:cNvCxnSpPr/>
          <p:nvPr/>
        </p:nvCxnSpPr>
        <p:spPr>
          <a:xfrm>
            <a:off x="6546727" y="2516554"/>
            <a:ext cx="0" cy="386478"/>
          </a:xfrm>
          <a:prstGeom prst="line">
            <a:avLst/>
          </a:prstGeom>
          <a:ln w="38100">
            <a:solidFill>
              <a:srgbClr val="D9DA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線接點 94">
            <a:extLst>
              <a:ext uri="{FF2B5EF4-FFF2-40B4-BE49-F238E27FC236}">
                <a16:creationId xmlns:a16="http://schemas.microsoft.com/office/drawing/2014/main" id="{C35A34DC-E41A-C54F-BF0C-1CD3AC9561BC}"/>
              </a:ext>
            </a:extLst>
          </p:cNvPr>
          <p:cNvCxnSpPr/>
          <p:nvPr/>
        </p:nvCxnSpPr>
        <p:spPr>
          <a:xfrm>
            <a:off x="10807228" y="2516554"/>
            <a:ext cx="0" cy="386478"/>
          </a:xfrm>
          <a:prstGeom prst="line">
            <a:avLst/>
          </a:prstGeom>
          <a:ln w="38100">
            <a:solidFill>
              <a:srgbClr val="D9DA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線接點 95">
            <a:extLst>
              <a:ext uri="{FF2B5EF4-FFF2-40B4-BE49-F238E27FC236}">
                <a16:creationId xmlns:a16="http://schemas.microsoft.com/office/drawing/2014/main" id="{754C9CE0-16B1-1D44-8CBA-83A5D86D3DC8}"/>
              </a:ext>
            </a:extLst>
          </p:cNvPr>
          <p:cNvCxnSpPr/>
          <p:nvPr/>
        </p:nvCxnSpPr>
        <p:spPr>
          <a:xfrm>
            <a:off x="4416477" y="3993662"/>
            <a:ext cx="0" cy="386478"/>
          </a:xfrm>
          <a:prstGeom prst="line">
            <a:avLst/>
          </a:prstGeom>
          <a:ln w="38100">
            <a:solidFill>
              <a:srgbClr val="D9DA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線接點 96">
            <a:extLst>
              <a:ext uri="{FF2B5EF4-FFF2-40B4-BE49-F238E27FC236}">
                <a16:creationId xmlns:a16="http://schemas.microsoft.com/office/drawing/2014/main" id="{0C7DAA73-27DC-9D44-BC15-74CB6251D1E5}"/>
              </a:ext>
            </a:extLst>
          </p:cNvPr>
          <p:cNvCxnSpPr/>
          <p:nvPr/>
        </p:nvCxnSpPr>
        <p:spPr>
          <a:xfrm>
            <a:off x="8656881" y="3993662"/>
            <a:ext cx="0" cy="386478"/>
          </a:xfrm>
          <a:prstGeom prst="line">
            <a:avLst/>
          </a:prstGeom>
          <a:ln w="38100">
            <a:solidFill>
              <a:srgbClr val="D9DA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Google Shape;645;p22">
            <a:extLst>
              <a:ext uri="{FF2B5EF4-FFF2-40B4-BE49-F238E27FC236}">
                <a16:creationId xmlns:a16="http://schemas.microsoft.com/office/drawing/2014/main" id="{D503DD7A-C3DA-EA4B-975D-5CF24DC8B922}"/>
              </a:ext>
            </a:extLst>
          </p:cNvPr>
          <p:cNvSpPr txBox="1">
            <a:spLocks/>
          </p:cNvSpPr>
          <p:nvPr/>
        </p:nvSpPr>
        <p:spPr>
          <a:xfrm rot="5400000">
            <a:off x="-1043451" y="1613707"/>
            <a:ext cx="3002424" cy="31570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SzPct val="318181"/>
              <a:buFont typeface="Arial" panose="020B0604020202020204" pitchFamily="34" charset="0"/>
              <a:buNone/>
            </a:pPr>
            <a:r>
              <a:rPr lang="en-US" sz="1200" spc="100" dirty="0">
                <a:solidFill>
                  <a:schemeClr val="bg1"/>
                </a:solidFill>
              </a:rPr>
              <a:t>Tittle</a:t>
            </a:r>
          </a:p>
        </p:txBody>
      </p:sp>
    </p:spTree>
    <p:extLst>
      <p:ext uri="{BB962C8B-B14F-4D97-AF65-F5344CB8AC3E}">
        <p14:creationId xmlns:p14="http://schemas.microsoft.com/office/powerpoint/2010/main" val="97440835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517;p14">
            <a:extLst>
              <a:ext uri="{FF2B5EF4-FFF2-40B4-BE49-F238E27FC236}">
                <a16:creationId xmlns:a16="http://schemas.microsoft.com/office/drawing/2014/main" id="{29351659-7D9B-254B-AEC6-DF4169752264}"/>
              </a:ext>
            </a:extLst>
          </p:cNvPr>
          <p:cNvSpPr txBox="1"/>
          <p:nvPr/>
        </p:nvSpPr>
        <p:spPr>
          <a:xfrm>
            <a:off x="1602805" y="4013427"/>
            <a:ext cx="3559692" cy="4923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200" b="1" i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TITLE</a:t>
            </a:r>
            <a:endParaRPr dirty="0"/>
          </a:p>
        </p:txBody>
      </p:sp>
      <p:sp>
        <p:nvSpPr>
          <p:cNvPr id="6" name="Google Shape;645;p22">
            <a:extLst>
              <a:ext uri="{FF2B5EF4-FFF2-40B4-BE49-F238E27FC236}">
                <a16:creationId xmlns:a16="http://schemas.microsoft.com/office/drawing/2014/main" id="{5B5A9156-1A33-494D-8E1F-11E1A5261164}"/>
              </a:ext>
            </a:extLst>
          </p:cNvPr>
          <p:cNvSpPr txBox="1">
            <a:spLocks/>
          </p:cNvSpPr>
          <p:nvPr/>
        </p:nvSpPr>
        <p:spPr>
          <a:xfrm rot="5400000">
            <a:off x="-1043451" y="1613707"/>
            <a:ext cx="3002424" cy="31570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SzPct val="318181"/>
              <a:buFont typeface="Arial" panose="020B0604020202020204" pitchFamily="34" charset="0"/>
              <a:buNone/>
            </a:pPr>
            <a:r>
              <a:rPr lang="en-US" sz="1200" spc="100" dirty="0">
                <a:solidFill>
                  <a:schemeClr val="bg1"/>
                </a:solidFill>
              </a:rPr>
              <a:t>Tittle</a:t>
            </a: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90A6A961-92C1-854F-A171-06BC6EF55C7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88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70020" y="0"/>
            <a:ext cx="11421979" cy="3429000"/>
          </a:xfrm>
          <a:prstGeom prst="rect">
            <a:avLst/>
          </a:prstGeom>
        </p:spPr>
      </p:pic>
      <p:sp>
        <p:nvSpPr>
          <p:cNvPr id="11" name="Google Shape;512;p14">
            <a:extLst>
              <a:ext uri="{FF2B5EF4-FFF2-40B4-BE49-F238E27FC236}">
                <a16:creationId xmlns:a16="http://schemas.microsoft.com/office/drawing/2014/main" id="{7201D1FC-7485-5B46-BB04-3043DBA146A3}"/>
              </a:ext>
            </a:extLst>
          </p:cNvPr>
          <p:cNvSpPr txBox="1">
            <a:spLocks noGrp="1"/>
          </p:cNvSpPr>
          <p:nvPr/>
        </p:nvSpPr>
        <p:spPr>
          <a:xfrm>
            <a:off x="1602804" y="4544883"/>
            <a:ext cx="6640047" cy="149810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>
            <a:lvl1pPr marL="228600" lvl="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 panose="020B0604020202020204" pitchFamily="34" charset="0"/>
              <a:buNone/>
              <a:defRPr sz="1400" b="0" i="0" kern="12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685800" lvl="1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en-US" dirty="0"/>
              <a:t>請在</a:t>
            </a:r>
            <a:r>
              <a:rPr lang="zh-CN" altLang="en-US" dirty="0"/>
              <a:t>這裡寫下任何內容，如果需要</a:t>
            </a:r>
            <a:r>
              <a:rPr lang="zh-CN" altLang="en-US" b="1" dirty="0">
                <a:solidFill>
                  <a:srgbClr val="00AA64"/>
                </a:solidFill>
              </a:rPr>
              <a:t>任何重點標示</a:t>
            </a:r>
            <a:r>
              <a:rPr lang="zh-CN" altLang="en-US" dirty="0"/>
              <a:t>，可以看一下此段標示方法。</a:t>
            </a:r>
            <a:endParaRPr lang="en-US" altLang="zh-CN" dirty="0"/>
          </a:p>
          <a:p>
            <a:pPr marL="0" lvl="0" indent="0"/>
            <a:r>
              <a:rPr lang="en-US" altLang="zh-TW" dirty="0"/>
              <a:t>請在</a:t>
            </a:r>
            <a:r>
              <a:rPr lang="zh-CN" altLang="en-US" dirty="0"/>
              <a:t>這裡寫下任何內容，如果需要</a:t>
            </a:r>
            <a:r>
              <a:rPr lang="zh-CN" altLang="en-US" b="1" dirty="0"/>
              <a:t>任何重點標示</a:t>
            </a:r>
            <a:r>
              <a:rPr lang="zh-CN" altLang="en-US" dirty="0"/>
              <a:t>，可以看一下此段標示方法。</a:t>
            </a:r>
            <a:endParaRPr lang="en-US" altLang="zh-CN" dirty="0"/>
          </a:p>
          <a:p>
            <a:pPr marL="0" lvl="0" indent="0"/>
            <a:r>
              <a:rPr lang="en-US" altLang="zh-TW" dirty="0"/>
              <a:t>請在</a:t>
            </a:r>
            <a:r>
              <a:rPr lang="zh-CN" altLang="en-US" dirty="0"/>
              <a:t>這裡寫下任何內容，如果需要</a:t>
            </a:r>
            <a:r>
              <a:rPr lang="zh-CN" altLang="en-US" b="1" dirty="0">
                <a:solidFill>
                  <a:srgbClr val="009056"/>
                </a:solidFill>
                <a:highlight>
                  <a:srgbClr val="E0F974"/>
                </a:highlight>
              </a:rPr>
              <a:t>任何重點標示</a:t>
            </a:r>
            <a:r>
              <a:rPr lang="zh-CN" altLang="en-US" dirty="0"/>
              <a:t>，可以看一下此段標示方法。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1661643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517;p14">
            <a:extLst>
              <a:ext uri="{FF2B5EF4-FFF2-40B4-BE49-F238E27FC236}">
                <a16:creationId xmlns:a16="http://schemas.microsoft.com/office/drawing/2014/main" id="{29351659-7D9B-254B-AEC6-DF4169752264}"/>
              </a:ext>
            </a:extLst>
          </p:cNvPr>
          <p:cNvSpPr txBox="1"/>
          <p:nvPr/>
        </p:nvSpPr>
        <p:spPr>
          <a:xfrm>
            <a:off x="1602805" y="4013427"/>
            <a:ext cx="3559692" cy="4923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200" b="1" i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TITLE</a:t>
            </a:r>
            <a:endParaRPr dirty="0"/>
          </a:p>
        </p:txBody>
      </p:sp>
      <p:sp>
        <p:nvSpPr>
          <p:cNvPr id="6" name="Google Shape;645;p22">
            <a:extLst>
              <a:ext uri="{FF2B5EF4-FFF2-40B4-BE49-F238E27FC236}">
                <a16:creationId xmlns:a16="http://schemas.microsoft.com/office/drawing/2014/main" id="{5B5A9156-1A33-494D-8E1F-11E1A5261164}"/>
              </a:ext>
            </a:extLst>
          </p:cNvPr>
          <p:cNvSpPr txBox="1">
            <a:spLocks/>
          </p:cNvSpPr>
          <p:nvPr/>
        </p:nvSpPr>
        <p:spPr>
          <a:xfrm rot="5400000">
            <a:off x="-1043451" y="1613707"/>
            <a:ext cx="3002424" cy="31570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SzPct val="318181"/>
              <a:buFont typeface="Arial" panose="020B0604020202020204" pitchFamily="34" charset="0"/>
              <a:buNone/>
            </a:pPr>
            <a:r>
              <a:rPr lang="en-US" sz="1200" spc="100" dirty="0">
                <a:solidFill>
                  <a:schemeClr val="bg1"/>
                </a:solidFill>
              </a:rPr>
              <a:t>Tittle</a:t>
            </a: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A982C08D-1F4C-F049-BDCE-6AD5F8784C5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8800"/>
                    </a14:imgEffect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70020" y="-1"/>
            <a:ext cx="11421980" cy="3429001"/>
          </a:xfrm>
          <a:prstGeom prst="rect">
            <a:avLst/>
          </a:prstGeom>
        </p:spPr>
      </p:pic>
      <p:sp>
        <p:nvSpPr>
          <p:cNvPr id="8" name="Google Shape;512;p14">
            <a:extLst>
              <a:ext uri="{FF2B5EF4-FFF2-40B4-BE49-F238E27FC236}">
                <a16:creationId xmlns:a16="http://schemas.microsoft.com/office/drawing/2014/main" id="{794DFAFF-CA95-864F-94E1-62E8155D5D9D}"/>
              </a:ext>
            </a:extLst>
          </p:cNvPr>
          <p:cNvSpPr txBox="1">
            <a:spLocks noGrp="1"/>
          </p:cNvSpPr>
          <p:nvPr/>
        </p:nvSpPr>
        <p:spPr>
          <a:xfrm>
            <a:off x="1602804" y="4544883"/>
            <a:ext cx="6640047" cy="149810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>
            <a:lvl1pPr marL="228600" lvl="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 panose="020B0604020202020204" pitchFamily="34" charset="0"/>
              <a:buNone/>
              <a:defRPr sz="1400" b="0" i="0" kern="12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685800" lvl="1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en-US" dirty="0"/>
              <a:t>請在</a:t>
            </a:r>
            <a:r>
              <a:rPr lang="zh-CN" altLang="en-US" dirty="0"/>
              <a:t>這裡寫下任何內容，如果需要</a:t>
            </a:r>
            <a:r>
              <a:rPr lang="zh-CN" altLang="en-US" b="1" dirty="0">
                <a:solidFill>
                  <a:srgbClr val="00AA64"/>
                </a:solidFill>
              </a:rPr>
              <a:t>任何重點標示</a:t>
            </a:r>
            <a:r>
              <a:rPr lang="zh-CN" altLang="en-US" dirty="0"/>
              <a:t>，可以看一下此段標示方法。</a:t>
            </a:r>
            <a:endParaRPr lang="en-US" altLang="zh-CN" dirty="0"/>
          </a:p>
          <a:p>
            <a:pPr marL="0" lvl="0" indent="0"/>
            <a:r>
              <a:rPr lang="en-US" altLang="zh-TW" dirty="0"/>
              <a:t>請在</a:t>
            </a:r>
            <a:r>
              <a:rPr lang="zh-CN" altLang="en-US" dirty="0"/>
              <a:t>這裡寫下任何內容，如果需要</a:t>
            </a:r>
            <a:r>
              <a:rPr lang="zh-CN" altLang="en-US" b="1" dirty="0"/>
              <a:t>任何重點標示</a:t>
            </a:r>
            <a:r>
              <a:rPr lang="zh-CN" altLang="en-US" dirty="0"/>
              <a:t>，可以看一下此段標示方法。</a:t>
            </a:r>
            <a:endParaRPr lang="en-US" altLang="zh-CN" dirty="0"/>
          </a:p>
          <a:p>
            <a:pPr marL="0" lvl="0" indent="0"/>
            <a:r>
              <a:rPr lang="en-US" altLang="zh-TW" dirty="0"/>
              <a:t>請在</a:t>
            </a:r>
            <a:r>
              <a:rPr lang="zh-CN" altLang="en-US" dirty="0"/>
              <a:t>這裡寫下任何內容，如果需要</a:t>
            </a:r>
            <a:r>
              <a:rPr lang="zh-CN" altLang="en-US" b="1" dirty="0">
                <a:solidFill>
                  <a:srgbClr val="009056"/>
                </a:solidFill>
                <a:highlight>
                  <a:srgbClr val="E0F974"/>
                </a:highlight>
              </a:rPr>
              <a:t>任何重點標示</a:t>
            </a:r>
            <a:r>
              <a:rPr lang="zh-CN" altLang="en-US" dirty="0"/>
              <a:t>，可以看一下此段標示方法。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1076369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圓角矩形 36">
            <a:extLst>
              <a:ext uri="{FF2B5EF4-FFF2-40B4-BE49-F238E27FC236}">
                <a16:creationId xmlns:a16="http://schemas.microsoft.com/office/drawing/2014/main" id="{0DC936DF-3BAE-0A49-A900-E761CB270767}"/>
              </a:ext>
            </a:extLst>
          </p:cNvPr>
          <p:cNvSpPr/>
          <p:nvPr/>
        </p:nvSpPr>
        <p:spPr>
          <a:xfrm>
            <a:off x="8134599" y="1659987"/>
            <a:ext cx="2814452" cy="4218297"/>
          </a:xfrm>
          <a:prstGeom prst="roundRect">
            <a:avLst>
              <a:gd name="adj" fmla="val 3149"/>
            </a:avLst>
          </a:prstGeom>
          <a:solidFill>
            <a:srgbClr val="E7FFD2">
              <a:alpha val="8549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圓角矩形 35">
            <a:extLst>
              <a:ext uri="{FF2B5EF4-FFF2-40B4-BE49-F238E27FC236}">
                <a16:creationId xmlns:a16="http://schemas.microsoft.com/office/drawing/2014/main" id="{3A950A21-4248-7746-9414-6128B6819458}"/>
              </a:ext>
            </a:extLst>
          </p:cNvPr>
          <p:cNvSpPr/>
          <p:nvPr/>
        </p:nvSpPr>
        <p:spPr>
          <a:xfrm>
            <a:off x="4916854" y="1668828"/>
            <a:ext cx="2814452" cy="4218297"/>
          </a:xfrm>
          <a:prstGeom prst="roundRect">
            <a:avLst>
              <a:gd name="adj" fmla="val 3149"/>
            </a:avLst>
          </a:prstGeom>
          <a:solidFill>
            <a:srgbClr val="E7FFD2">
              <a:alpha val="8549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圓角矩形 32">
            <a:extLst>
              <a:ext uri="{FF2B5EF4-FFF2-40B4-BE49-F238E27FC236}">
                <a16:creationId xmlns:a16="http://schemas.microsoft.com/office/drawing/2014/main" id="{65CDBB10-E039-F24C-BC0C-22C6F132F522}"/>
              </a:ext>
            </a:extLst>
          </p:cNvPr>
          <p:cNvSpPr/>
          <p:nvPr/>
        </p:nvSpPr>
        <p:spPr>
          <a:xfrm>
            <a:off x="1710045" y="1659988"/>
            <a:ext cx="2814452" cy="4218297"/>
          </a:xfrm>
          <a:prstGeom prst="roundRect">
            <a:avLst>
              <a:gd name="adj" fmla="val 3149"/>
            </a:avLst>
          </a:prstGeom>
          <a:solidFill>
            <a:srgbClr val="E7FFD2">
              <a:alpha val="8549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Google Shape;517;p14">
            <a:extLst>
              <a:ext uri="{FF2B5EF4-FFF2-40B4-BE49-F238E27FC236}">
                <a16:creationId xmlns:a16="http://schemas.microsoft.com/office/drawing/2014/main" id="{5FE50F75-3596-854F-8B56-B61A5F805389}"/>
              </a:ext>
            </a:extLst>
          </p:cNvPr>
          <p:cNvSpPr txBox="1"/>
          <p:nvPr/>
        </p:nvSpPr>
        <p:spPr>
          <a:xfrm>
            <a:off x="1602805" y="673881"/>
            <a:ext cx="3559692" cy="986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200" b="1" i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TITLE</a:t>
            </a:r>
            <a:endParaRPr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6ABE575-299A-2548-8C9E-ECE61D6432B7}"/>
              </a:ext>
            </a:extLst>
          </p:cNvPr>
          <p:cNvSpPr/>
          <p:nvPr/>
        </p:nvSpPr>
        <p:spPr>
          <a:xfrm>
            <a:off x="1852551" y="2345375"/>
            <a:ext cx="2529443" cy="1502229"/>
          </a:xfrm>
          <a:prstGeom prst="rect">
            <a:avLst/>
          </a:prstGeom>
          <a:solidFill>
            <a:srgbClr val="FFFFFF">
              <a:alpha val="8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1EA84E9-1467-A047-880E-0C547A6DD83D}"/>
              </a:ext>
            </a:extLst>
          </p:cNvPr>
          <p:cNvSpPr/>
          <p:nvPr/>
        </p:nvSpPr>
        <p:spPr>
          <a:xfrm>
            <a:off x="1852551" y="3975265"/>
            <a:ext cx="2529443" cy="1692233"/>
          </a:xfrm>
          <a:prstGeom prst="rect">
            <a:avLst/>
          </a:prstGeom>
          <a:solidFill>
            <a:srgbClr val="FFFFFF">
              <a:alpha val="8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3F33995-868D-004D-BAD4-95D996302ADE}"/>
              </a:ext>
            </a:extLst>
          </p:cNvPr>
          <p:cNvSpPr/>
          <p:nvPr/>
        </p:nvSpPr>
        <p:spPr>
          <a:xfrm>
            <a:off x="5064827" y="2345376"/>
            <a:ext cx="2529443" cy="501320"/>
          </a:xfrm>
          <a:prstGeom prst="rect">
            <a:avLst/>
          </a:prstGeom>
          <a:solidFill>
            <a:srgbClr val="FFFFFF">
              <a:alpha val="8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A1ECBDF-78A3-4A4F-9394-EDE1167ABDAB}"/>
              </a:ext>
            </a:extLst>
          </p:cNvPr>
          <p:cNvSpPr/>
          <p:nvPr/>
        </p:nvSpPr>
        <p:spPr>
          <a:xfrm>
            <a:off x="5064827" y="2935111"/>
            <a:ext cx="2529443" cy="2732387"/>
          </a:xfrm>
          <a:prstGeom prst="rect">
            <a:avLst/>
          </a:prstGeom>
          <a:solidFill>
            <a:srgbClr val="FFFFFF">
              <a:alpha val="8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B1A7A0D-BDAB-7E40-B739-F773B5799B06}"/>
              </a:ext>
            </a:extLst>
          </p:cNvPr>
          <p:cNvSpPr/>
          <p:nvPr/>
        </p:nvSpPr>
        <p:spPr>
          <a:xfrm>
            <a:off x="8277102" y="2300713"/>
            <a:ext cx="2529443" cy="1033911"/>
          </a:xfrm>
          <a:prstGeom prst="rect">
            <a:avLst/>
          </a:prstGeom>
          <a:solidFill>
            <a:srgbClr val="FFFFFF">
              <a:alpha val="8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C5D11A1-0733-3940-91BB-03EF34E92745}"/>
              </a:ext>
            </a:extLst>
          </p:cNvPr>
          <p:cNvSpPr/>
          <p:nvPr/>
        </p:nvSpPr>
        <p:spPr>
          <a:xfrm>
            <a:off x="8277102" y="4633587"/>
            <a:ext cx="2529443" cy="1033911"/>
          </a:xfrm>
          <a:prstGeom prst="rect">
            <a:avLst/>
          </a:prstGeom>
          <a:solidFill>
            <a:srgbClr val="FFFFFF">
              <a:alpha val="8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F8EC6A4-0DA5-2349-A740-B3A78D825350}"/>
              </a:ext>
            </a:extLst>
          </p:cNvPr>
          <p:cNvSpPr/>
          <p:nvPr/>
        </p:nvSpPr>
        <p:spPr>
          <a:xfrm>
            <a:off x="8277102" y="3467150"/>
            <a:ext cx="2529443" cy="1033911"/>
          </a:xfrm>
          <a:prstGeom prst="rect">
            <a:avLst/>
          </a:prstGeom>
          <a:solidFill>
            <a:srgbClr val="FFFFFF">
              <a:alpha val="8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3" name="Google Shape;512;p14">
            <a:extLst>
              <a:ext uri="{FF2B5EF4-FFF2-40B4-BE49-F238E27FC236}">
                <a16:creationId xmlns:a16="http://schemas.microsoft.com/office/drawing/2014/main" id="{AA2CD840-60B6-234A-83D1-0C2051E644C8}"/>
              </a:ext>
            </a:extLst>
          </p:cNvPr>
          <p:cNvSpPr txBox="1">
            <a:spLocks noGrp="1"/>
          </p:cNvSpPr>
          <p:nvPr/>
        </p:nvSpPr>
        <p:spPr>
          <a:xfrm>
            <a:off x="1966364" y="2673985"/>
            <a:ext cx="2301815" cy="75501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>
            <a:lvl1pPr marL="228600" lvl="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 panose="020B0604020202020204" pitchFamily="34" charset="0"/>
              <a:buNone/>
              <a:defRPr sz="1400" b="0" i="0" kern="12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685800" lvl="1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/>
            <a:r>
              <a:rPr lang="en-US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請在</a:t>
            </a:r>
            <a:r>
              <a:rPr lang="zh-CN" altLang="en-US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這裡說明內容</a:t>
            </a:r>
            <a:endParaRPr lang="en-US" altLang="zh-CN" sz="12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4" name="Google Shape;512;p14">
            <a:extLst>
              <a:ext uri="{FF2B5EF4-FFF2-40B4-BE49-F238E27FC236}">
                <a16:creationId xmlns:a16="http://schemas.microsoft.com/office/drawing/2014/main" id="{12DF92B0-D0CC-7641-BBE7-2407EB531A2C}"/>
              </a:ext>
            </a:extLst>
          </p:cNvPr>
          <p:cNvSpPr txBox="1">
            <a:spLocks noGrp="1"/>
          </p:cNvSpPr>
          <p:nvPr/>
        </p:nvSpPr>
        <p:spPr>
          <a:xfrm>
            <a:off x="1966364" y="2349346"/>
            <a:ext cx="2301815" cy="43126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228600" lvl="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 panose="020B0604020202020204" pitchFamily="34" charset="0"/>
              <a:buNone/>
              <a:defRPr sz="1400" b="0" i="0" kern="12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685800" lvl="1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/>
            <a:r>
              <a:rPr lang="zh-CN" altLang="en-US" sz="13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標題處</a:t>
            </a:r>
            <a:endParaRPr lang="en-US" altLang="zh-CN" sz="1300" b="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5" name="Google Shape;512;p14">
            <a:extLst>
              <a:ext uri="{FF2B5EF4-FFF2-40B4-BE49-F238E27FC236}">
                <a16:creationId xmlns:a16="http://schemas.microsoft.com/office/drawing/2014/main" id="{D3252D08-2920-6042-9EDB-1409B868A058}"/>
              </a:ext>
            </a:extLst>
          </p:cNvPr>
          <p:cNvSpPr txBox="1">
            <a:spLocks noGrp="1"/>
          </p:cNvSpPr>
          <p:nvPr/>
        </p:nvSpPr>
        <p:spPr>
          <a:xfrm>
            <a:off x="5178641" y="2316478"/>
            <a:ext cx="2301815" cy="43126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228600" lvl="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 panose="020B0604020202020204" pitchFamily="34" charset="0"/>
              <a:buNone/>
              <a:defRPr sz="1400" b="0" i="0" kern="12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685800" lvl="1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/>
            <a:r>
              <a:rPr lang="zh-CN" altLang="en-US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標題處</a:t>
            </a:r>
            <a:endParaRPr lang="en-US" altLang="zh-CN" b="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6" name="Google Shape;512;p14">
            <a:extLst>
              <a:ext uri="{FF2B5EF4-FFF2-40B4-BE49-F238E27FC236}">
                <a16:creationId xmlns:a16="http://schemas.microsoft.com/office/drawing/2014/main" id="{EB942FB9-BBA8-B34E-BBA0-EE03622605CB}"/>
              </a:ext>
            </a:extLst>
          </p:cNvPr>
          <p:cNvSpPr txBox="1">
            <a:spLocks noGrp="1"/>
          </p:cNvSpPr>
          <p:nvPr/>
        </p:nvSpPr>
        <p:spPr>
          <a:xfrm>
            <a:off x="5173173" y="2998810"/>
            <a:ext cx="2301815" cy="229567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>
            <a:lvl1pPr marL="228600" lvl="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 panose="020B0604020202020204" pitchFamily="34" charset="0"/>
              <a:buNone/>
              <a:defRPr sz="1400" b="0" i="0" kern="12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685800" lvl="1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/>
            <a:r>
              <a:rPr lang="en-US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1. 請在</a:t>
            </a:r>
            <a:r>
              <a:rPr lang="zh-CN" altLang="en-US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這裡說明內容</a:t>
            </a:r>
            <a:endParaRPr lang="en-US" altLang="zh-CN" sz="12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0" indent="0"/>
            <a:r>
              <a:rPr lang="en-US" altLang="zh-TW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2. 請在</a:t>
            </a:r>
            <a:r>
              <a:rPr lang="zh-CN" altLang="en-US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這裡說明內容</a:t>
            </a:r>
            <a:endParaRPr lang="en-US" altLang="zh-CN" sz="12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0" indent="0"/>
            <a:r>
              <a:rPr lang="en-US" altLang="zh-TW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3. 請在</a:t>
            </a:r>
            <a:r>
              <a:rPr lang="zh-CN" altLang="en-US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這裡說明內容</a:t>
            </a:r>
            <a:endParaRPr lang="en-US" altLang="zh-CN" sz="12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0" indent="0"/>
            <a:endParaRPr lang="en-US" altLang="zh-CN" sz="12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7" name="Google Shape;512;p14">
            <a:extLst>
              <a:ext uri="{FF2B5EF4-FFF2-40B4-BE49-F238E27FC236}">
                <a16:creationId xmlns:a16="http://schemas.microsoft.com/office/drawing/2014/main" id="{77AD939F-46F5-5649-9E91-7069FA2ACADF}"/>
              </a:ext>
            </a:extLst>
          </p:cNvPr>
          <p:cNvSpPr txBox="1">
            <a:spLocks noGrp="1"/>
          </p:cNvSpPr>
          <p:nvPr/>
        </p:nvSpPr>
        <p:spPr>
          <a:xfrm>
            <a:off x="1966364" y="3984105"/>
            <a:ext cx="2301815" cy="43126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228600" lvl="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 panose="020B0604020202020204" pitchFamily="34" charset="0"/>
              <a:buNone/>
              <a:defRPr sz="1400" b="0" i="0" kern="12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685800" lvl="1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/>
            <a:r>
              <a:rPr lang="zh-CN" altLang="en-US" sz="13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標題處</a:t>
            </a:r>
            <a:endParaRPr lang="en-US" altLang="zh-CN" sz="1300" b="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8" name="Google Shape;512;p14">
            <a:extLst>
              <a:ext uri="{FF2B5EF4-FFF2-40B4-BE49-F238E27FC236}">
                <a16:creationId xmlns:a16="http://schemas.microsoft.com/office/drawing/2014/main" id="{CE2C4991-C5D3-F349-867E-5DF0BC20BC6F}"/>
              </a:ext>
            </a:extLst>
          </p:cNvPr>
          <p:cNvSpPr txBox="1">
            <a:spLocks noGrp="1"/>
          </p:cNvSpPr>
          <p:nvPr/>
        </p:nvSpPr>
        <p:spPr>
          <a:xfrm>
            <a:off x="1966364" y="4312593"/>
            <a:ext cx="2301815" cy="75501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>
            <a:lvl1pPr marL="228600" lvl="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 panose="020B0604020202020204" pitchFamily="34" charset="0"/>
              <a:buNone/>
              <a:defRPr sz="1400" b="0" i="0" kern="12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685800" lvl="1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/>
            <a:r>
              <a:rPr lang="en-US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請在</a:t>
            </a:r>
            <a:r>
              <a:rPr lang="zh-CN" altLang="en-US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這裡說明內容</a:t>
            </a:r>
            <a:endParaRPr lang="en-US" altLang="zh-CN" sz="12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9" name="Google Shape;512;p14">
            <a:extLst>
              <a:ext uri="{FF2B5EF4-FFF2-40B4-BE49-F238E27FC236}">
                <a16:creationId xmlns:a16="http://schemas.microsoft.com/office/drawing/2014/main" id="{66D4BAA1-B8FD-604C-ADFD-38644B3A9341}"/>
              </a:ext>
            </a:extLst>
          </p:cNvPr>
          <p:cNvSpPr txBox="1">
            <a:spLocks noGrp="1"/>
          </p:cNvSpPr>
          <p:nvPr/>
        </p:nvSpPr>
        <p:spPr>
          <a:xfrm>
            <a:off x="8390915" y="2307495"/>
            <a:ext cx="2301815" cy="75501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>
            <a:lvl1pPr marL="228600" lvl="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 panose="020B0604020202020204" pitchFamily="34" charset="0"/>
              <a:buNone/>
              <a:defRPr sz="1400" b="0" i="0" kern="12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685800" lvl="1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/>
            <a:r>
              <a:rPr lang="en-US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請在</a:t>
            </a:r>
            <a:r>
              <a:rPr lang="zh-CN" altLang="en-US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這裡說明內容</a:t>
            </a:r>
            <a:endParaRPr lang="en-US" altLang="zh-CN" sz="12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0" name="Google Shape;512;p14">
            <a:extLst>
              <a:ext uri="{FF2B5EF4-FFF2-40B4-BE49-F238E27FC236}">
                <a16:creationId xmlns:a16="http://schemas.microsoft.com/office/drawing/2014/main" id="{B97FCE22-E34B-6140-A1A8-B58187AA9670}"/>
              </a:ext>
            </a:extLst>
          </p:cNvPr>
          <p:cNvSpPr txBox="1">
            <a:spLocks noGrp="1"/>
          </p:cNvSpPr>
          <p:nvPr/>
        </p:nvSpPr>
        <p:spPr>
          <a:xfrm>
            <a:off x="8390915" y="3510953"/>
            <a:ext cx="2301815" cy="75501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>
            <a:lvl1pPr marL="228600" lvl="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 panose="020B0604020202020204" pitchFamily="34" charset="0"/>
              <a:buNone/>
              <a:defRPr sz="1400" b="0" i="0" kern="12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685800" lvl="1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/>
            <a:r>
              <a:rPr lang="en-US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請在</a:t>
            </a:r>
            <a:r>
              <a:rPr lang="zh-CN" altLang="en-US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這裡說明內容</a:t>
            </a:r>
            <a:endParaRPr lang="en-US" altLang="zh-CN" sz="12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1" name="Google Shape;512;p14">
            <a:extLst>
              <a:ext uri="{FF2B5EF4-FFF2-40B4-BE49-F238E27FC236}">
                <a16:creationId xmlns:a16="http://schemas.microsoft.com/office/drawing/2014/main" id="{E59861F8-AA8E-534B-9E76-0EE33A69E327}"/>
              </a:ext>
            </a:extLst>
          </p:cNvPr>
          <p:cNvSpPr txBox="1">
            <a:spLocks noGrp="1"/>
          </p:cNvSpPr>
          <p:nvPr/>
        </p:nvSpPr>
        <p:spPr>
          <a:xfrm>
            <a:off x="8390915" y="4640369"/>
            <a:ext cx="2301815" cy="75501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>
            <a:lvl1pPr marL="228600" lvl="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 panose="020B0604020202020204" pitchFamily="34" charset="0"/>
              <a:buNone/>
              <a:defRPr sz="1400" b="0" i="0" kern="12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685800" lvl="1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/>
            <a:r>
              <a:rPr lang="en-US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請在</a:t>
            </a:r>
            <a:r>
              <a:rPr lang="zh-CN" altLang="en-US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這裡說明內容</a:t>
            </a:r>
            <a:endParaRPr lang="en-US" altLang="zh-CN" sz="12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2" name="圓角矩形 31">
            <a:extLst>
              <a:ext uri="{FF2B5EF4-FFF2-40B4-BE49-F238E27FC236}">
                <a16:creationId xmlns:a16="http://schemas.microsoft.com/office/drawing/2014/main" id="{E10048A2-A72A-E245-B638-07B109FB9379}"/>
              </a:ext>
            </a:extLst>
          </p:cNvPr>
          <p:cNvSpPr/>
          <p:nvPr/>
        </p:nvSpPr>
        <p:spPr>
          <a:xfrm>
            <a:off x="1710045" y="1668828"/>
            <a:ext cx="2814452" cy="501320"/>
          </a:xfrm>
          <a:prstGeom prst="roundRect">
            <a:avLst/>
          </a:prstGeom>
          <a:solidFill>
            <a:srgbClr val="00AA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400" b="1" dirty="0">
                <a:latin typeface="Arial" panose="020B0604020202020204" pitchFamily="34" charset="0"/>
                <a:cs typeface="Arial" panose="020B0604020202020204" pitchFamily="34" charset="0"/>
              </a:rPr>
              <a:t>Content 01</a:t>
            </a:r>
            <a:endParaRPr kumimoji="1" lang="zh-TW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圓角矩形 33">
            <a:extLst>
              <a:ext uri="{FF2B5EF4-FFF2-40B4-BE49-F238E27FC236}">
                <a16:creationId xmlns:a16="http://schemas.microsoft.com/office/drawing/2014/main" id="{C3074FD7-39D4-1F40-BAC5-E88FB756FD9B}"/>
              </a:ext>
            </a:extLst>
          </p:cNvPr>
          <p:cNvSpPr/>
          <p:nvPr/>
        </p:nvSpPr>
        <p:spPr>
          <a:xfrm>
            <a:off x="4922321" y="1668828"/>
            <a:ext cx="2814452" cy="501320"/>
          </a:xfrm>
          <a:prstGeom prst="roundRect">
            <a:avLst/>
          </a:prstGeom>
          <a:solidFill>
            <a:srgbClr val="6ED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400" b="1" dirty="0">
                <a:latin typeface="Arial" panose="020B0604020202020204" pitchFamily="34" charset="0"/>
                <a:cs typeface="Arial" panose="020B0604020202020204" pitchFamily="34" charset="0"/>
              </a:rPr>
              <a:t>Content 02</a:t>
            </a:r>
            <a:endParaRPr kumimoji="1" lang="zh-TW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圓角矩形 34">
            <a:extLst>
              <a:ext uri="{FF2B5EF4-FFF2-40B4-BE49-F238E27FC236}">
                <a16:creationId xmlns:a16="http://schemas.microsoft.com/office/drawing/2014/main" id="{CB9C8C29-5639-C94E-9E8D-8A79A9BCEBC1}"/>
              </a:ext>
            </a:extLst>
          </p:cNvPr>
          <p:cNvSpPr/>
          <p:nvPr/>
        </p:nvSpPr>
        <p:spPr>
          <a:xfrm>
            <a:off x="8134599" y="1659988"/>
            <a:ext cx="2814452" cy="501320"/>
          </a:xfrm>
          <a:prstGeom prst="roundRect">
            <a:avLst/>
          </a:prstGeom>
          <a:solidFill>
            <a:srgbClr val="00AA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400" b="1" dirty="0">
                <a:latin typeface="Arial" panose="020B0604020202020204" pitchFamily="34" charset="0"/>
                <a:cs typeface="Arial" panose="020B0604020202020204" pitchFamily="34" charset="0"/>
              </a:rPr>
              <a:t>Content 03</a:t>
            </a:r>
            <a:endParaRPr kumimoji="1" lang="zh-TW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Google Shape;645;p22">
            <a:extLst>
              <a:ext uri="{FF2B5EF4-FFF2-40B4-BE49-F238E27FC236}">
                <a16:creationId xmlns:a16="http://schemas.microsoft.com/office/drawing/2014/main" id="{FDED1B7C-1E9F-8E4E-B8DA-A5A094A9324E}"/>
              </a:ext>
            </a:extLst>
          </p:cNvPr>
          <p:cNvSpPr txBox="1">
            <a:spLocks/>
          </p:cNvSpPr>
          <p:nvPr/>
        </p:nvSpPr>
        <p:spPr>
          <a:xfrm rot="5400000">
            <a:off x="-1043451" y="1613707"/>
            <a:ext cx="3002424" cy="31570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SzPct val="318181"/>
              <a:buFont typeface="Arial" panose="020B0604020202020204" pitchFamily="34" charset="0"/>
              <a:buNone/>
            </a:pPr>
            <a:r>
              <a:rPr lang="en-US" sz="1200" spc="100" dirty="0">
                <a:solidFill>
                  <a:schemeClr val="bg1"/>
                </a:solidFill>
              </a:rPr>
              <a:t>Tittle</a:t>
            </a:r>
          </a:p>
        </p:txBody>
      </p:sp>
    </p:spTree>
    <p:extLst>
      <p:ext uri="{BB962C8B-B14F-4D97-AF65-F5344CB8AC3E}">
        <p14:creationId xmlns:p14="http://schemas.microsoft.com/office/powerpoint/2010/main" val="77031116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圓角矩形 36">
            <a:extLst>
              <a:ext uri="{FF2B5EF4-FFF2-40B4-BE49-F238E27FC236}">
                <a16:creationId xmlns:a16="http://schemas.microsoft.com/office/drawing/2014/main" id="{0DC936DF-3BAE-0A49-A900-E761CB270767}"/>
              </a:ext>
            </a:extLst>
          </p:cNvPr>
          <p:cNvSpPr/>
          <p:nvPr/>
        </p:nvSpPr>
        <p:spPr>
          <a:xfrm>
            <a:off x="8134599" y="1659987"/>
            <a:ext cx="2814452" cy="4218297"/>
          </a:xfrm>
          <a:prstGeom prst="roundRect">
            <a:avLst>
              <a:gd name="adj" fmla="val 3149"/>
            </a:avLst>
          </a:prstGeom>
          <a:solidFill>
            <a:srgbClr val="F3F3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圓角矩形 35">
            <a:extLst>
              <a:ext uri="{FF2B5EF4-FFF2-40B4-BE49-F238E27FC236}">
                <a16:creationId xmlns:a16="http://schemas.microsoft.com/office/drawing/2014/main" id="{3A950A21-4248-7746-9414-6128B6819458}"/>
              </a:ext>
            </a:extLst>
          </p:cNvPr>
          <p:cNvSpPr/>
          <p:nvPr/>
        </p:nvSpPr>
        <p:spPr>
          <a:xfrm>
            <a:off x="4916854" y="1668828"/>
            <a:ext cx="2814452" cy="4218297"/>
          </a:xfrm>
          <a:prstGeom prst="roundRect">
            <a:avLst>
              <a:gd name="adj" fmla="val 3149"/>
            </a:avLst>
          </a:prstGeom>
          <a:solidFill>
            <a:srgbClr val="F3F3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圓角矩形 32">
            <a:extLst>
              <a:ext uri="{FF2B5EF4-FFF2-40B4-BE49-F238E27FC236}">
                <a16:creationId xmlns:a16="http://schemas.microsoft.com/office/drawing/2014/main" id="{65CDBB10-E039-F24C-BC0C-22C6F132F522}"/>
              </a:ext>
            </a:extLst>
          </p:cNvPr>
          <p:cNvSpPr/>
          <p:nvPr/>
        </p:nvSpPr>
        <p:spPr>
          <a:xfrm>
            <a:off x="1710045" y="1659988"/>
            <a:ext cx="2814452" cy="4218297"/>
          </a:xfrm>
          <a:prstGeom prst="roundRect">
            <a:avLst>
              <a:gd name="adj" fmla="val 3149"/>
            </a:avLst>
          </a:prstGeom>
          <a:solidFill>
            <a:srgbClr val="F3F3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Google Shape;517;p14">
            <a:extLst>
              <a:ext uri="{FF2B5EF4-FFF2-40B4-BE49-F238E27FC236}">
                <a16:creationId xmlns:a16="http://schemas.microsoft.com/office/drawing/2014/main" id="{5FE50F75-3596-854F-8B56-B61A5F805389}"/>
              </a:ext>
            </a:extLst>
          </p:cNvPr>
          <p:cNvSpPr txBox="1"/>
          <p:nvPr/>
        </p:nvSpPr>
        <p:spPr>
          <a:xfrm>
            <a:off x="1602805" y="673881"/>
            <a:ext cx="3559692" cy="986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200" b="1" i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TITLE</a:t>
            </a:r>
            <a:endParaRPr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6ABE575-299A-2548-8C9E-ECE61D6432B7}"/>
              </a:ext>
            </a:extLst>
          </p:cNvPr>
          <p:cNvSpPr/>
          <p:nvPr/>
        </p:nvSpPr>
        <p:spPr>
          <a:xfrm>
            <a:off x="1852551" y="2345375"/>
            <a:ext cx="2529443" cy="1502229"/>
          </a:xfrm>
          <a:prstGeom prst="rect">
            <a:avLst/>
          </a:prstGeom>
          <a:solidFill>
            <a:srgbClr val="FFFFFF">
              <a:alpha val="8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1EA84E9-1467-A047-880E-0C547A6DD83D}"/>
              </a:ext>
            </a:extLst>
          </p:cNvPr>
          <p:cNvSpPr/>
          <p:nvPr/>
        </p:nvSpPr>
        <p:spPr>
          <a:xfrm>
            <a:off x="1852551" y="3975265"/>
            <a:ext cx="2529443" cy="1692233"/>
          </a:xfrm>
          <a:prstGeom prst="rect">
            <a:avLst/>
          </a:prstGeom>
          <a:solidFill>
            <a:srgbClr val="FFFFFF">
              <a:alpha val="8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3F33995-868D-004D-BAD4-95D996302ADE}"/>
              </a:ext>
            </a:extLst>
          </p:cNvPr>
          <p:cNvSpPr/>
          <p:nvPr/>
        </p:nvSpPr>
        <p:spPr>
          <a:xfrm>
            <a:off x="5064827" y="2345376"/>
            <a:ext cx="2529443" cy="501320"/>
          </a:xfrm>
          <a:prstGeom prst="rect">
            <a:avLst/>
          </a:prstGeom>
          <a:solidFill>
            <a:srgbClr val="FFFFFF">
              <a:alpha val="8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A1ECBDF-78A3-4A4F-9394-EDE1167ABDAB}"/>
              </a:ext>
            </a:extLst>
          </p:cNvPr>
          <p:cNvSpPr/>
          <p:nvPr/>
        </p:nvSpPr>
        <p:spPr>
          <a:xfrm>
            <a:off x="5064827" y="2935111"/>
            <a:ext cx="2529443" cy="2732387"/>
          </a:xfrm>
          <a:prstGeom prst="rect">
            <a:avLst/>
          </a:prstGeom>
          <a:solidFill>
            <a:srgbClr val="FFFFFF">
              <a:alpha val="8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B1A7A0D-BDAB-7E40-B739-F773B5799B06}"/>
              </a:ext>
            </a:extLst>
          </p:cNvPr>
          <p:cNvSpPr/>
          <p:nvPr/>
        </p:nvSpPr>
        <p:spPr>
          <a:xfrm>
            <a:off x="8277102" y="2300713"/>
            <a:ext cx="2529443" cy="1033911"/>
          </a:xfrm>
          <a:prstGeom prst="rect">
            <a:avLst/>
          </a:prstGeom>
          <a:solidFill>
            <a:srgbClr val="FFFFFF">
              <a:alpha val="8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C5D11A1-0733-3940-91BB-03EF34E92745}"/>
              </a:ext>
            </a:extLst>
          </p:cNvPr>
          <p:cNvSpPr/>
          <p:nvPr/>
        </p:nvSpPr>
        <p:spPr>
          <a:xfrm>
            <a:off x="8277102" y="4633587"/>
            <a:ext cx="2529443" cy="1033911"/>
          </a:xfrm>
          <a:prstGeom prst="rect">
            <a:avLst/>
          </a:prstGeom>
          <a:solidFill>
            <a:srgbClr val="FFFFFF">
              <a:alpha val="8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F8EC6A4-0DA5-2349-A740-B3A78D825350}"/>
              </a:ext>
            </a:extLst>
          </p:cNvPr>
          <p:cNvSpPr/>
          <p:nvPr/>
        </p:nvSpPr>
        <p:spPr>
          <a:xfrm>
            <a:off x="8277102" y="3467150"/>
            <a:ext cx="2529443" cy="1033911"/>
          </a:xfrm>
          <a:prstGeom prst="rect">
            <a:avLst/>
          </a:prstGeom>
          <a:solidFill>
            <a:srgbClr val="FFFFFF">
              <a:alpha val="8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3" name="Google Shape;512;p14">
            <a:extLst>
              <a:ext uri="{FF2B5EF4-FFF2-40B4-BE49-F238E27FC236}">
                <a16:creationId xmlns:a16="http://schemas.microsoft.com/office/drawing/2014/main" id="{AA2CD840-60B6-234A-83D1-0C2051E644C8}"/>
              </a:ext>
            </a:extLst>
          </p:cNvPr>
          <p:cNvSpPr txBox="1">
            <a:spLocks noGrp="1"/>
          </p:cNvSpPr>
          <p:nvPr/>
        </p:nvSpPr>
        <p:spPr>
          <a:xfrm>
            <a:off x="1966364" y="2673985"/>
            <a:ext cx="2301815" cy="75501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>
            <a:lvl1pPr marL="228600" lvl="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 panose="020B0604020202020204" pitchFamily="34" charset="0"/>
              <a:buNone/>
              <a:defRPr sz="1400" b="0" i="0" kern="12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685800" lvl="1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/>
            <a:r>
              <a:rPr lang="en-US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請在</a:t>
            </a:r>
            <a:r>
              <a:rPr lang="zh-CN" altLang="en-US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這裡說明內容</a:t>
            </a:r>
            <a:endParaRPr lang="en-US" altLang="zh-CN" sz="12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4" name="Google Shape;512;p14">
            <a:extLst>
              <a:ext uri="{FF2B5EF4-FFF2-40B4-BE49-F238E27FC236}">
                <a16:creationId xmlns:a16="http://schemas.microsoft.com/office/drawing/2014/main" id="{12DF92B0-D0CC-7641-BBE7-2407EB531A2C}"/>
              </a:ext>
            </a:extLst>
          </p:cNvPr>
          <p:cNvSpPr txBox="1">
            <a:spLocks noGrp="1"/>
          </p:cNvSpPr>
          <p:nvPr/>
        </p:nvSpPr>
        <p:spPr>
          <a:xfrm>
            <a:off x="1966364" y="2349346"/>
            <a:ext cx="2301815" cy="43126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228600" lvl="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 panose="020B0604020202020204" pitchFamily="34" charset="0"/>
              <a:buNone/>
              <a:defRPr sz="1400" b="0" i="0" kern="12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685800" lvl="1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/>
            <a:r>
              <a:rPr lang="zh-CN" altLang="en-US" sz="13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標題處</a:t>
            </a:r>
            <a:endParaRPr lang="en-US" altLang="zh-CN" sz="1300" b="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5" name="Google Shape;512;p14">
            <a:extLst>
              <a:ext uri="{FF2B5EF4-FFF2-40B4-BE49-F238E27FC236}">
                <a16:creationId xmlns:a16="http://schemas.microsoft.com/office/drawing/2014/main" id="{D3252D08-2920-6042-9EDB-1409B868A058}"/>
              </a:ext>
            </a:extLst>
          </p:cNvPr>
          <p:cNvSpPr txBox="1">
            <a:spLocks noGrp="1"/>
          </p:cNvSpPr>
          <p:nvPr/>
        </p:nvSpPr>
        <p:spPr>
          <a:xfrm>
            <a:off x="5178641" y="2316478"/>
            <a:ext cx="2301815" cy="43126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228600" lvl="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 panose="020B0604020202020204" pitchFamily="34" charset="0"/>
              <a:buNone/>
              <a:defRPr sz="1400" b="0" i="0" kern="12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685800" lvl="1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/>
            <a:r>
              <a:rPr lang="zh-CN" altLang="en-US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標題處</a:t>
            </a:r>
            <a:endParaRPr lang="en-US" altLang="zh-CN" b="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6" name="Google Shape;512;p14">
            <a:extLst>
              <a:ext uri="{FF2B5EF4-FFF2-40B4-BE49-F238E27FC236}">
                <a16:creationId xmlns:a16="http://schemas.microsoft.com/office/drawing/2014/main" id="{EB942FB9-BBA8-B34E-BBA0-EE03622605CB}"/>
              </a:ext>
            </a:extLst>
          </p:cNvPr>
          <p:cNvSpPr txBox="1">
            <a:spLocks noGrp="1"/>
          </p:cNvSpPr>
          <p:nvPr/>
        </p:nvSpPr>
        <p:spPr>
          <a:xfrm>
            <a:off x="5173173" y="2998810"/>
            <a:ext cx="2301815" cy="229567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>
            <a:lvl1pPr marL="228600" lvl="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 panose="020B0604020202020204" pitchFamily="34" charset="0"/>
              <a:buNone/>
              <a:defRPr sz="1400" b="0" i="0" kern="12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685800" lvl="1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/>
            <a:r>
              <a:rPr lang="en-US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1. 請在</a:t>
            </a:r>
            <a:r>
              <a:rPr lang="zh-CN" altLang="en-US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這裡說明內容</a:t>
            </a:r>
            <a:endParaRPr lang="en-US" altLang="zh-CN" sz="12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0" indent="0"/>
            <a:r>
              <a:rPr lang="en-US" altLang="zh-TW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2. 請在</a:t>
            </a:r>
            <a:r>
              <a:rPr lang="zh-CN" altLang="en-US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這裡說明內容</a:t>
            </a:r>
            <a:endParaRPr lang="en-US" altLang="zh-CN" sz="12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0" indent="0"/>
            <a:r>
              <a:rPr lang="en-US" altLang="zh-TW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3. 請在</a:t>
            </a:r>
            <a:r>
              <a:rPr lang="zh-CN" altLang="en-US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這裡說明內容</a:t>
            </a:r>
            <a:endParaRPr lang="en-US" altLang="zh-CN" sz="12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0" indent="0"/>
            <a:endParaRPr lang="en-US" altLang="zh-CN" sz="12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7" name="Google Shape;512;p14">
            <a:extLst>
              <a:ext uri="{FF2B5EF4-FFF2-40B4-BE49-F238E27FC236}">
                <a16:creationId xmlns:a16="http://schemas.microsoft.com/office/drawing/2014/main" id="{77AD939F-46F5-5649-9E91-7069FA2ACADF}"/>
              </a:ext>
            </a:extLst>
          </p:cNvPr>
          <p:cNvSpPr txBox="1">
            <a:spLocks noGrp="1"/>
          </p:cNvSpPr>
          <p:nvPr/>
        </p:nvSpPr>
        <p:spPr>
          <a:xfrm>
            <a:off x="1966364" y="3984105"/>
            <a:ext cx="2301815" cy="43126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228600" lvl="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 panose="020B0604020202020204" pitchFamily="34" charset="0"/>
              <a:buNone/>
              <a:defRPr sz="1400" b="0" i="0" kern="12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685800" lvl="1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/>
            <a:r>
              <a:rPr lang="zh-CN" altLang="en-US" sz="13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標題處</a:t>
            </a:r>
            <a:endParaRPr lang="en-US" altLang="zh-CN" sz="1300" b="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8" name="Google Shape;512;p14">
            <a:extLst>
              <a:ext uri="{FF2B5EF4-FFF2-40B4-BE49-F238E27FC236}">
                <a16:creationId xmlns:a16="http://schemas.microsoft.com/office/drawing/2014/main" id="{CE2C4991-C5D3-F349-867E-5DF0BC20BC6F}"/>
              </a:ext>
            </a:extLst>
          </p:cNvPr>
          <p:cNvSpPr txBox="1">
            <a:spLocks noGrp="1"/>
          </p:cNvSpPr>
          <p:nvPr/>
        </p:nvSpPr>
        <p:spPr>
          <a:xfrm>
            <a:off x="1966364" y="4312593"/>
            <a:ext cx="2301815" cy="75501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>
            <a:lvl1pPr marL="228600" lvl="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 panose="020B0604020202020204" pitchFamily="34" charset="0"/>
              <a:buNone/>
              <a:defRPr sz="1400" b="0" i="0" kern="12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685800" lvl="1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/>
            <a:r>
              <a:rPr lang="en-US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請在</a:t>
            </a:r>
            <a:r>
              <a:rPr lang="zh-CN" altLang="en-US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這裡說明內容</a:t>
            </a:r>
            <a:endParaRPr lang="en-US" altLang="zh-CN" sz="12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9" name="Google Shape;512;p14">
            <a:extLst>
              <a:ext uri="{FF2B5EF4-FFF2-40B4-BE49-F238E27FC236}">
                <a16:creationId xmlns:a16="http://schemas.microsoft.com/office/drawing/2014/main" id="{66D4BAA1-B8FD-604C-ADFD-38644B3A9341}"/>
              </a:ext>
            </a:extLst>
          </p:cNvPr>
          <p:cNvSpPr txBox="1">
            <a:spLocks noGrp="1"/>
          </p:cNvSpPr>
          <p:nvPr/>
        </p:nvSpPr>
        <p:spPr>
          <a:xfrm>
            <a:off x="8390915" y="2307495"/>
            <a:ext cx="2301815" cy="75501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>
            <a:lvl1pPr marL="228600" lvl="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 panose="020B0604020202020204" pitchFamily="34" charset="0"/>
              <a:buNone/>
              <a:defRPr sz="1400" b="0" i="0" kern="12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685800" lvl="1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/>
            <a:r>
              <a:rPr lang="en-US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請在</a:t>
            </a:r>
            <a:r>
              <a:rPr lang="zh-CN" altLang="en-US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這裡說明內容</a:t>
            </a:r>
            <a:endParaRPr lang="en-US" altLang="zh-CN" sz="12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0" name="Google Shape;512;p14">
            <a:extLst>
              <a:ext uri="{FF2B5EF4-FFF2-40B4-BE49-F238E27FC236}">
                <a16:creationId xmlns:a16="http://schemas.microsoft.com/office/drawing/2014/main" id="{B97FCE22-E34B-6140-A1A8-B58187AA9670}"/>
              </a:ext>
            </a:extLst>
          </p:cNvPr>
          <p:cNvSpPr txBox="1">
            <a:spLocks noGrp="1"/>
          </p:cNvSpPr>
          <p:nvPr/>
        </p:nvSpPr>
        <p:spPr>
          <a:xfrm>
            <a:off x="8390915" y="3510953"/>
            <a:ext cx="2301815" cy="75501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>
            <a:lvl1pPr marL="228600" lvl="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 panose="020B0604020202020204" pitchFamily="34" charset="0"/>
              <a:buNone/>
              <a:defRPr sz="1400" b="0" i="0" kern="12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685800" lvl="1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/>
            <a:r>
              <a:rPr lang="en-US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請在</a:t>
            </a:r>
            <a:r>
              <a:rPr lang="zh-CN" altLang="en-US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這裡說明內容</a:t>
            </a:r>
            <a:endParaRPr lang="en-US" altLang="zh-CN" sz="12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1" name="Google Shape;512;p14">
            <a:extLst>
              <a:ext uri="{FF2B5EF4-FFF2-40B4-BE49-F238E27FC236}">
                <a16:creationId xmlns:a16="http://schemas.microsoft.com/office/drawing/2014/main" id="{E59861F8-AA8E-534B-9E76-0EE33A69E327}"/>
              </a:ext>
            </a:extLst>
          </p:cNvPr>
          <p:cNvSpPr txBox="1">
            <a:spLocks noGrp="1"/>
          </p:cNvSpPr>
          <p:nvPr/>
        </p:nvSpPr>
        <p:spPr>
          <a:xfrm>
            <a:off x="8390915" y="4640369"/>
            <a:ext cx="2301815" cy="75501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>
            <a:lvl1pPr marL="228600" lvl="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 panose="020B0604020202020204" pitchFamily="34" charset="0"/>
              <a:buNone/>
              <a:defRPr sz="1400" b="0" i="0" kern="12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685800" lvl="1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/>
            <a:r>
              <a:rPr lang="en-US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請在</a:t>
            </a:r>
            <a:r>
              <a:rPr lang="zh-CN" altLang="en-US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這裡說明內容</a:t>
            </a:r>
            <a:endParaRPr lang="en-US" altLang="zh-CN" sz="12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2" name="圓角矩形 31">
            <a:extLst>
              <a:ext uri="{FF2B5EF4-FFF2-40B4-BE49-F238E27FC236}">
                <a16:creationId xmlns:a16="http://schemas.microsoft.com/office/drawing/2014/main" id="{E10048A2-A72A-E245-B638-07B109FB9379}"/>
              </a:ext>
            </a:extLst>
          </p:cNvPr>
          <p:cNvSpPr/>
          <p:nvPr/>
        </p:nvSpPr>
        <p:spPr>
          <a:xfrm>
            <a:off x="1710045" y="1668828"/>
            <a:ext cx="2814452" cy="501320"/>
          </a:xfrm>
          <a:prstGeom prst="roundRect">
            <a:avLst/>
          </a:prstGeom>
          <a:solidFill>
            <a:srgbClr val="0090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Content 01</a:t>
            </a:r>
            <a:endParaRPr kumimoji="1" lang="zh-TW" alt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圓角矩形 33">
            <a:extLst>
              <a:ext uri="{FF2B5EF4-FFF2-40B4-BE49-F238E27FC236}">
                <a16:creationId xmlns:a16="http://schemas.microsoft.com/office/drawing/2014/main" id="{C3074FD7-39D4-1F40-BAC5-E88FB756FD9B}"/>
              </a:ext>
            </a:extLst>
          </p:cNvPr>
          <p:cNvSpPr/>
          <p:nvPr/>
        </p:nvSpPr>
        <p:spPr>
          <a:xfrm>
            <a:off x="4922321" y="1668828"/>
            <a:ext cx="2814452" cy="501320"/>
          </a:xfrm>
          <a:prstGeom prst="roundRect">
            <a:avLst/>
          </a:prstGeom>
          <a:solidFill>
            <a:srgbClr val="3BBB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Content 02</a:t>
            </a:r>
            <a:endParaRPr kumimoji="1" lang="zh-TW" alt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圓角矩形 34">
            <a:extLst>
              <a:ext uri="{FF2B5EF4-FFF2-40B4-BE49-F238E27FC236}">
                <a16:creationId xmlns:a16="http://schemas.microsoft.com/office/drawing/2014/main" id="{CB9C8C29-5639-C94E-9E8D-8A79A9BCEBC1}"/>
              </a:ext>
            </a:extLst>
          </p:cNvPr>
          <p:cNvSpPr/>
          <p:nvPr/>
        </p:nvSpPr>
        <p:spPr>
          <a:xfrm>
            <a:off x="8134599" y="1659988"/>
            <a:ext cx="2814452" cy="501320"/>
          </a:xfrm>
          <a:prstGeom prst="roundRect">
            <a:avLst/>
          </a:prstGeom>
          <a:solidFill>
            <a:srgbClr val="0090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Content 03</a:t>
            </a:r>
            <a:endParaRPr kumimoji="1" lang="zh-TW" alt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Google Shape;645;p22">
            <a:extLst>
              <a:ext uri="{FF2B5EF4-FFF2-40B4-BE49-F238E27FC236}">
                <a16:creationId xmlns:a16="http://schemas.microsoft.com/office/drawing/2014/main" id="{FDED1B7C-1E9F-8E4E-B8DA-A5A094A9324E}"/>
              </a:ext>
            </a:extLst>
          </p:cNvPr>
          <p:cNvSpPr txBox="1">
            <a:spLocks/>
          </p:cNvSpPr>
          <p:nvPr/>
        </p:nvSpPr>
        <p:spPr>
          <a:xfrm rot="5400000">
            <a:off x="-1043451" y="1613707"/>
            <a:ext cx="3002424" cy="31570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SzPct val="318181"/>
              <a:buFont typeface="Arial" panose="020B0604020202020204" pitchFamily="34" charset="0"/>
              <a:buNone/>
            </a:pPr>
            <a:r>
              <a:rPr lang="en-US" sz="1200" spc="100" dirty="0">
                <a:solidFill>
                  <a:schemeClr val="bg1"/>
                </a:solidFill>
              </a:rPr>
              <a:t>Tittle</a:t>
            </a:r>
          </a:p>
        </p:txBody>
      </p:sp>
    </p:spTree>
    <p:extLst>
      <p:ext uri="{BB962C8B-B14F-4D97-AF65-F5344CB8AC3E}">
        <p14:creationId xmlns:p14="http://schemas.microsoft.com/office/powerpoint/2010/main" val="372836504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517;p14">
            <a:extLst>
              <a:ext uri="{FF2B5EF4-FFF2-40B4-BE49-F238E27FC236}">
                <a16:creationId xmlns:a16="http://schemas.microsoft.com/office/drawing/2014/main" id="{5FE50F75-3596-854F-8B56-B61A5F805389}"/>
              </a:ext>
            </a:extLst>
          </p:cNvPr>
          <p:cNvSpPr txBox="1"/>
          <p:nvPr/>
        </p:nvSpPr>
        <p:spPr>
          <a:xfrm>
            <a:off x="1602805" y="673881"/>
            <a:ext cx="3559692" cy="986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200" b="1" i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TITLE</a:t>
            </a:r>
            <a:endParaRPr dirty="0"/>
          </a:p>
        </p:txBody>
      </p:sp>
      <p:sp>
        <p:nvSpPr>
          <p:cNvPr id="5" name="圓角矩形 4">
            <a:extLst>
              <a:ext uri="{FF2B5EF4-FFF2-40B4-BE49-F238E27FC236}">
                <a16:creationId xmlns:a16="http://schemas.microsoft.com/office/drawing/2014/main" id="{46829D23-8433-7249-918C-C83E84DB53BE}"/>
              </a:ext>
            </a:extLst>
          </p:cNvPr>
          <p:cNvSpPr/>
          <p:nvPr/>
        </p:nvSpPr>
        <p:spPr>
          <a:xfrm>
            <a:off x="2090400" y="1659988"/>
            <a:ext cx="2842195" cy="3953412"/>
          </a:xfrm>
          <a:prstGeom prst="roundRect">
            <a:avLst>
              <a:gd name="adj" fmla="val 4366"/>
            </a:avLst>
          </a:prstGeom>
          <a:solidFill>
            <a:srgbClr val="E7FFD2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6" name="圓角矩形 5">
            <a:extLst>
              <a:ext uri="{FF2B5EF4-FFF2-40B4-BE49-F238E27FC236}">
                <a16:creationId xmlns:a16="http://schemas.microsoft.com/office/drawing/2014/main" id="{7A188978-4C35-D44C-8AFE-01DABA560B21}"/>
              </a:ext>
            </a:extLst>
          </p:cNvPr>
          <p:cNvSpPr/>
          <p:nvPr/>
        </p:nvSpPr>
        <p:spPr>
          <a:xfrm>
            <a:off x="5162497" y="1659988"/>
            <a:ext cx="2842195" cy="3953412"/>
          </a:xfrm>
          <a:prstGeom prst="roundRect">
            <a:avLst>
              <a:gd name="adj" fmla="val 4366"/>
            </a:avLst>
          </a:prstGeom>
          <a:solidFill>
            <a:srgbClr val="E7FFD2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7" name="圓角矩形 6">
            <a:extLst>
              <a:ext uri="{FF2B5EF4-FFF2-40B4-BE49-F238E27FC236}">
                <a16:creationId xmlns:a16="http://schemas.microsoft.com/office/drawing/2014/main" id="{6637BA6D-C5AC-2F4F-B76E-5CD50D0F685D}"/>
              </a:ext>
            </a:extLst>
          </p:cNvPr>
          <p:cNvSpPr/>
          <p:nvPr/>
        </p:nvSpPr>
        <p:spPr>
          <a:xfrm>
            <a:off x="8234595" y="1659988"/>
            <a:ext cx="2842195" cy="3953412"/>
          </a:xfrm>
          <a:prstGeom prst="roundRect">
            <a:avLst>
              <a:gd name="adj" fmla="val 4366"/>
            </a:avLst>
          </a:prstGeom>
          <a:solidFill>
            <a:srgbClr val="E7FFD2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8" name="Google Shape;512;p14">
            <a:extLst>
              <a:ext uri="{FF2B5EF4-FFF2-40B4-BE49-F238E27FC236}">
                <a16:creationId xmlns:a16="http://schemas.microsoft.com/office/drawing/2014/main" id="{9B41A39D-B68F-B84C-A31E-868F79AE44A5}"/>
              </a:ext>
            </a:extLst>
          </p:cNvPr>
          <p:cNvSpPr txBox="1">
            <a:spLocks noGrp="1"/>
          </p:cNvSpPr>
          <p:nvPr/>
        </p:nvSpPr>
        <p:spPr>
          <a:xfrm>
            <a:off x="2360588" y="3692136"/>
            <a:ext cx="2301815" cy="43126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228600" lvl="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 panose="020B0604020202020204" pitchFamily="34" charset="0"/>
              <a:buNone/>
              <a:defRPr sz="1400" b="0" i="0" kern="12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685800" lvl="1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/>
            <a:r>
              <a:rPr lang="zh-CN" altLang="en-US" sz="1100" b="1" dirty="0">
                <a:solidFill>
                  <a:srgbClr val="1C777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項目標題</a:t>
            </a:r>
            <a:endParaRPr lang="en-US" altLang="zh-CN" sz="1100" b="1" dirty="0">
              <a:solidFill>
                <a:srgbClr val="1C7777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9" name="Google Shape;512;p14">
            <a:extLst>
              <a:ext uri="{FF2B5EF4-FFF2-40B4-BE49-F238E27FC236}">
                <a16:creationId xmlns:a16="http://schemas.microsoft.com/office/drawing/2014/main" id="{763622FD-077F-CD45-A785-493EEBCBE913}"/>
              </a:ext>
            </a:extLst>
          </p:cNvPr>
          <p:cNvSpPr txBox="1">
            <a:spLocks noGrp="1"/>
          </p:cNvSpPr>
          <p:nvPr/>
        </p:nvSpPr>
        <p:spPr>
          <a:xfrm>
            <a:off x="2360588" y="2983449"/>
            <a:ext cx="2301815" cy="80115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228600" lvl="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 panose="020B0604020202020204" pitchFamily="34" charset="0"/>
              <a:buNone/>
              <a:defRPr sz="1400" b="0" i="0" kern="12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685800" lvl="1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/>
            <a:r>
              <a:rPr lang="en-US" altLang="zh-CN" sz="3200" b="1" dirty="0">
                <a:solidFill>
                  <a:srgbClr val="1C777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470,000</a:t>
            </a:r>
          </a:p>
        </p:txBody>
      </p:sp>
      <p:sp>
        <p:nvSpPr>
          <p:cNvPr id="10" name="Google Shape;512;p14">
            <a:extLst>
              <a:ext uri="{FF2B5EF4-FFF2-40B4-BE49-F238E27FC236}">
                <a16:creationId xmlns:a16="http://schemas.microsoft.com/office/drawing/2014/main" id="{CEDB0DA8-D4D1-6743-9BE6-5FD2C8FD0B53}"/>
              </a:ext>
            </a:extLst>
          </p:cNvPr>
          <p:cNvSpPr txBox="1">
            <a:spLocks noGrp="1"/>
          </p:cNvSpPr>
          <p:nvPr/>
        </p:nvSpPr>
        <p:spPr>
          <a:xfrm>
            <a:off x="5420190" y="3692136"/>
            <a:ext cx="2301815" cy="43126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228600" lvl="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 panose="020B0604020202020204" pitchFamily="34" charset="0"/>
              <a:buNone/>
              <a:defRPr sz="1400" b="0" i="0" kern="12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685800" lvl="1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/>
            <a:r>
              <a:rPr lang="zh-CN" altLang="en-US" sz="1100" b="1" dirty="0">
                <a:solidFill>
                  <a:srgbClr val="1C777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項目標題</a:t>
            </a:r>
            <a:endParaRPr lang="en-US" altLang="zh-CN" sz="1100" b="1" dirty="0">
              <a:solidFill>
                <a:srgbClr val="1C7777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1" name="Google Shape;512;p14">
            <a:extLst>
              <a:ext uri="{FF2B5EF4-FFF2-40B4-BE49-F238E27FC236}">
                <a16:creationId xmlns:a16="http://schemas.microsoft.com/office/drawing/2014/main" id="{D87CAC14-47F8-2D4B-BA9A-3FFEF3143A76}"/>
              </a:ext>
            </a:extLst>
          </p:cNvPr>
          <p:cNvSpPr txBox="1">
            <a:spLocks noGrp="1"/>
          </p:cNvSpPr>
          <p:nvPr/>
        </p:nvSpPr>
        <p:spPr>
          <a:xfrm>
            <a:off x="5420190" y="2983449"/>
            <a:ext cx="2301815" cy="80115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228600" lvl="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 panose="020B0604020202020204" pitchFamily="34" charset="0"/>
              <a:buNone/>
              <a:defRPr sz="1400" b="0" i="0" kern="12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685800" lvl="1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/>
            <a:r>
              <a:rPr lang="en-US" altLang="zh-CN" sz="3200" b="1" dirty="0">
                <a:solidFill>
                  <a:srgbClr val="1C777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$65,000</a:t>
            </a:r>
          </a:p>
        </p:txBody>
      </p:sp>
      <p:sp>
        <p:nvSpPr>
          <p:cNvPr id="12" name="Google Shape;512;p14">
            <a:extLst>
              <a:ext uri="{FF2B5EF4-FFF2-40B4-BE49-F238E27FC236}">
                <a16:creationId xmlns:a16="http://schemas.microsoft.com/office/drawing/2014/main" id="{A200F0CD-C2FE-7B49-B802-F846F901C21D}"/>
              </a:ext>
            </a:extLst>
          </p:cNvPr>
          <p:cNvSpPr txBox="1">
            <a:spLocks noGrp="1"/>
          </p:cNvSpPr>
          <p:nvPr/>
        </p:nvSpPr>
        <p:spPr>
          <a:xfrm>
            <a:off x="8493590" y="3692136"/>
            <a:ext cx="2301815" cy="43126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228600" lvl="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 panose="020B0604020202020204" pitchFamily="34" charset="0"/>
              <a:buNone/>
              <a:defRPr sz="1400" b="0" i="0" kern="12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685800" lvl="1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/>
            <a:r>
              <a:rPr lang="zh-CN" altLang="en-US" sz="1100" b="1" dirty="0">
                <a:solidFill>
                  <a:srgbClr val="1C777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項目標題</a:t>
            </a:r>
            <a:endParaRPr lang="en-US" altLang="zh-CN" sz="1100" b="1" dirty="0">
              <a:solidFill>
                <a:srgbClr val="1C7777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3" name="Google Shape;512;p14">
            <a:extLst>
              <a:ext uri="{FF2B5EF4-FFF2-40B4-BE49-F238E27FC236}">
                <a16:creationId xmlns:a16="http://schemas.microsoft.com/office/drawing/2014/main" id="{1B9B3AB5-5E96-0946-8253-F078BE3F76AE}"/>
              </a:ext>
            </a:extLst>
          </p:cNvPr>
          <p:cNvSpPr txBox="1">
            <a:spLocks noGrp="1"/>
          </p:cNvSpPr>
          <p:nvPr/>
        </p:nvSpPr>
        <p:spPr>
          <a:xfrm>
            <a:off x="8493590" y="2983449"/>
            <a:ext cx="2301815" cy="80115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228600" lvl="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 panose="020B0604020202020204" pitchFamily="34" charset="0"/>
              <a:buNone/>
              <a:defRPr sz="1400" b="0" i="0" kern="12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685800" lvl="1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/>
            <a:r>
              <a:rPr lang="en-US" altLang="zh-CN" sz="3200" b="1" dirty="0">
                <a:solidFill>
                  <a:srgbClr val="1C777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95%</a:t>
            </a:r>
          </a:p>
        </p:txBody>
      </p:sp>
      <p:sp>
        <p:nvSpPr>
          <p:cNvPr id="15" name="Google Shape;512;p14">
            <a:extLst>
              <a:ext uri="{FF2B5EF4-FFF2-40B4-BE49-F238E27FC236}">
                <a16:creationId xmlns:a16="http://schemas.microsoft.com/office/drawing/2014/main" id="{0906F750-0786-8F4A-BDD8-6741C9508B7D}"/>
              </a:ext>
            </a:extLst>
          </p:cNvPr>
          <p:cNvSpPr txBox="1">
            <a:spLocks noGrp="1"/>
          </p:cNvSpPr>
          <p:nvPr/>
        </p:nvSpPr>
        <p:spPr>
          <a:xfrm>
            <a:off x="2360588" y="4271694"/>
            <a:ext cx="2301815" cy="876624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>
            <a:lvl1pPr marL="228600" lvl="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 panose="020B0604020202020204" pitchFamily="34" charset="0"/>
              <a:buNone/>
              <a:defRPr sz="1400" b="0" i="0" kern="12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685800" lvl="1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en-US" sz="1200" dirty="0"/>
              <a:t>請在</a:t>
            </a:r>
            <a:r>
              <a:rPr lang="zh-CN" altLang="en-US" sz="1200" dirty="0"/>
              <a:t>這裡說明表格內容</a:t>
            </a:r>
            <a:br>
              <a:rPr lang="en-US" sz="1200" dirty="0"/>
            </a:br>
            <a:r>
              <a:rPr lang="en-US" sz="1200" dirty="0"/>
              <a:t>contents contents.</a:t>
            </a:r>
            <a:endParaRPr sz="1200" dirty="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 sz="1200" dirty="0"/>
          </a:p>
        </p:txBody>
      </p:sp>
      <p:sp>
        <p:nvSpPr>
          <p:cNvPr id="16" name="Google Shape;512;p14">
            <a:extLst>
              <a:ext uri="{FF2B5EF4-FFF2-40B4-BE49-F238E27FC236}">
                <a16:creationId xmlns:a16="http://schemas.microsoft.com/office/drawing/2014/main" id="{83589ABB-DC57-F741-A5C2-4775929EE177}"/>
              </a:ext>
            </a:extLst>
          </p:cNvPr>
          <p:cNvSpPr txBox="1">
            <a:spLocks noGrp="1"/>
          </p:cNvSpPr>
          <p:nvPr/>
        </p:nvSpPr>
        <p:spPr>
          <a:xfrm>
            <a:off x="5432686" y="4271694"/>
            <a:ext cx="2301815" cy="876624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>
            <a:lvl1pPr marL="228600" lvl="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 panose="020B0604020202020204" pitchFamily="34" charset="0"/>
              <a:buNone/>
              <a:defRPr sz="1400" b="0" i="0" kern="12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685800" lvl="1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en-US" sz="1200" dirty="0"/>
              <a:t>請在</a:t>
            </a:r>
            <a:r>
              <a:rPr lang="zh-CN" altLang="en-US" sz="1200" dirty="0"/>
              <a:t>這裡說明表格內容</a:t>
            </a:r>
            <a:br>
              <a:rPr lang="en-US" sz="1200" dirty="0"/>
            </a:br>
            <a:r>
              <a:rPr lang="en-US" sz="1200" dirty="0"/>
              <a:t>contents contents.</a:t>
            </a:r>
            <a:endParaRPr sz="1200" dirty="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 sz="1200" dirty="0"/>
          </a:p>
        </p:txBody>
      </p:sp>
      <p:sp>
        <p:nvSpPr>
          <p:cNvPr id="17" name="Google Shape;512;p14">
            <a:extLst>
              <a:ext uri="{FF2B5EF4-FFF2-40B4-BE49-F238E27FC236}">
                <a16:creationId xmlns:a16="http://schemas.microsoft.com/office/drawing/2014/main" id="{97034155-6BFA-DC49-9BD5-9E1B70995C38}"/>
              </a:ext>
            </a:extLst>
          </p:cNvPr>
          <p:cNvSpPr txBox="1">
            <a:spLocks noGrp="1"/>
          </p:cNvSpPr>
          <p:nvPr/>
        </p:nvSpPr>
        <p:spPr>
          <a:xfrm>
            <a:off x="8504783" y="4271694"/>
            <a:ext cx="2301815" cy="876624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>
            <a:lvl1pPr marL="228600" lvl="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 panose="020B0604020202020204" pitchFamily="34" charset="0"/>
              <a:buNone/>
              <a:defRPr sz="1400" b="0" i="0" kern="12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685800" lvl="1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en-US" sz="1200" dirty="0"/>
              <a:t>請在</a:t>
            </a:r>
            <a:r>
              <a:rPr lang="zh-CN" altLang="en-US" sz="1200" dirty="0"/>
              <a:t>這裡說明表格內容</a:t>
            </a:r>
            <a:br>
              <a:rPr lang="en-US" sz="1200" dirty="0"/>
            </a:br>
            <a:r>
              <a:rPr lang="en-US" sz="1200" dirty="0"/>
              <a:t>contents contents.</a:t>
            </a:r>
            <a:endParaRPr sz="1200" dirty="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 sz="1200" dirty="0"/>
          </a:p>
        </p:txBody>
      </p:sp>
      <p:sp>
        <p:nvSpPr>
          <p:cNvPr id="19" name="Google Shape;645;p22">
            <a:extLst>
              <a:ext uri="{FF2B5EF4-FFF2-40B4-BE49-F238E27FC236}">
                <a16:creationId xmlns:a16="http://schemas.microsoft.com/office/drawing/2014/main" id="{07E12CF9-27FE-2042-9773-9D15E449ED25}"/>
              </a:ext>
            </a:extLst>
          </p:cNvPr>
          <p:cNvSpPr txBox="1">
            <a:spLocks/>
          </p:cNvSpPr>
          <p:nvPr/>
        </p:nvSpPr>
        <p:spPr>
          <a:xfrm rot="5400000">
            <a:off x="-1043451" y="1613707"/>
            <a:ext cx="3002424" cy="31570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SzPct val="318181"/>
              <a:buFont typeface="Arial" panose="020B0604020202020204" pitchFamily="34" charset="0"/>
              <a:buNone/>
            </a:pPr>
            <a:r>
              <a:rPr lang="en-US" sz="1200" spc="100" dirty="0">
                <a:solidFill>
                  <a:schemeClr val="bg1"/>
                </a:solidFill>
              </a:rPr>
              <a:t>Tittle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B6B45575-C85C-F54E-9C7D-B807B6ABE673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75345" y="2329770"/>
            <a:ext cx="472300" cy="340433"/>
          </a:xfrm>
          <a:prstGeom prst="rect">
            <a:avLst/>
          </a:prstGeom>
        </p:spPr>
      </p:pic>
      <p:pic>
        <p:nvPicPr>
          <p:cNvPr id="21" name="圖片 20">
            <a:extLst>
              <a:ext uri="{FF2B5EF4-FFF2-40B4-BE49-F238E27FC236}">
                <a16:creationId xmlns:a16="http://schemas.microsoft.com/office/drawing/2014/main" id="{7B77186D-809A-1341-9FB2-4242F57E7F6B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13130" y="2292766"/>
            <a:ext cx="540925" cy="414440"/>
          </a:xfrm>
          <a:prstGeom prst="rect">
            <a:avLst/>
          </a:prstGeom>
        </p:spPr>
      </p:pic>
      <p:pic>
        <p:nvPicPr>
          <p:cNvPr id="24" name="圖片 23">
            <a:extLst>
              <a:ext uri="{FF2B5EF4-FFF2-40B4-BE49-F238E27FC236}">
                <a16:creationId xmlns:a16="http://schemas.microsoft.com/office/drawing/2014/main" id="{3CF14DF4-DFDB-7E40-B83A-FDC0BF898F8E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47797" y="2263836"/>
            <a:ext cx="415785" cy="47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979624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476;p12">
            <a:extLst>
              <a:ext uri="{FF2B5EF4-FFF2-40B4-BE49-F238E27FC236}">
                <a16:creationId xmlns:a16="http://schemas.microsoft.com/office/drawing/2014/main" id="{AB633BDB-AE34-D347-813F-92B263420DB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40403" y="859898"/>
            <a:ext cx="2619475" cy="513820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橢圓 1">
            <a:extLst>
              <a:ext uri="{FF2B5EF4-FFF2-40B4-BE49-F238E27FC236}">
                <a16:creationId xmlns:a16="http://schemas.microsoft.com/office/drawing/2014/main" id="{C0500BE9-F0DD-7E48-A472-C2A61A5E4B47}"/>
              </a:ext>
            </a:extLst>
          </p:cNvPr>
          <p:cNvSpPr/>
          <p:nvPr/>
        </p:nvSpPr>
        <p:spPr>
          <a:xfrm>
            <a:off x="5142015" y="1528113"/>
            <a:ext cx="486888" cy="486888"/>
          </a:xfrm>
          <a:prstGeom prst="ellipse">
            <a:avLst/>
          </a:prstGeom>
          <a:solidFill>
            <a:srgbClr val="6ED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400" b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endParaRPr kumimoji="1" lang="zh-TW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2" name="直線接點 11">
            <a:extLst>
              <a:ext uri="{FF2B5EF4-FFF2-40B4-BE49-F238E27FC236}">
                <a16:creationId xmlns:a16="http://schemas.microsoft.com/office/drawing/2014/main" id="{B5319134-7491-2A48-A341-52EF967D938B}"/>
              </a:ext>
            </a:extLst>
          </p:cNvPr>
          <p:cNvCxnSpPr/>
          <p:nvPr/>
        </p:nvCxnSpPr>
        <p:spPr>
          <a:xfrm>
            <a:off x="5142015" y="2323512"/>
            <a:ext cx="6044540" cy="0"/>
          </a:xfrm>
          <a:prstGeom prst="line">
            <a:avLst/>
          </a:prstGeom>
          <a:ln w="12700">
            <a:solidFill>
              <a:srgbClr val="D9DAD9">
                <a:alpha val="63529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橢圓 12">
            <a:extLst>
              <a:ext uri="{FF2B5EF4-FFF2-40B4-BE49-F238E27FC236}">
                <a16:creationId xmlns:a16="http://schemas.microsoft.com/office/drawing/2014/main" id="{5093507E-AC04-AC42-9651-923ABED2BD67}"/>
              </a:ext>
            </a:extLst>
          </p:cNvPr>
          <p:cNvSpPr/>
          <p:nvPr/>
        </p:nvSpPr>
        <p:spPr>
          <a:xfrm>
            <a:off x="5142015" y="2632023"/>
            <a:ext cx="486888" cy="486888"/>
          </a:xfrm>
          <a:prstGeom prst="ellipse">
            <a:avLst/>
          </a:prstGeom>
          <a:solidFill>
            <a:srgbClr val="6ED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400" b="1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endParaRPr kumimoji="1" lang="zh-TW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4" name="直線接點 13">
            <a:extLst>
              <a:ext uri="{FF2B5EF4-FFF2-40B4-BE49-F238E27FC236}">
                <a16:creationId xmlns:a16="http://schemas.microsoft.com/office/drawing/2014/main" id="{899FF5C2-AB5F-5D4E-9386-B6E66C2246A9}"/>
              </a:ext>
            </a:extLst>
          </p:cNvPr>
          <p:cNvCxnSpPr/>
          <p:nvPr/>
        </p:nvCxnSpPr>
        <p:spPr>
          <a:xfrm>
            <a:off x="5142015" y="3427422"/>
            <a:ext cx="6044540" cy="0"/>
          </a:xfrm>
          <a:prstGeom prst="line">
            <a:avLst/>
          </a:prstGeom>
          <a:ln w="12700">
            <a:solidFill>
              <a:srgbClr val="D9DAD9">
                <a:alpha val="63529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橢圓 14">
            <a:extLst>
              <a:ext uri="{FF2B5EF4-FFF2-40B4-BE49-F238E27FC236}">
                <a16:creationId xmlns:a16="http://schemas.microsoft.com/office/drawing/2014/main" id="{076B3AF5-2C4F-BF47-8B72-478D99346751}"/>
              </a:ext>
            </a:extLst>
          </p:cNvPr>
          <p:cNvSpPr/>
          <p:nvPr/>
        </p:nvSpPr>
        <p:spPr>
          <a:xfrm>
            <a:off x="5142015" y="3735933"/>
            <a:ext cx="486888" cy="486888"/>
          </a:xfrm>
          <a:prstGeom prst="ellipse">
            <a:avLst/>
          </a:prstGeom>
          <a:solidFill>
            <a:srgbClr val="0090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400" b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kumimoji="1" lang="zh-TW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6" name="直線接點 15">
            <a:extLst>
              <a:ext uri="{FF2B5EF4-FFF2-40B4-BE49-F238E27FC236}">
                <a16:creationId xmlns:a16="http://schemas.microsoft.com/office/drawing/2014/main" id="{9FCB60D4-0B61-5043-966C-0726A9E817F5}"/>
              </a:ext>
            </a:extLst>
          </p:cNvPr>
          <p:cNvCxnSpPr/>
          <p:nvPr/>
        </p:nvCxnSpPr>
        <p:spPr>
          <a:xfrm>
            <a:off x="5142015" y="4531332"/>
            <a:ext cx="6044540" cy="0"/>
          </a:xfrm>
          <a:prstGeom prst="line">
            <a:avLst/>
          </a:prstGeom>
          <a:ln w="12700">
            <a:solidFill>
              <a:srgbClr val="D9DAD9">
                <a:alpha val="63529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橢圓 16">
            <a:extLst>
              <a:ext uri="{FF2B5EF4-FFF2-40B4-BE49-F238E27FC236}">
                <a16:creationId xmlns:a16="http://schemas.microsoft.com/office/drawing/2014/main" id="{7105C584-80F6-5848-8344-06C7AE173545}"/>
              </a:ext>
            </a:extLst>
          </p:cNvPr>
          <p:cNvSpPr/>
          <p:nvPr/>
        </p:nvSpPr>
        <p:spPr>
          <a:xfrm>
            <a:off x="5142015" y="4839844"/>
            <a:ext cx="486888" cy="486888"/>
          </a:xfrm>
          <a:prstGeom prst="ellipse">
            <a:avLst/>
          </a:prstGeom>
          <a:solidFill>
            <a:srgbClr val="0090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400" b="1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endParaRPr kumimoji="1" lang="zh-TW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Google Shape;580;p19">
            <a:extLst>
              <a:ext uri="{FF2B5EF4-FFF2-40B4-BE49-F238E27FC236}">
                <a16:creationId xmlns:a16="http://schemas.microsoft.com/office/drawing/2014/main" id="{706890E8-ECD0-074D-8187-296900FEDFC8}"/>
              </a:ext>
            </a:extLst>
          </p:cNvPr>
          <p:cNvSpPr txBox="1"/>
          <p:nvPr/>
        </p:nvSpPr>
        <p:spPr>
          <a:xfrm>
            <a:off x="5893465" y="1485645"/>
            <a:ext cx="1842639" cy="5718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CN" altLang="en-US" sz="1400" b="1" dirty="0">
                <a:latin typeface="Arial"/>
                <a:ea typeface="Arial"/>
                <a:cs typeface="Arial"/>
                <a:sym typeface="Arial"/>
              </a:rPr>
              <a:t>標題</a:t>
            </a:r>
            <a:r>
              <a:rPr lang="zh-TW" altLang="en-US" sz="1400" b="1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b="1" dirty="0">
                <a:latin typeface="Arial"/>
                <a:ea typeface="Arial"/>
                <a:cs typeface="Arial"/>
                <a:sym typeface="Arial"/>
              </a:rPr>
              <a:t>A</a:t>
            </a:r>
          </a:p>
        </p:txBody>
      </p:sp>
      <p:sp>
        <p:nvSpPr>
          <p:cNvPr id="19" name="Google Shape;512;p14">
            <a:extLst>
              <a:ext uri="{FF2B5EF4-FFF2-40B4-BE49-F238E27FC236}">
                <a16:creationId xmlns:a16="http://schemas.microsoft.com/office/drawing/2014/main" id="{B93C22B6-A73E-CA4F-B507-5E33B9ABFD5E}"/>
              </a:ext>
            </a:extLst>
          </p:cNvPr>
          <p:cNvSpPr txBox="1">
            <a:spLocks noGrp="1"/>
          </p:cNvSpPr>
          <p:nvPr/>
        </p:nvSpPr>
        <p:spPr>
          <a:xfrm>
            <a:off x="7765278" y="1375417"/>
            <a:ext cx="2301815" cy="876624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>
            <a:lvl1pPr marL="228600" lvl="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 panose="020B0604020202020204" pitchFamily="34" charset="0"/>
              <a:buNone/>
              <a:defRPr sz="1400" b="0" i="0" kern="12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685800" lvl="1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en-US" sz="1200" dirty="0"/>
              <a:t>請在</a:t>
            </a:r>
            <a:r>
              <a:rPr lang="zh-CN" altLang="en-US" sz="1200" dirty="0"/>
              <a:t>這裡說明表格內容</a:t>
            </a:r>
            <a:br>
              <a:rPr lang="en-US" sz="1200" dirty="0"/>
            </a:br>
            <a:r>
              <a:rPr lang="en-US" sz="1200" dirty="0"/>
              <a:t>contents contents.</a:t>
            </a:r>
            <a:endParaRPr sz="1200" dirty="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 sz="1200" dirty="0"/>
          </a:p>
        </p:txBody>
      </p:sp>
      <p:sp>
        <p:nvSpPr>
          <p:cNvPr id="20" name="Google Shape;580;p19">
            <a:extLst>
              <a:ext uri="{FF2B5EF4-FFF2-40B4-BE49-F238E27FC236}">
                <a16:creationId xmlns:a16="http://schemas.microsoft.com/office/drawing/2014/main" id="{ED9FBF21-7B65-B44C-A6C7-CA678806519A}"/>
              </a:ext>
            </a:extLst>
          </p:cNvPr>
          <p:cNvSpPr txBox="1"/>
          <p:nvPr/>
        </p:nvSpPr>
        <p:spPr>
          <a:xfrm>
            <a:off x="5893465" y="2589556"/>
            <a:ext cx="1842639" cy="5718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CN" altLang="en-US" sz="1400" b="1" dirty="0">
                <a:latin typeface="Arial"/>
                <a:ea typeface="Arial"/>
                <a:cs typeface="Arial"/>
                <a:sym typeface="Arial"/>
              </a:rPr>
              <a:t>標題</a:t>
            </a:r>
            <a:r>
              <a:rPr lang="zh-TW" altLang="en-US" sz="1400" b="1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altLang="zh-TW" sz="1400" b="1" dirty="0">
                <a:latin typeface="Arial"/>
                <a:ea typeface="Arial"/>
                <a:cs typeface="Arial"/>
                <a:sym typeface="Arial"/>
              </a:rPr>
              <a:t>B</a:t>
            </a:r>
            <a:endParaRPr lang="en-US" sz="1400" b="1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580;p19">
            <a:extLst>
              <a:ext uri="{FF2B5EF4-FFF2-40B4-BE49-F238E27FC236}">
                <a16:creationId xmlns:a16="http://schemas.microsoft.com/office/drawing/2014/main" id="{F14AA195-19B2-4F43-8782-A7E3864E1B19}"/>
              </a:ext>
            </a:extLst>
          </p:cNvPr>
          <p:cNvSpPr txBox="1"/>
          <p:nvPr/>
        </p:nvSpPr>
        <p:spPr>
          <a:xfrm>
            <a:off x="5893465" y="3693466"/>
            <a:ext cx="1842639" cy="5718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CN" altLang="en-US" sz="1400" b="1" dirty="0">
                <a:latin typeface="Arial"/>
                <a:ea typeface="Arial"/>
                <a:cs typeface="Arial"/>
                <a:sym typeface="Arial"/>
              </a:rPr>
              <a:t>標題</a:t>
            </a:r>
            <a:r>
              <a:rPr lang="zh-TW" altLang="en-US" sz="1400" b="1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altLang="zh-TW" sz="1400" b="1" dirty="0">
                <a:latin typeface="Arial"/>
                <a:ea typeface="Arial"/>
                <a:cs typeface="Arial"/>
                <a:sym typeface="Arial"/>
              </a:rPr>
              <a:t>C</a:t>
            </a:r>
            <a:endParaRPr lang="en-US" sz="1400" b="1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580;p19">
            <a:extLst>
              <a:ext uri="{FF2B5EF4-FFF2-40B4-BE49-F238E27FC236}">
                <a16:creationId xmlns:a16="http://schemas.microsoft.com/office/drawing/2014/main" id="{16730B46-0956-3F41-BDE4-9B576013E54D}"/>
              </a:ext>
            </a:extLst>
          </p:cNvPr>
          <p:cNvSpPr txBox="1"/>
          <p:nvPr/>
        </p:nvSpPr>
        <p:spPr>
          <a:xfrm>
            <a:off x="5893465" y="4797375"/>
            <a:ext cx="1842639" cy="5718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CN" altLang="en-US" sz="1400" b="1" dirty="0">
                <a:latin typeface="Arial"/>
                <a:ea typeface="Arial"/>
                <a:cs typeface="Arial"/>
                <a:sym typeface="Arial"/>
              </a:rPr>
              <a:t>標題</a:t>
            </a:r>
            <a:r>
              <a:rPr lang="zh-TW" altLang="en-US" sz="1400" b="1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altLang="zh-TW" sz="1400" b="1" dirty="0">
                <a:latin typeface="Arial"/>
                <a:ea typeface="Arial"/>
                <a:cs typeface="Arial"/>
                <a:sym typeface="Arial"/>
              </a:rPr>
              <a:t>D</a:t>
            </a:r>
            <a:endParaRPr lang="en-US" sz="1400" b="1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512;p14">
            <a:extLst>
              <a:ext uri="{FF2B5EF4-FFF2-40B4-BE49-F238E27FC236}">
                <a16:creationId xmlns:a16="http://schemas.microsoft.com/office/drawing/2014/main" id="{E68DD1FF-AFCA-2A49-85D5-393EF58BB8A6}"/>
              </a:ext>
            </a:extLst>
          </p:cNvPr>
          <p:cNvSpPr txBox="1">
            <a:spLocks noGrp="1"/>
          </p:cNvSpPr>
          <p:nvPr/>
        </p:nvSpPr>
        <p:spPr>
          <a:xfrm>
            <a:off x="7765278" y="2479327"/>
            <a:ext cx="2301815" cy="876624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>
            <a:lvl1pPr marL="228600" lvl="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 panose="020B0604020202020204" pitchFamily="34" charset="0"/>
              <a:buNone/>
              <a:defRPr sz="1400" b="0" i="0" kern="12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685800" lvl="1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en-US" sz="1200" dirty="0"/>
              <a:t>請在</a:t>
            </a:r>
            <a:r>
              <a:rPr lang="zh-CN" altLang="en-US" sz="1200" dirty="0"/>
              <a:t>這裡說明表格內容</a:t>
            </a:r>
            <a:br>
              <a:rPr lang="en-US" sz="1200" dirty="0"/>
            </a:br>
            <a:r>
              <a:rPr lang="en-US" sz="1200" dirty="0"/>
              <a:t>contents contents.</a:t>
            </a:r>
            <a:endParaRPr sz="1200" dirty="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 sz="1200" dirty="0"/>
          </a:p>
        </p:txBody>
      </p:sp>
      <p:sp>
        <p:nvSpPr>
          <p:cNvPr id="24" name="Google Shape;512;p14">
            <a:extLst>
              <a:ext uri="{FF2B5EF4-FFF2-40B4-BE49-F238E27FC236}">
                <a16:creationId xmlns:a16="http://schemas.microsoft.com/office/drawing/2014/main" id="{160F57CA-BF20-0B4D-839D-50FF428B65B8}"/>
              </a:ext>
            </a:extLst>
          </p:cNvPr>
          <p:cNvSpPr txBox="1">
            <a:spLocks noGrp="1"/>
          </p:cNvSpPr>
          <p:nvPr/>
        </p:nvSpPr>
        <p:spPr>
          <a:xfrm>
            <a:off x="7765278" y="3583237"/>
            <a:ext cx="2301815" cy="876624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>
            <a:lvl1pPr marL="228600" lvl="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 panose="020B0604020202020204" pitchFamily="34" charset="0"/>
              <a:buNone/>
              <a:defRPr sz="1400" b="0" i="0" kern="12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685800" lvl="1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en-US" sz="1200" dirty="0"/>
              <a:t>請在</a:t>
            </a:r>
            <a:r>
              <a:rPr lang="zh-CN" altLang="en-US" sz="1200" dirty="0"/>
              <a:t>這裡說明表格內容</a:t>
            </a:r>
            <a:br>
              <a:rPr lang="en-US" sz="1200" dirty="0"/>
            </a:br>
            <a:r>
              <a:rPr lang="en-US" sz="1200" dirty="0"/>
              <a:t>contents contents.</a:t>
            </a:r>
            <a:endParaRPr sz="1200" dirty="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 sz="1200" dirty="0"/>
          </a:p>
        </p:txBody>
      </p:sp>
      <p:sp>
        <p:nvSpPr>
          <p:cNvPr id="25" name="Google Shape;512;p14">
            <a:extLst>
              <a:ext uri="{FF2B5EF4-FFF2-40B4-BE49-F238E27FC236}">
                <a16:creationId xmlns:a16="http://schemas.microsoft.com/office/drawing/2014/main" id="{8341763B-2EA9-B24C-A751-C34CA4FD5B12}"/>
              </a:ext>
            </a:extLst>
          </p:cNvPr>
          <p:cNvSpPr txBox="1">
            <a:spLocks noGrp="1"/>
          </p:cNvSpPr>
          <p:nvPr/>
        </p:nvSpPr>
        <p:spPr>
          <a:xfrm>
            <a:off x="7765277" y="4605959"/>
            <a:ext cx="2301815" cy="876624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>
            <a:lvl1pPr marL="228600" lvl="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 panose="020B0604020202020204" pitchFamily="34" charset="0"/>
              <a:buNone/>
              <a:defRPr sz="1400" b="0" i="0" kern="12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685800" lvl="1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en-US" sz="1200" dirty="0"/>
              <a:t>請在</a:t>
            </a:r>
            <a:r>
              <a:rPr lang="zh-CN" altLang="en-US" sz="1200" dirty="0"/>
              <a:t>這裡說明</a:t>
            </a:r>
            <a:r>
              <a:rPr lang="en-US" altLang="zh-CN" sz="1200" dirty="0"/>
              <a:t>D</a:t>
            </a:r>
            <a:r>
              <a:rPr lang="zh-CN" altLang="en-US" sz="1200" dirty="0"/>
              <a:t>內容</a:t>
            </a:r>
            <a:br>
              <a:rPr lang="en-US" sz="1200" dirty="0"/>
            </a:br>
            <a:r>
              <a:rPr lang="en-US" sz="1200" dirty="0"/>
              <a:t>contents contents.</a:t>
            </a:r>
            <a:endParaRPr sz="1200" dirty="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 sz="1200" dirty="0"/>
          </a:p>
        </p:txBody>
      </p:sp>
      <p:sp>
        <p:nvSpPr>
          <p:cNvPr id="26" name="Google Shape;645;p22">
            <a:extLst>
              <a:ext uri="{FF2B5EF4-FFF2-40B4-BE49-F238E27FC236}">
                <a16:creationId xmlns:a16="http://schemas.microsoft.com/office/drawing/2014/main" id="{0B4D447D-E368-F64E-85D8-6484841ED680}"/>
              </a:ext>
            </a:extLst>
          </p:cNvPr>
          <p:cNvSpPr txBox="1">
            <a:spLocks/>
          </p:cNvSpPr>
          <p:nvPr/>
        </p:nvSpPr>
        <p:spPr>
          <a:xfrm rot="5400000">
            <a:off x="-1043451" y="1613707"/>
            <a:ext cx="3002424" cy="31570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SzPct val="318181"/>
              <a:buFont typeface="Arial" panose="020B0604020202020204" pitchFamily="34" charset="0"/>
              <a:buNone/>
            </a:pPr>
            <a:r>
              <a:rPr lang="en-US" sz="1200" spc="100" dirty="0">
                <a:solidFill>
                  <a:schemeClr val="bg1"/>
                </a:solidFill>
              </a:rPr>
              <a:t>Tittle</a:t>
            </a:r>
          </a:p>
        </p:txBody>
      </p:sp>
    </p:spTree>
    <p:extLst>
      <p:ext uri="{BB962C8B-B14F-4D97-AF65-F5344CB8AC3E}">
        <p14:creationId xmlns:p14="http://schemas.microsoft.com/office/powerpoint/2010/main" val="208980709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517;p14">
            <a:extLst>
              <a:ext uri="{FF2B5EF4-FFF2-40B4-BE49-F238E27FC236}">
                <a16:creationId xmlns:a16="http://schemas.microsoft.com/office/drawing/2014/main" id="{5FE50F75-3596-854F-8B56-B61A5F805389}"/>
              </a:ext>
            </a:extLst>
          </p:cNvPr>
          <p:cNvSpPr txBox="1"/>
          <p:nvPr/>
        </p:nvSpPr>
        <p:spPr>
          <a:xfrm>
            <a:off x="1602805" y="673881"/>
            <a:ext cx="3559692" cy="986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200" b="1" i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TITLE</a:t>
            </a:r>
            <a:endParaRPr dirty="0"/>
          </a:p>
        </p:txBody>
      </p:sp>
      <p:grpSp>
        <p:nvGrpSpPr>
          <p:cNvPr id="5" name="Group 10">
            <a:extLst>
              <a:ext uri="{FF2B5EF4-FFF2-40B4-BE49-F238E27FC236}">
                <a16:creationId xmlns:a16="http://schemas.microsoft.com/office/drawing/2014/main" id="{E4D173EA-7EC4-184B-9D29-D3403492ECA6}"/>
              </a:ext>
            </a:extLst>
          </p:cNvPr>
          <p:cNvGrpSpPr/>
          <p:nvPr/>
        </p:nvGrpSpPr>
        <p:grpSpPr>
          <a:xfrm>
            <a:off x="1784897" y="1562016"/>
            <a:ext cx="4311103" cy="4263652"/>
            <a:chOff x="847010" y="1955664"/>
            <a:chExt cx="3441559" cy="3403679"/>
          </a:xfrm>
        </p:grpSpPr>
        <p:sp>
          <p:nvSpPr>
            <p:cNvPr id="6" name="Freeform 256">
              <a:extLst>
                <a:ext uri="{FF2B5EF4-FFF2-40B4-BE49-F238E27FC236}">
                  <a16:creationId xmlns:a16="http://schemas.microsoft.com/office/drawing/2014/main" id="{5117829C-5DEC-F440-92DF-F3796640300F}"/>
                </a:ext>
              </a:extLst>
            </p:cNvPr>
            <p:cNvSpPr>
              <a:spLocks/>
            </p:cNvSpPr>
            <p:nvPr/>
          </p:nvSpPr>
          <p:spPr bwMode="auto">
            <a:xfrm>
              <a:off x="974021" y="1955664"/>
              <a:ext cx="1820495" cy="1246716"/>
            </a:xfrm>
            <a:custGeom>
              <a:avLst/>
              <a:gdLst>
                <a:gd name="T0" fmla="*/ 2147483647 w 969"/>
                <a:gd name="T1" fmla="*/ 2147483647 h 664"/>
                <a:gd name="T2" fmla="*/ 2147483647 w 969"/>
                <a:gd name="T3" fmla="*/ 2147483647 h 664"/>
                <a:gd name="T4" fmla="*/ 2147483647 w 969"/>
                <a:gd name="T5" fmla="*/ 2147483647 h 664"/>
                <a:gd name="T6" fmla="*/ 2147483647 w 969"/>
                <a:gd name="T7" fmla="*/ 2147483647 h 664"/>
                <a:gd name="T8" fmla="*/ 2147483647 w 969"/>
                <a:gd name="T9" fmla="*/ 2147483647 h 664"/>
                <a:gd name="T10" fmla="*/ 2147483647 w 969"/>
                <a:gd name="T11" fmla="*/ 2147483647 h 664"/>
                <a:gd name="T12" fmla="*/ 2147483647 w 969"/>
                <a:gd name="T13" fmla="*/ 2147483647 h 664"/>
                <a:gd name="T14" fmla="*/ 2147483647 w 969"/>
                <a:gd name="T15" fmla="*/ 2147483647 h 664"/>
                <a:gd name="T16" fmla="*/ 2147483647 w 969"/>
                <a:gd name="T17" fmla="*/ 2147483647 h 664"/>
                <a:gd name="T18" fmla="*/ 2147483647 w 969"/>
                <a:gd name="T19" fmla="*/ 2147483647 h 664"/>
                <a:gd name="T20" fmla="*/ 2147483647 w 969"/>
                <a:gd name="T21" fmla="*/ 2147483647 h 664"/>
                <a:gd name="T22" fmla="*/ 2147483647 w 969"/>
                <a:gd name="T23" fmla="*/ 2147483647 h 664"/>
                <a:gd name="T24" fmla="*/ 2147483647 w 969"/>
                <a:gd name="T25" fmla="*/ 2147483647 h 664"/>
                <a:gd name="T26" fmla="*/ 2147483647 w 969"/>
                <a:gd name="T27" fmla="*/ 2147483647 h 664"/>
                <a:gd name="T28" fmla="*/ 2147483647 w 969"/>
                <a:gd name="T29" fmla="*/ 2147483647 h 664"/>
                <a:gd name="T30" fmla="*/ 2147483647 w 969"/>
                <a:gd name="T31" fmla="*/ 2147483647 h 664"/>
                <a:gd name="T32" fmla="*/ 2147483647 w 969"/>
                <a:gd name="T33" fmla="*/ 2147483647 h 664"/>
                <a:gd name="T34" fmla="*/ 2147483647 w 969"/>
                <a:gd name="T35" fmla="*/ 0 h 664"/>
                <a:gd name="T36" fmla="*/ 2147483647 w 969"/>
                <a:gd name="T37" fmla="*/ 2147483647 h 664"/>
                <a:gd name="T38" fmla="*/ 2147483647 w 969"/>
                <a:gd name="T39" fmla="*/ 2147483647 h 664"/>
                <a:gd name="T40" fmla="*/ 2147483647 w 969"/>
                <a:gd name="T41" fmla="*/ 2147483647 h 664"/>
                <a:gd name="T42" fmla="*/ 2147483647 w 969"/>
                <a:gd name="T43" fmla="*/ 2147483647 h 664"/>
                <a:gd name="T44" fmla="*/ 2147483647 w 969"/>
                <a:gd name="T45" fmla="*/ 2147483647 h 664"/>
                <a:gd name="T46" fmla="*/ 2147483647 w 969"/>
                <a:gd name="T47" fmla="*/ 2147483647 h 664"/>
                <a:gd name="T48" fmla="*/ 2147483647 w 969"/>
                <a:gd name="T49" fmla="*/ 2147483647 h 664"/>
                <a:gd name="T50" fmla="*/ 2147483647 w 969"/>
                <a:gd name="T51" fmla="*/ 2147483647 h 664"/>
                <a:gd name="T52" fmla="*/ 2147483647 w 969"/>
                <a:gd name="T53" fmla="*/ 2147483647 h 664"/>
                <a:gd name="T54" fmla="*/ 2147483647 w 969"/>
                <a:gd name="T55" fmla="*/ 2147483647 h 664"/>
                <a:gd name="T56" fmla="*/ 2147483647 w 969"/>
                <a:gd name="T57" fmla="*/ 2147483647 h 664"/>
                <a:gd name="T58" fmla="*/ 2147483647 w 969"/>
                <a:gd name="T59" fmla="*/ 2147483647 h 664"/>
                <a:gd name="T60" fmla="*/ 2147483647 w 969"/>
                <a:gd name="T61" fmla="*/ 2147483647 h 664"/>
                <a:gd name="T62" fmla="*/ 2147483647 w 969"/>
                <a:gd name="T63" fmla="*/ 2147483647 h 664"/>
                <a:gd name="T64" fmla="*/ 2147483647 w 969"/>
                <a:gd name="T65" fmla="*/ 2147483647 h 664"/>
                <a:gd name="T66" fmla="*/ 2147483647 w 969"/>
                <a:gd name="T67" fmla="*/ 2147483647 h 664"/>
                <a:gd name="T68" fmla="*/ 2147483647 w 969"/>
                <a:gd name="T69" fmla="*/ 2147483647 h 664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969"/>
                <a:gd name="T106" fmla="*/ 0 h 664"/>
                <a:gd name="T107" fmla="*/ 969 w 969"/>
                <a:gd name="T108" fmla="*/ 664 h 664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969" h="664">
                  <a:moveTo>
                    <a:pt x="232" y="664"/>
                  </a:moveTo>
                  <a:lnTo>
                    <a:pt x="232" y="664"/>
                  </a:lnTo>
                  <a:lnTo>
                    <a:pt x="241" y="644"/>
                  </a:lnTo>
                  <a:lnTo>
                    <a:pt x="251" y="622"/>
                  </a:lnTo>
                  <a:lnTo>
                    <a:pt x="261" y="601"/>
                  </a:lnTo>
                  <a:lnTo>
                    <a:pt x="273" y="580"/>
                  </a:lnTo>
                  <a:lnTo>
                    <a:pt x="285" y="561"/>
                  </a:lnTo>
                  <a:lnTo>
                    <a:pt x="298" y="541"/>
                  </a:lnTo>
                  <a:lnTo>
                    <a:pt x="311" y="522"/>
                  </a:lnTo>
                  <a:lnTo>
                    <a:pt x="325" y="504"/>
                  </a:lnTo>
                  <a:lnTo>
                    <a:pt x="339" y="485"/>
                  </a:lnTo>
                  <a:lnTo>
                    <a:pt x="355" y="469"/>
                  </a:lnTo>
                  <a:lnTo>
                    <a:pt x="372" y="452"/>
                  </a:lnTo>
                  <a:lnTo>
                    <a:pt x="387" y="435"/>
                  </a:lnTo>
                  <a:lnTo>
                    <a:pt x="404" y="419"/>
                  </a:lnTo>
                  <a:lnTo>
                    <a:pt x="422" y="404"/>
                  </a:lnTo>
                  <a:lnTo>
                    <a:pt x="440" y="389"/>
                  </a:lnTo>
                  <a:lnTo>
                    <a:pt x="460" y="375"/>
                  </a:lnTo>
                  <a:lnTo>
                    <a:pt x="478" y="362"/>
                  </a:lnTo>
                  <a:lnTo>
                    <a:pt x="499" y="349"/>
                  </a:lnTo>
                  <a:lnTo>
                    <a:pt x="518" y="338"/>
                  </a:lnTo>
                  <a:lnTo>
                    <a:pt x="539" y="326"/>
                  </a:lnTo>
                  <a:lnTo>
                    <a:pt x="560" y="316"/>
                  </a:lnTo>
                  <a:lnTo>
                    <a:pt x="582" y="305"/>
                  </a:lnTo>
                  <a:lnTo>
                    <a:pt x="604" y="296"/>
                  </a:lnTo>
                  <a:lnTo>
                    <a:pt x="626" y="288"/>
                  </a:lnTo>
                  <a:lnTo>
                    <a:pt x="648" y="281"/>
                  </a:lnTo>
                  <a:lnTo>
                    <a:pt x="671" y="274"/>
                  </a:lnTo>
                  <a:lnTo>
                    <a:pt x="694" y="268"/>
                  </a:lnTo>
                  <a:lnTo>
                    <a:pt x="718" y="262"/>
                  </a:lnTo>
                  <a:lnTo>
                    <a:pt x="742" y="258"/>
                  </a:lnTo>
                  <a:lnTo>
                    <a:pt x="767" y="255"/>
                  </a:lnTo>
                  <a:lnTo>
                    <a:pt x="792" y="252"/>
                  </a:lnTo>
                  <a:lnTo>
                    <a:pt x="816" y="251"/>
                  </a:lnTo>
                  <a:lnTo>
                    <a:pt x="969" y="129"/>
                  </a:lnTo>
                  <a:lnTo>
                    <a:pt x="849" y="0"/>
                  </a:lnTo>
                  <a:lnTo>
                    <a:pt x="812" y="2"/>
                  </a:lnTo>
                  <a:lnTo>
                    <a:pt x="777" y="3"/>
                  </a:lnTo>
                  <a:lnTo>
                    <a:pt x="741" y="7"/>
                  </a:lnTo>
                  <a:lnTo>
                    <a:pt x="707" y="12"/>
                  </a:lnTo>
                  <a:lnTo>
                    <a:pt x="672" y="17"/>
                  </a:lnTo>
                  <a:lnTo>
                    <a:pt x="639" y="25"/>
                  </a:lnTo>
                  <a:lnTo>
                    <a:pt x="605" y="33"/>
                  </a:lnTo>
                  <a:lnTo>
                    <a:pt x="573" y="43"/>
                  </a:lnTo>
                  <a:lnTo>
                    <a:pt x="540" y="54"/>
                  </a:lnTo>
                  <a:lnTo>
                    <a:pt x="509" y="65"/>
                  </a:lnTo>
                  <a:lnTo>
                    <a:pt x="478" y="78"/>
                  </a:lnTo>
                  <a:lnTo>
                    <a:pt x="447" y="93"/>
                  </a:lnTo>
                  <a:lnTo>
                    <a:pt x="417" y="108"/>
                  </a:lnTo>
                  <a:lnTo>
                    <a:pt x="387" y="124"/>
                  </a:lnTo>
                  <a:lnTo>
                    <a:pt x="359" y="142"/>
                  </a:lnTo>
                  <a:lnTo>
                    <a:pt x="331" y="160"/>
                  </a:lnTo>
                  <a:lnTo>
                    <a:pt x="304" y="179"/>
                  </a:lnTo>
                  <a:lnTo>
                    <a:pt x="277" y="199"/>
                  </a:lnTo>
                  <a:lnTo>
                    <a:pt x="251" y="220"/>
                  </a:lnTo>
                  <a:lnTo>
                    <a:pt x="226" y="242"/>
                  </a:lnTo>
                  <a:lnTo>
                    <a:pt x="202" y="265"/>
                  </a:lnTo>
                  <a:lnTo>
                    <a:pt x="180" y="288"/>
                  </a:lnTo>
                  <a:lnTo>
                    <a:pt x="156" y="313"/>
                  </a:lnTo>
                  <a:lnTo>
                    <a:pt x="136" y="339"/>
                  </a:lnTo>
                  <a:lnTo>
                    <a:pt x="115" y="365"/>
                  </a:lnTo>
                  <a:lnTo>
                    <a:pt x="95" y="392"/>
                  </a:lnTo>
                  <a:lnTo>
                    <a:pt x="77" y="419"/>
                  </a:lnTo>
                  <a:lnTo>
                    <a:pt x="59" y="448"/>
                  </a:lnTo>
                  <a:lnTo>
                    <a:pt x="42" y="476"/>
                  </a:lnTo>
                  <a:lnTo>
                    <a:pt x="27" y="506"/>
                  </a:lnTo>
                  <a:lnTo>
                    <a:pt x="12" y="536"/>
                  </a:lnTo>
                  <a:lnTo>
                    <a:pt x="0" y="567"/>
                  </a:lnTo>
                  <a:lnTo>
                    <a:pt x="156" y="492"/>
                  </a:lnTo>
                  <a:lnTo>
                    <a:pt x="232" y="664"/>
                  </a:lnTo>
                  <a:close/>
                </a:path>
              </a:pathLst>
            </a:custGeom>
            <a:solidFill>
              <a:srgbClr val="009056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>
              <a:lvl1pPr indent="-3429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Font typeface="Calibri" panose="020F0502020204030204" pitchFamily="34" charset="0"/>
                <a:buAutoNum type="arabicPeriod"/>
              </a:pPr>
              <a:endParaRPr lang="id-ID" altLang="id-ID" sz="1100" noProof="1">
                <a:solidFill>
                  <a:schemeClr val="bg1"/>
                </a:solidFill>
                <a:latin typeface="+mn-lt"/>
              </a:endParaRPr>
            </a:p>
          </p:txBody>
        </p:sp>
        <p:sp>
          <p:nvSpPr>
            <p:cNvPr id="7" name="Freeform 257">
              <a:extLst>
                <a:ext uri="{FF2B5EF4-FFF2-40B4-BE49-F238E27FC236}">
                  <a16:creationId xmlns:a16="http://schemas.microsoft.com/office/drawing/2014/main" id="{D7A30AD2-A17B-5F4A-AABE-7D4363DBB24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0602" y="1960121"/>
              <a:ext cx="1641119" cy="1504081"/>
            </a:xfrm>
            <a:custGeom>
              <a:avLst/>
              <a:gdLst>
                <a:gd name="T0" fmla="*/ 0 w 875"/>
                <a:gd name="T1" fmla="*/ 2147483647 h 801"/>
                <a:gd name="T2" fmla="*/ 2147483647 w 875"/>
                <a:gd name="T3" fmla="*/ 2147483647 h 801"/>
                <a:gd name="T4" fmla="*/ 2147483647 w 875"/>
                <a:gd name="T5" fmla="*/ 2147483647 h 801"/>
                <a:gd name="T6" fmla="*/ 2147483647 w 875"/>
                <a:gd name="T7" fmla="*/ 2147483647 h 801"/>
                <a:gd name="T8" fmla="*/ 2147483647 w 875"/>
                <a:gd name="T9" fmla="*/ 2147483647 h 801"/>
                <a:gd name="T10" fmla="*/ 2147483647 w 875"/>
                <a:gd name="T11" fmla="*/ 2147483647 h 801"/>
                <a:gd name="T12" fmla="*/ 2147483647 w 875"/>
                <a:gd name="T13" fmla="*/ 2147483647 h 801"/>
                <a:gd name="T14" fmla="*/ 2147483647 w 875"/>
                <a:gd name="T15" fmla="*/ 2147483647 h 801"/>
                <a:gd name="T16" fmla="*/ 2147483647 w 875"/>
                <a:gd name="T17" fmla="*/ 2147483647 h 801"/>
                <a:gd name="T18" fmla="*/ 2147483647 w 875"/>
                <a:gd name="T19" fmla="*/ 2147483647 h 801"/>
                <a:gd name="T20" fmla="*/ 2147483647 w 875"/>
                <a:gd name="T21" fmla="*/ 2147483647 h 801"/>
                <a:gd name="T22" fmla="*/ 2147483647 w 875"/>
                <a:gd name="T23" fmla="*/ 2147483647 h 801"/>
                <a:gd name="T24" fmla="*/ 2147483647 w 875"/>
                <a:gd name="T25" fmla="*/ 2147483647 h 801"/>
                <a:gd name="T26" fmla="*/ 2147483647 w 875"/>
                <a:gd name="T27" fmla="*/ 2147483647 h 801"/>
                <a:gd name="T28" fmla="*/ 2147483647 w 875"/>
                <a:gd name="T29" fmla="*/ 2147483647 h 801"/>
                <a:gd name="T30" fmla="*/ 2147483647 w 875"/>
                <a:gd name="T31" fmla="*/ 2147483647 h 801"/>
                <a:gd name="T32" fmla="*/ 2147483647 w 875"/>
                <a:gd name="T33" fmla="*/ 2147483647 h 801"/>
                <a:gd name="T34" fmla="*/ 2147483647 w 875"/>
                <a:gd name="T35" fmla="*/ 2147483647 h 801"/>
                <a:gd name="T36" fmla="*/ 2147483647 w 875"/>
                <a:gd name="T37" fmla="*/ 2147483647 h 801"/>
                <a:gd name="T38" fmla="*/ 2147483647 w 875"/>
                <a:gd name="T39" fmla="*/ 2147483647 h 801"/>
                <a:gd name="T40" fmla="*/ 2147483647 w 875"/>
                <a:gd name="T41" fmla="*/ 2147483647 h 801"/>
                <a:gd name="T42" fmla="*/ 2147483647 w 875"/>
                <a:gd name="T43" fmla="*/ 2147483647 h 801"/>
                <a:gd name="T44" fmla="*/ 2147483647 w 875"/>
                <a:gd name="T45" fmla="*/ 2147483647 h 801"/>
                <a:gd name="T46" fmla="*/ 2147483647 w 875"/>
                <a:gd name="T47" fmla="*/ 2147483647 h 801"/>
                <a:gd name="T48" fmla="*/ 2147483647 w 875"/>
                <a:gd name="T49" fmla="*/ 2147483647 h 801"/>
                <a:gd name="T50" fmla="*/ 2147483647 w 875"/>
                <a:gd name="T51" fmla="*/ 2147483647 h 801"/>
                <a:gd name="T52" fmla="*/ 2147483647 w 875"/>
                <a:gd name="T53" fmla="*/ 2147483647 h 801"/>
                <a:gd name="T54" fmla="*/ 2147483647 w 875"/>
                <a:gd name="T55" fmla="*/ 2147483647 h 801"/>
                <a:gd name="T56" fmla="*/ 2147483647 w 875"/>
                <a:gd name="T57" fmla="*/ 2147483647 h 801"/>
                <a:gd name="T58" fmla="*/ 2147483647 w 875"/>
                <a:gd name="T59" fmla="*/ 2147483647 h 801"/>
                <a:gd name="T60" fmla="*/ 2147483647 w 875"/>
                <a:gd name="T61" fmla="*/ 2147483647 h 801"/>
                <a:gd name="T62" fmla="*/ 2147483647 w 875"/>
                <a:gd name="T63" fmla="*/ 2147483647 h 801"/>
                <a:gd name="T64" fmla="*/ 2147483647 w 875"/>
                <a:gd name="T65" fmla="*/ 2147483647 h 801"/>
                <a:gd name="T66" fmla="*/ 2147483647 w 875"/>
                <a:gd name="T67" fmla="*/ 2147483647 h 801"/>
                <a:gd name="T68" fmla="*/ 2147483647 w 875"/>
                <a:gd name="T69" fmla="*/ 2147483647 h 801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875"/>
                <a:gd name="T106" fmla="*/ 0 h 801"/>
                <a:gd name="T107" fmla="*/ 875 w 875"/>
                <a:gd name="T108" fmla="*/ 801 h 801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875" h="801">
                  <a:moveTo>
                    <a:pt x="0" y="249"/>
                  </a:moveTo>
                  <a:lnTo>
                    <a:pt x="0" y="249"/>
                  </a:lnTo>
                  <a:lnTo>
                    <a:pt x="26" y="249"/>
                  </a:lnTo>
                  <a:lnTo>
                    <a:pt x="53" y="251"/>
                  </a:lnTo>
                  <a:lnTo>
                    <a:pt x="79" y="254"/>
                  </a:lnTo>
                  <a:lnTo>
                    <a:pt x="105" y="258"/>
                  </a:lnTo>
                  <a:lnTo>
                    <a:pt x="131" y="262"/>
                  </a:lnTo>
                  <a:lnTo>
                    <a:pt x="156" y="268"/>
                  </a:lnTo>
                  <a:lnTo>
                    <a:pt x="180" y="275"/>
                  </a:lnTo>
                  <a:lnTo>
                    <a:pt x="205" y="282"/>
                  </a:lnTo>
                  <a:lnTo>
                    <a:pt x="228" y="290"/>
                  </a:lnTo>
                  <a:lnTo>
                    <a:pt x="253" y="299"/>
                  </a:lnTo>
                  <a:lnTo>
                    <a:pt x="275" y="310"/>
                  </a:lnTo>
                  <a:lnTo>
                    <a:pt x="298" y="320"/>
                  </a:lnTo>
                  <a:lnTo>
                    <a:pt x="320" y="333"/>
                  </a:lnTo>
                  <a:lnTo>
                    <a:pt x="341" y="345"/>
                  </a:lnTo>
                  <a:lnTo>
                    <a:pt x="363" y="359"/>
                  </a:lnTo>
                  <a:lnTo>
                    <a:pt x="384" y="372"/>
                  </a:lnTo>
                  <a:lnTo>
                    <a:pt x="403" y="387"/>
                  </a:lnTo>
                  <a:lnTo>
                    <a:pt x="423" y="403"/>
                  </a:lnTo>
                  <a:lnTo>
                    <a:pt x="441" y="419"/>
                  </a:lnTo>
                  <a:lnTo>
                    <a:pt x="459" y="435"/>
                  </a:lnTo>
                  <a:lnTo>
                    <a:pt x="477" y="454"/>
                  </a:lnTo>
                  <a:lnTo>
                    <a:pt x="494" y="472"/>
                  </a:lnTo>
                  <a:lnTo>
                    <a:pt x="510" y="491"/>
                  </a:lnTo>
                  <a:lnTo>
                    <a:pt x="525" y="511"/>
                  </a:lnTo>
                  <a:lnTo>
                    <a:pt x="540" y="530"/>
                  </a:lnTo>
                  <a:lnTo>
                    <a:pt x="554" y="551"/>
                  </a:lnTo>
                  <a:lnTo>
                    <a:pt x="567" y="572"/>
                  </a:lnTo>
                  <a:lnTo>
                    <a:pt x="580" y="594"/>
                  </a:lnTo>
                  <a:lnTo>
                    <a:pt x="591" y="616"/>
                  </a:lnTo>
                  <a:lnTo>
                    <a:pt x="602" y="638"/>
                  </a:lnTo>
                  <a:lnTo>
                    <a:pt x="611" y="661"/>
                  </a:lnTo>
                  <a:lnTo>
                    <a:pt x="620" y="684"/>
                  </a:lnTo>
                  <a:lnTo>
                    <a:pt x="778" y="801"/>
                  </a:lnTo>
                  <a:lnTo>
                    <a:pt x="875" y="652"/>
                  </a:lnTo>
                  <a:lnTo>
                    <a:pt x="864" y="618"/>
                  </a:lnTo>
                  <a:lnTo>
                    <a:pt x="852" y="584"/>
                  </a:lnTo>
                  <a:lnTo>
                    <a:pt x="839" y="552"/>
                  </a:lnTo>
                  <a:lnTo>
                    <a:pt x="823" y="520"/>
                  </a:lnTo>
                  <a:lnTo>
                    <a:pt x="808" y="487"/>
                  </a:lnTo>
                  <a:lnTo>
                    <a:pt x="791" y="457"/>
                  </a:lnTo>
                  <a:lnTo>
                    <a:pt x="773" y="426"/>
                  </a:lnTo>
                  <a:lnTo>
                    <a:pt x="753" y="398"/>
                  </a:lnTo>
                  <a:lnTo>
                    <a:pt x="733" y="369"/>
                  </a:lnTo>
                  <a:lnTo>
                    <a:pt x="712" y="341"/>
                  </a:lnTo>
                  <a:lnTo>
                    <a:pt x="689" y="314"/>
                  </a:lnTo>
                  <a:lnTo>
                    <a:pt x="665" y="288"/>
                  </a:lnTo>
                  <a:lnTo>
                    <a:pt x="641" y="263"/>
                  </a:lnTo>
                  <a:lnTo>
                    <a:pt x="616" y="238"/>
                  </a:lnTo>
                  <a:lnTo>
                    <a:pt x="589" y="215"/>
                  </a:lnTo>
                  <a:lnTo>
                    <a:pt x="562" y="193"/>
                  </a:lnTo>
                  <a:lnTo>
                    <a:pt x="534" y="172"/>
                  </a:lnTo>
                  <a:lnTo>
                    <a:pt x="505" y="153"/>
                  </a:lnTo>
                  <a:lnTo>
                    <a:pt x="475" y="133"/>
                  </a:lnTo>
                  <a:lnTo>
                    <a:pt x="445" y="115"/>
                  </a:lnTo>
                  <a:lnTo>
                    <a:pt x="412" y="98"/>
                  </a:lnTo>
                  <a:lnTo>
                    <a:pt x="381" y="83"/>
                  </a:lnTo>
                  <a:lnTo>
                    <a:pt x="348" y="69"/>
                  </a:lnTo>
                  <a:lnTo>
                    <a:pt x="315" y="56"/>
                  </a:lnTo>
                  <a:lnTo>
                    <a:pt x="280" y="44"/>
                  </a:lnTo>
                  <a:lnTo>
                    <a:pt x="247" y="33"/>
                  </a:lnTo>
                  <a:lnTo>
                    <a:pt x="212" y="24"/>
                  </a:lnTo>
                  <a:lnTo>
                    <a:pt x="175" y="17"/>
                  </a:lnTo>
                  <a:lnTo>
                    <a:pt x="139" y="10"/>
                  </a:lnTo>
                  <a:lnTo>
                    <a:pt x="103" y="5"/>
                  </a:lnTo>
                  <a:lnTo>
                    <a:pt x="65" y="1"/>
                  </a:lnTo>
                  <a:lnTo>
                    <a:pt x="27" y="0"/>
                  </a:lnTo>
                  <a:lnTo>
                    <a:pt x="149" y="128"/>
                  </a:lnTo>
                  <a:lnTo>
                    <a:pt x="0" y="249"/>
                  </a:lnTo>
                  <a:close/>
                </a:path>
              </a:pathLst>
            </a:custGeom>
            <a:solidFill>
              <a:srgbClr val="9AE99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>
              <a:lvl1pPr indent="-3429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/>
              <a:endParaRPr lang="id-ID" altLang="id-ID" sz="1100" noProof="1">
                <a:solidFill>
                  <a:srgbClr val="FFFFFF"/>
                </a:solidFill>
                <a:latin typeface="+mn-lt"/>
              </a:endParaRPr>
            </a:p>
          </p:txBody>
        </p:sp>
        <p:sp>
          <p:nvSpPr>
            <p:cNvPr id="8" name="Freeform 258">
              <a:extLst>
                <a:ext uri="{FF2B5EF4-FFF2-40B4-BE49-F238E27FC236}">
                  <a16:creationId xmlns:a16="http://schemas.microsoft.com/office/drawing/2014/main" id="{3A9DD959-CDE3-0044-97DA-690F56C3FF70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9273" y="3243603"/>
              <a:ext cx="969296" cy="1731364"/>
            </a:xfrm>
            <a:custGeom>
              <a:avLst/>
              <a:gdLst>
                <a:gd name="T0" fmla="*/ 2147483647 w 516"/>
                <a:gd name="T1" fmla="*/ 2147483647 h 922"/>
                <a:gd name="T2" fmla="*/ 2147483647 w 516"/>
                <a:gd name="T3" fmla="*/ 2147483647 h 922"/>
                <a:gd name="T4" fmla="*/ 2147483647 w 516"/>
                <a:gd name="T5" fmla="*/ 2147483647 h 922"/>
                <a:gd name="T6" fmla="*/ 2147483647 w 516"/>
                <a:gd name="T7" fmla="*/ 2147483647 h 922"/>
                <a:gd name="T8" fmla="*/ 2147483647 w 516"/>
                <a:gd name="T9" fmla="*/ 2147483647 h 922"/>
                <a:gd name="T10" fmla="*/ 2147483647 w 516"/>
                <a:gd name="T11" fmla="*/ 2147483647 h 922"/>
                <a:gd name="T12" fmla="*/ 2147483647 w 516"/>
                <a:gd name="T13" fmla="*/ 2147483647 h 922"/>
                <a:gd name="T14" fmla="*/ 2147483647 w 516"/>
                <a:gd name="T15" fmla="*/ 2147483647 h 922"/>
                <a:gd name="T16" fmla="*/ 2147483647 w 516"/>
                <a:gd name="T17" fmla="*/ 2147483647 h 922"/>
                <a:gd name="T18" fmla="*/ 2147483647 w 516"/>
                <a:gd name="T19" fmla="*/ 0 h 922"/>
                <a:gd name="T20" fmla="*/ 2147483647 w 516"/>
                <a:gd name="T21" fmla="*/ 2147483647 h 922"/>
                <a:gd name="T22" fmla="*/ 2147483647 w 516"/>
                <a:gd name="T23" fmla="*/ 2147483647 h 922"/>
                <a:gd name="T24" fmla="*/ 2147483647 w 516"/>
                <a:gd name="T25" fmla="*/ 2147483647 h 922"/>
                <a:gd name="T26" fmla="*/ 2147483647 w 516"/>
                <a:gd name="T27" fmla="*/ 2147483647 h 922"/>
                <a:gd name="T28" fmla="*/ 2147483647 w 516"/>
                <a:gd name="T29" fmla="*/ 2147483647 h 922"/>
                <a:gd name="T30" fmla="*/ 2147483647 w 516"/>
                <a:gd name="T31" fmla="*/ 2147483647 h 922"/>
                <a:gd name="T32" fmla="*/ 2147483647 w 516"/>
                <a:gd name="T33" fmla="*/ 2147483647 h 922"/>
                <a:gd name="T34" fmla="*/ 2147483647 w 516"/>
                <a:gd name="T35" fmla="*/ 2147483647 h 922"/>
                <a:gd name="T36" fmla="*/ 2147483647 w 516"/>
                <a:gd name="T37" fmla="*/ 2147483647 h 922"/>
                <a:gd name="T38" fmla="*/ 2147483647 w 516"/>
                <a:gd name="T39" fmla="*/ 2147483647 h 922"/>
                <a:gd name="T40" fmla="*/ 2147483647 w 516"/>
                <a:gd name="T41" fmla="*/ 2147483647 h 922"/>
                <a:gd name="T42" fmla="*/ 2147483647 w 516"/>
                <a:gd name="T43" fmla="*/ 2147483647 h 922"/>
                <a:gd name="T44" fmla="*/ 2147483647 w 516"/>
                <a:gd name="T45" fmla="*/ 2147483647 h 922"/>
                <a:gd name="T46" fmla="*/ 2147483647 w 516"/>
                <a:gd name="T47" fmla="*/ 2147483647 h 922"/>
                <a:gd name="T48" fmla="*/ 2147483647 w 516"/>
                <a:gd name="T49" fmla="*/ 2147483647 h 922"/>
                <a:gd name="T50" fmla="*/ 2147483647 w 516"/>
                <a:gd name="T51" fmla="*/ 2147483647 h 922"/>
                <a:gd name="T52" fmla="*/ 2147483647 w 516"/>
                <a:gd name="T53" fmla="*/ 2147483647 h 922"/>
                <a:gd name="T54" fmla="*/ 2147483647 w 516"/>
                <a:gd name="T55" fmla="*/ 2147483647 h 922"/>
                <a:gd name="T56" fmla="*/ 2147483647 w 516"/>
                <a:gd name="T57" fmla="*/ 2147483647 h 922"/>
                <a:gd name="T58" fmla="*/ 2147483647 w 516"/>
                <a:gd name="T59" fmla="*/ 2147483647 h 922"/>
                <a:gd name="T60" fmla="*/ 2147483647 w 516"/>
                <a:gd name="T61" fmla="*/ 2147483647 h 922"/>
                <a:gd name="T62" fmla="*/ 2147483647 w 516"/>
                <a:gd name="T63" fmla="*/ 2147483647 h 922"/>
                <a:gd name="T64" fmla="*/ 2147483647 w 516"/>
                <a:gd name="T65" fmla="*/ 2147483647 h 922"/>
                <a:gd name="T66" fmla="*/ 2147483647 w 516"/>
                <a:gd name="T67" fmla="*/ 2147483647 h 922"/>
                <a:gd name="T68" fmla="*/ 2147483647 w 516"/>
                <a:gd name="T69" fmla="*/ 2147483647 h 922"/>
                <a:gd name="T70" fmla="*/ 2147483647 w 516"/>
                <a:gd name="T71" fmla="*/ 2147483647 h 922"/>
                <a:gd name="T72" fmla="*/ 2147483647 w 516"/>
                <a:gd name="T73" fmla="*/ 2147483647 h 922"/>
                <a:gd name="T74" fmla="*/ 2147483647 w 516"/>
                <a:gd name="T75" fmla="*/ 2147483647 h 922"/>
                <a:gd name="T76" fmla="*/ 0 w 516"/>
                <a:gd name="T77" fmla="*/ 2147483647 h 922"/>
                <a:gd name="T78" fmla="*/ 2147483647 w 516"/>
                <a:gd name="T79" fmla="*/ 2147483647 h 922"/>
                <a:gd name="T80" fmla="*/ 2147483647 w 516"/>
                <a:gd name="T81" fmla="*/ 2147483647 h 922"/>
                <a:gd name="T82" fmla="*/ 2147483647 w 516"/>
                <a:gd name="T83" fmla="*/ 2147483647 h 922"/>
                <a:gd name="T84" fmla="*/ 2147483647 w 516"/>
                <a:gd name="T85" fmla="*/ 2147483647 h 922"/>
                <a:gd name="T86" fmla="*/ 2147483647 w 516"/>
                <a:gd name="T87" fmla="*/ 2147483647 h 922"/>
                <a:gd name="T88" fmla="*/ 2147483647 w 516"/>
                <a:gd name="T89" fmla="*/ 2147483647 h 922"/>
                <a:gd name="T90" fmla="*/ 2147483647 w 516"/>
                <a:gd name="T91" fmla="*/ 2147483647 h 922"/>
                <a:gd name="T92" fmla="*/ 2147483647 w 516"/>
                <a:gd name="T93" fmla="*/ 2147483647 h 922"/>
                <a:gd name="T94" fmla="*/ 2147483647 w 516"/>
                <a:gd name="T95" fmla="*/ 2147483647 h 922"/>
                <a:gd name="T96" fmla="*/ 2147483647 w 516"/>
                <a:gd name="T97" fmla="*/ 2147483647 h 922"/>
                <a:gd name="T98" fmla="*/ 2147483647 w 516"/>
                <a:gd name="T99" fmla="*/ 2147483647 h 922"/>
                <a:gd name="T100" fmla="*/ 2147483647 w 516"/>
                <a:gd name="T101" fmla="*/ 2147483647 h 922"/>
                <a:gd name="T102" fmla="*/ 2147483647 w 516"/>
                <a:gd name="T103" fmla="*/ 2147483647 h 922"/>
                <a:gd name="T104" fmla="*/ 2147483647 w 516"/>
                <a:gd name="T105" fmla="*/ 2147483647 h 922"/>
                <a:gd name="T106" fmla="*/ 2147483647 w 516"/>
                <a:gd name="T107" fmla="*/ 2147483647 h 922"/>
                <a:gd name="T108" fmla="*/ 2147483647 w 516"/>
                <a:gd name="T109" fmla="*/ 2147483647 h 922"/>
                <a:gd name="T110" fmla="*/ 2147483647 w 516"/>
                <a:gd name="T111" fmla="*/ 2147483647 h 922"/>
                <a:gd name="T112" fmla="*/ 2147483647 w 516"/>
                <a:gd name="T113" fmla="*/ 2147483647 h 922"/>
                <a:gd name="T114" fmla="*/ 2147483647 w 516"/>
                <a:gd name="T115" fmla="*/ 2147483647 h 922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w 516"/>
                <a:gd name="T175" fmla="*/ 0 h 922"/>
                <a:gd name="T176" fmla="*/ 516 w 516"/>
                <a:gd name="T177" fmla="*/ 922 h 922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T174" t="T175" r="T176" b="T177"/>
              <a:pathLst>
                <a:path w="516" h="922">
                  <a:moveTo>
                    <a:pt x="516" y="221"/>
                  </a:moveTo>
                  <a:lnTo>
                    <a:pt x="516" y="221"/>
                  </a:lnTo>
                  <a:lnTo>
                    <a:pt x="516" y="192"/>
                  </a:lnTo>
                  <a:lnTo>
                    <a:pt x="515" y="164"/>
                  </a:lnTo>
                  <a:lnTo>
                    <a:pt x="512" y="136"/>
                  </a:lnTo>
                  <a:lnTo>
                    <a:pt x="510" y="108"/>
                  </a:lnTo>
                  <a:lnTo>
                    <a:pt x="506" y="81"/>
                  </a:lnTo>
                  <a:lnTo>
                    <a:pt x="501" y="53"/>
                  </a:lnTo>
                  <a:lnTo>
                    <a:pt x="496" y="26"/>
                  </a:lnTo>
                  <a:lnTo>
                    <a:pt x="489" y="0"/>
                  </a:lnTo>
                  <a:lnTo>
                    <a:pt x="391" y="152"/>
                  </a:lnTo>
                  <a:lnTo>
                    <a:pt x="239" y="39"/>
                  </a:lnTo>
                  <a:lnTo>
                    <a:pt x="245" y="61"/>
                  </a:lnTo>
                  <a:lnTo>
                    <a:pt x="251" y="83"/>
                  </a:lnTo>
                  <a:lnTo>
                    <a:pt x="254" y="105"/>
                  </a:lnTo>
                  <a:lnTo>
                    <a:pt x="258" y="129"/>
                  </a:lnTo>
                  <a:lnTo>
                    <a:pt x="261" y="151"/>
                  </a:lnTo>
                  <a:lnTo>
                    <a:pt x="264" y="174"/>
                  </a:lnTo>
                  <a:lnTo>
                    <a:pt x="265" y="197"/>
                  </a:lnTo>
                  <a:lnTo>
                    <a:pt x="265" y="221"/>
                  </a:lnTo>
                  <a:lnTo>
                    <a:pt x="264" y="258"/>
                  </a:lnTo>
                  <a:lnTo>
                    <a:pt x="261" y="295"/>
                  </a:lnTo>
                  <a:lnTo>
                    <a:pt x="256" y="331"/>
                  </a:lnTo>
                  <a:lnTo>
                    <a:pt x="249" y="366"/>
                  </a:lnTo>
                  <a:lnTo>
                    <a:pt x="240" y="400"/>
                  </a:lnTo>
                  <a:lnTo>
                    <a:pt x="228" y="433"/>
                  </a:lnTo>
                  <a:lnTo>
                    <a:pt x="217" y="467"/>
                  </a:lnTo>
                  <a:lnTo>
                    <a:pt x="203" y="499"/>
                  </a:lnTo>
                  <a:lnTo>
                    <a:pt x="187" y="531"/>
                  </a:lnTo>
                  <a:lnTo>
                    <a:pt x="169" y="560"/>
                  </a:lnTo>
                  <a:lnTo>
                    <a:pt x="151" y="590"/>
                  </a:lnTo>
                  <a:lnTo>
                    <a:pt x="130" y="617"/>
                  </a:lnTo>
                  <a:lnTo>
                    <a:pt x="108" y="645"/>
                  </a:lnTo>
                  <a:lnTo>
                    <a:pt x="85" y="671"/>
                  </a:lnTo>
                  <a:lnTo>
                    <a:pt x="60" y="695"/>
                  </a:lnTo>
                  <a:lnTo>
                    <a:pt x="34" y="719"/>
                  </a:lnTo>
                  <a:lnTo>
                    <a:pt x="0" y="899"/>
                  </a:lnTo>
                  <a:lnTo>
                    <a:pt x="181" y="922"/>
                  </a:lnTo>
                  <a:lnTo>
                    <a:pt x="218" y="890"/>
                  </a:lnTo>
                  <a:lnTo>
                    <a:pt x="254" y="856"/>
                  </a:lnTo>
                  <a:lnTo>
                    <a:pt x="288" y="820"/>
                  </a:lnTo>
                  <a:lnTo>
                    <a:pt x="319" y="782"/>
                  </a:lnTo>
                  <a:lnTo>
                    <a:pt x="349" y="743"/>
                  </a:lnTo>
                  <a:lnTo>
                    <a:pt x="378" y="702"/>
                  </a:lnTo>
                  <a:lnTo>
                    <a:pt x="402" y="659"/>
                  </a:lnTo>
                  <a:lnTo>
                    <a:pt x="426" y="615"/>
                  </a:lnTo>
                  <a:lnTo>
                    <a:pt x="446" y="569"/>
                  </a:lnTo>
                  <a:lnTo>
                    <a:pt x="464" y="523"/>
                  </a:lnTo>
                  <a:lnTo>
                    <a:pt x="480" y="475"/>
                  </a:lnTo>
                  <a:lnTo>
                    <a:pt x="493" y="427"/>
                  </a:lnTo>
                  <a:lnTo>
                    <a:pt x="503" y="376"/>
                  </a:lnTo>
                  <a:lnTo>
                    <a:pt x="511" y="326"/>
                  </a:lnTo>
                  <a:lnTo>
                    <a:pt x="515" y="274"/>
                  </a:lnTo>
                  <a:lnTo>
                    <a:pt x="516" y="221"/>
                  </a:lnTo>
                  <a:close/>
                </a:path>
              </a:pathLst>
            </a:custGeom>
            <a:solidFill>
              <a:srgbClr val="6EDAA8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>
              <a:lvl1pPr indent="-3429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Font typeface="Calibri" panose="020F0502020204030204" pitchFamily="34" charset="0"/>
                <a:buAutoNum type="arabicPeriod"/>
              </a:pPr>
              <a:endParaRPr lang="id-ID" altLang="id-ID" sz="1100" noProof="1">
                <a:solidFill>
                  <a:srgbClr val="FFFFFF"/>
                </a:solidFill>
                <a:latin typeface="+mn-lt"/>
              </a:endParaRPr>
            </a:p>
          </p:txBody>
        </p:sp>
        <p:sp>
          <p:nvSpPr>
            <p:cNvPr id="9" name="Freeform 259">
              <a:extLst>
                <a:ext uri="{FF2B5EF4-FFF2-40B4-BE49-F238E27FC236}">
                  <a16:creationId xmlns:a16="http://schemas.microsoft.com/office/drawing/2014/main" id="{98721CC8-ACE3-4D4F-93F6-47652628E235}"/>
                </a:ext>
              </a:extLst>
            </p:cNvPr>
            <p:cNvSpPr>
              <a:spLocks/>
            </p:cNvSpPr>
            <p:nvPr/>
          </p:nvSpPr>
          <p:spPr bwMode="auto">
            <a:xfrm>
              <a:off x="1460897" y="4636270"/>
              <a:ext cx="2145822" cy="723073"/>
            </a:xfrm>
            <a:custGeom>
              <a:avLst/>
              <a:gdLst>
                <a:gd name="T0" fmla="*/ 2147483647 w 1143"/>
                <a:gd name="T1" fmla="*/ 0 h 385"/>
                <a:gd name="T2" fmla="*/ 2147483647 w 1143"/>
                <a:gd name="T3" fmla="*/ 2147483647 h 385"/>
                <a:gd name="T4" fmla="*/ 2147483647 w 1143"/>
                <a:gd name="T5" fmla="*/ 2147483647 h 385"/>
                <a:gd name="T6" fmla="*/ 2147483647 w 1143"/>
                <a:gd name="T7" fmla="*/ 2147483647 h 385"/>
                <a:gd name="T8" fmla="*/ 2147483647 w 1143"/>
                <a:gd name="T9" fmla="*/ 2147483647 h 385"/>
                <a:gd name="T10" fmla="*/ 2147483647 w 1143"/>
                <a:gd name="T11" fmla="*/ 2147483647 h 385"/>
                <a:gd name="T12" fmla="*/ 2147483647 w 1143"/>
                <a:gd name="T13" fmla="*/ 2147483647 h 385"/>
                <a:gd name="T14" fmla="*/ 2147483647 w 1143"/>
                <a:gd name="T15" fmla="*/ 2147483647 h 385"/>
                <a:gd name="T16" fmla="*/ 2147483647 w 1143"/>
                <a:gd name="T17" fmla="*/ 2147483647 h 385"/>
                <a:gd name="T18" fmla="*/ 2147483647 w 1143"/>
                <a:gd name="T19" fmla="*/ 2147483647 h 385"/>
                <a:gd name="T20" fmla="*/ 2147483647 w 1143"/>
                <a:gd name="T21" fmla="*/ 2147483647 h 385"/>
                <a:gd name="T22" fmla="*/ 2147483647 w 1143"/>
                <a:gd name="T23" fmla="*/ 2147483647 h 385"/>
                <a:gd name="T24" fmla="*/ 2147483647 w 1143"/>
                <a:gd name="T25" fmla="*/ 2147483647 h 385"/>
                <a:gd name="T26" fmla="*/ 2147483647 w 1143"/>
                <a:gd name="T27" fmla="*/ 2147483647 h 385"/>
                <a:gd name="T28" fmla="*/ 2147483647 w 1143"/>
                <a:gd name="T29" fmla="*/ 2147483647 h 385"/>
                <a:gd name="T30" fmla="*/ 2147483647 w 1143"/>
                <a:gd name="T31" fmla="*/ 2147483647 h 385"/>
                <a:gd name="T32" fmla="*/ 2147483647 w 1143"/>
                <a:gd name="T33" fmla="*/ 2147483647 h 385"/>
                <a:gd name="T34" fmla="*/ 0 w 1143"/>
                <a:gd name="T35" fmla="*/ 2147483647 h 385"/>
                <a:gd name="T36" fmla="*/ 2147483647 w 1143"/>
                <a:gd name="T37" fmla="*/ 2147483647 h 385"/>
                <a:gd name="T38" fmla="*/ 2147483647 w 1143"/>
                <a:gd name="T39" fmla="*/ 2147483647 h 385"/>
                <a:gd name="T40" fmla="*/ 2147483647 w 1143"/>
                <a:gd name="T41" fmla="*/ 2147483647 h 385"/>
                <a:gd name="T42" fmla="*/ 2147483647 w 1143"/>
                <a:gd name="T43" fmla="*/ 2147483647 h 385"/>
                <a:gd name="T44" fmla="*/ 2147483647 w 1143"/>
                <a:gd name="T45" fmla="*/ 2147483647 h 385"/>
                <a:gd name="T46" fmla="*/ 2147483647 w 1143"/>
                <a:gd name="T47" fmla="*/ 2147483647 h 385"/>
                <a:gd name="T48" fmla="*/ 2147483647 w 1143"/>
                <a:gd name="T49" fmla="*/ 2147483647 h 385"/>
                <a:gd name="T50" fmla="*/ 2147483647 w 1143"/>
                <a:gd name="T51" fmla="*/ 2147483647 h 385"/>
                <a:gd name="T52" fmla="*/ 2147483647 w 1143"/>
                <a:gd name="T53" fmla="*/ 2147483647 h 385"/>
                <a:gd name="T54" fmla="*/ 2147483647 w 1143"/>
                <a:gd name="T55" fmla="*/ 2147483647 h 385"/>
                <a:gd name="T56" fmla="*/ 2147483647 w 1143"/>
                <a:gd name="T57" fmla="*/ 2147483647 h 385"/>
                <a:gd name="T58" fmla="*/ 2147483647 w 1143"/>
                <a:gd name="T59" fmla="*/ 2147483647 h 385"/>
                <a:gd name="T60" fmla="*/ 2147483647 w 1143"/>
                <a:gd name="T61" fmla="*/ 2147483647 h 385"/>
                <a:gd name="T62" fmla="*/ 2147483647 w 1143"/>
                <a:gd name="T63" fmla="*/ 2147483647 h 385"/>
                <a:gd name="T64" fmla="*/ 2147483647 w 1143"/>
                <a:gd name="T65" fmla="*/ 2147483647 h 385"/>
                <a:gd name="T66" fmla="*/ 2147483647 w 1143"/>
                <a:gd name="T67" fmla="*/ 2147483647 h 385"/>
                <a:gd name="T68" fmla="*/ 2147483647 w 1143"/>
                <a:gd name="T69" fmla="*/ 2147483647 h 385"/>
                <a:gd name="T70" fmla="*/ 2147483647 w 1143"/>
                <a:gd name="T71" fmla="*/ 2147483647 h 385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1143"/>
                <a:gd name="T109" fmla="*/ 0 h 385"/>
                <a:gd name="T110" fmla="*/ 1143 w 1143"/>
                <a:gd name="T111" fmla="*/ 385 h 385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1143" h="385">
                  <a:moveTo>
                    <a:pt x="996" y="0"/>
                  </a:moveTo>
                  <a:lnTo>
                    <a:pt x="996" y="0"/>
                  </a:lnTo>
                  <a:lnTo>
                    <a:pt x="975" y="15"/>
                  </a:lnTo>
                  <a:lnTo>
                    <a:pt x="953" y="30"/>
                  </a:lnTo>
                  <a:lnTo>
                    <a:pt x="929" y="44"/>
                  </a:lnTo>
                  <a:lnTo>
                    <a:pt x="906" y="57"/>
                  </a:lnTo>
                  <a:lnTo>
                    <a:pt x="883" y="69"/>
                  </a:lnTo>
                  <a:lnTo>
                    <a:pt x="858" y="80"/>
                  </a:lnTo>
                  <a:lnTo>
                    <a:pt x="833" y="91"/>
                  </a:lnTo>
                  <a:lnTo>
                    <a:pt x="808" y="100"/>
                  </a:lnTo>
                  <a:lnTo>
                    <a:pt x="783" y="108"/>
                  </a:lnTo>
                  <a:lnTo>
                    <a:pt x="756" y="115"/>
                  </a:lnTo>
                  <a:lnTo>
                    <a:pt x="730" y="122"/>
                  </a:lnTo>
                  <a:lnTo>
                    <a:pt x="702" y="127"/>
                  </a:lnTo>
                  <a:lnTo>
                    <a:pt x="675" y="131"/>
                  </a:lnTo>
                  <a:lnTo>
                    <a:pt x="647" y="133"/>
                  </a:lnTo>
                  <a:lnTo>
                    <a:pt x="618" y="136"/>
                  </a:lnTo>
                  <a:lnTo>
                    <a:pt x="590" y="136"/>
                  </a:lnTo>
                  <a:lnTo>
                    <a:pt x="562" y="136"/>
                  </a:lnTo>
                  <a:lnTo>
                    <a:pt x="534" y="133"/>
                  </a:lnTo>
                  <a:lnTo>
                    <a:pt x="507" y="131"/>
                  </a:lnTo>
                  <a:lnTo>
                    <a:pt x="480" y="127"/>
                  </a:lnTo>
                  <a:lnTo>
                    <a:pt x="454" y="122"/>
                  </a:lnTo>
                  <a:lnTo>
                    <a:pt x="426" y="115"/>
                  </a:lnTo>
                  <a:lnTo>
                    <a:pt x="400" y="109"/>
                  </a:lnTo>
                  <a:lnTo>
                    <a:pt x="374" y="101"/>
                  </a:lnTo>
                  <a:lnTo>
                    <a:pt x="350" y="92"/>
                  </a:lnTo>
                  <a:lnTo>
                    <a:pt x="325" y="82"/>
                  </a:lnTo>
                  <a:lnTo>
                    <a:pt x="302" y="71"/>
                  </a:lnTo>
                  <a:lnTo>
                    <a:pt x="277" y="58"/>
                  </a:lnTo>
                  <a:lnTo>
                    <a:pt x="255" y="47"/>
                  </a:lnTo>
                  <a:lnTo>
                    <a:pt x="232" y="32"/>
                  </a:lnTo>
                  <a:lnTo>
                    <a:pt x="211" y="18"/>
                  </a:lnTo>
                  <a:lnTo>
                    <a:pt x="189" y="3"/>
                  </a:lnTo>
                  <a:lnTo>
                    <a:pt x="0" y="26"/>
                  </a:lnTo>
                  <a:lnTo>
                    <a:pt x="27" y="193"/>
                  </a:lnTo>
                  <a:lnTo>
                    <a:pt x="56" y="215"/>
                  </a:lnTo>
                  <a:lnTo>
                    <a:pt x="87" y="236"/>
                  </a:lnTo>
                  <a:lnTo>
                    <a:pt x="118" y="255"/>
                  </a:lnTo>
                  <a:lnTo>
                    <a:pt x="150" y="273"/>
                  </a:lnTo>
                  <a:lnTo>
                    <a:pt x="184" y="292"/>
                  </a:lnTo>
                  <a:lnTo>
                    <a:pt x="218" y="307"/>
                  </a:lnTo>
                  <a:lnTo>
                    <a:pt x="251" y="321"/>
                  </a:lnTo>
                  <a:lnTo>
                    <a:pt x="286" y="334"/>
                  </a:lnTo>
                  <a:lnTo>
                    <a:pt x="323" y="346"/>
                  </a:lnTo>
                  <a:lnTo>
                    <a:pt x="359" y="356"/>
                  </a:lnTo>
                  <a:lnTo>
                    <a:pt x="397" y="366"/>
                  </a:lnTo>
                  <a:lnTo>
                    <a:pt x="434" y="372"/>
                  </a:lnTo>
                  <a:lnTo>
                    <a:pt x="473" y="377"/>
                  </a:lnTo>
                  <a:lnTo>
                    <a:pt x="512" y="382"/>
                  </a:lnTo>
                  <a:lnTo>
                    <a:pt x="551" y="385"/>
                  </a:lnTo>
                  <a:lnTo>
                    <a:pt x="590" y="385"/>
                  </a:lnTo>
                  <a:lnTo>
                    <a:pt x="629" y="385"/>
                  </a:lnTo>
                  <a:lnTo>
                    <a:pt x="667" y="382"/>
                  </a:lnTo>
                  <a:lnTo>
                    <a:pt x="705" y="378"/>
                  </a:lnTo>
                  <a:lnTo>
                    <a:pt x="743" y="373"/>
                  </a:lnTo>
                  <a:lnTo>
                    <a:pt x="780" y="366"/>
                  </a:lnTo>
                  <a:lnTo>
                    <a:pt x="817" y="358"/>
                  </a:lnTo>
                  <a:lnTo>
                    <a:pt x="852" y="347"/>
                  </a:lnTo>
                  <a:lnTo>
                    <a:pt x="887" y="337"/>
                  </a:lnTo>
                  <a:lnTo>
                    <a:pt x="922" y="324"/>
                  </a:lnTo>
                  <a:lnTo>
                    <a:pt x="955" y="310"/>
                  </a:lnTo>
                  <a:lnTo>
                    <a:pt x="989" y="296"/>
                  </a:lnTo>
                  <a:lnTo>
                    <a:pt x="1021" y="279"/>
                  </a:lnTo>
                  <a:lnTo>
                    <a:pt x="1054" y="262"/>
                  </a:lnTo>
                  <a:lnTo>
                    <a:pt x="1084" y="242"/>
                  </a:lnTo>
                  <a:lnTo>
                    <a:pt x="1115" y="223"/>
                  </a:lnTo>
                  <a:lnTo>
                    <a:pt x="1143" y="201"/>
                  </a:lnTo>
                  <a:lnTo>
                    <a:pt x="962" y="178"/>
                  </a:lnTo>
                  <a:lnTo>
                    <a:pt x="996" y="0"/>
                  </a:lnTo>
                  <a:close/>
                </a:path>
              </a:pathLst>
            </a:custGeom>
            <a:solidFill>
              <a:srgbClr val="3BBB8E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/>
              <a:endParaRPr lang="nb-NO" altLang="id-ID" sz="1100">
                <a:solidFill>
                  <a:srgbClr val="FFFFFF"/>
                </a:solidFill>
                <a:latin typeface="+mn-lt"/>
              </a:endParaRPr>
            </a:p>
          </p:txBody>
        </p:sp>
        <p:sp>
          <p:nvSpPr>
            <p:cNvPr id="10" name="Freeform 260">
              <a:extLst>
                <a:ext uri="{FF2B5EF4-FFF2-40B4-BE49-F238E27FC236}">
                  <a16:creationId xmlns:a16="http://schemas.microsoft.com/office/drawing/2014/main" id="{1D306388-CDD7-C742-8A67-DB6B7F9EF904}"/>
                </a:ext>
              </a:extLst>
            </p:cNvPr>
            <p:cNvSpPr>
              <a:spLocks/>
            </p:cNvSpPr>
            <p:nvPr/>
          </p:nvSpPr>
          <p:spPr bwMode="auto">
            <a:xfrm>
              <a:off x="847010" y="2939444"/>
              <a:ext cx="919160" cy="2016582"/>
            </a:xfrm>
            <a:custGeom>
              <a:avLst/>
              <a:gdLst>
                <a:gd name="T0" fmla="*/ 2147483647 w 490"/>
                <a:gd name="T1" fmla="*/ 2147483647 h 1074"/>
                <a:gd name="T2" fmla="*/ 2147483647 w 490"/>
                <a:gd name="T3" fmla="*/ 2147483647 h 1074"/>
                <a:gd name="T4" fmla="*/ 2147483647 w 490"/>
                <a:gd name="T5" fmla="*/ 2147483647 h 1074"/>
                <a:gd name="T6" fmla="*/ 2147483647 w 490"/>
                <a:gd name="T7" fmla="*/ 2147483647 h 1074"/>
                <a:gd name="T8" fmla="*/ 2147483647 w 490"/>
                <a:gd name="T9" fmla="*/ 2147483647 h 1074"/>
                <a:gd name="T10" fmla="*/ 2147483647 w 490"/>
                <a:gd name="T11" fmla="*/ 2147483647 h 1074"/>
                <a:gd name="T12" fmla="*/ 2147483647 w 490"/>
                <a:gd name="T13" fmla="*/ 2147483647 h 1074"/>
                <a:gd name="T14" fmla="*/ 2147483647 w 490"/>
                <a:gd name="T15" fmla="*/ 2147483647 h 1074"/>
                <a:gd name="T16" fmla="*/ 2147483647 w 490"/>
                <a:gd name="T17" fmla="*/ 2147483647 h 1074"/>
                <a:gd name="T18" fmla="*/ 2147483647 w 490"/>
                <a:gd name="T19" fmla="*/ 2147483647 h 1074"/>
                <a:gd name="T20" fmla="*/ 2147483647 w 490"/>
                <a:gd name="T21" fmla="*/ 2147483647 h 1074"/>
                <a:gd name="T22" fmla="*/ 2147483647 w 490"/>
                <a:gd name="T23" fmla="*/ 2147483647 h 1074"/>
                <a:gd name="T24" fmla="*/ 2147483647 w 490"/>
                <a:gd name="T25" fmla="*/ 2147483647 h 1074"/>
                <a:gd name="T26" fmla="*/ 2147483647 w 490"/>
                <a:gd name="T27" fmla="*/ 2147483647 h 1074"/>
                <a:gd name="T28" fmla="*/ 2147483647 w 490"/>
                <a:gd name="T29" fmla="*/ 2147483647 h 1074"/>
                <a:gd name="T30" fmla="*/ 2147483647 w 490"/>
                <a:gd name="T31" fmla="*/ 2147483647 h 1074"/>
                <a:gd name="T32" fmla="*/ 2147483647 w 490"/>
                <a:gd name="T33" fmla="*/ 2147483647 h 1074"/>
                <a:gd name="T34" fmla="*/ 2147483647 w 490"/>
                <a:gd name="T35" fmla="*/ 2147483647 h 1074"/>
                <a:gd name="T36" fmla="*/ 2147483647 w 490"/>
                <a:gd name="T37" fmla="*/ 2147483647 h 1074"/>
                <a:gd name="T38" fmla="*/ 2147483647 w 490"/>
                <a:gd name="T39" fmla="*/ 2147483647 h 1074"/>
                <a:gd name="T40" fmla="*/ 2147483647 w 490"/>
                <a:gd name="T41" fmla="*/ 2147483647 h 1074"/>
                <a:gd name="T42" fmla="*/ 2147483647 w 490"/>
                <a:gd name="T43" fmla="*/ 2147483647 h 1074"/>
                <a:gd name="T44" fmla="*/ 2147483647 w 490"/>
                <a:gd name="T45" fmla="*/ 2147483647 h 1074"/>
                <a:gd name="T46" fmla="*/ 2147483647 w 490"/>
                <a:gd name="T47" fmla="*/ 2147483647 h 1074"/>
                <a:gd name="T48" fmla="*/ 2147483647 w 490"/>
                <a:gd name="T49" fmla="*/ 2147483647 h 1074"/>
                <a:gd name="T50" fmla="*/ 2147483647 w 490"/>
                <a:gd name="T51" fmla="*/ 2147483647 h 1074"/>
                <a:gd name="T52" fmla="*/ 2147483647 w 490"/>
                <a:gd name="T53" fmla="*/ 2147483647 h 1074"/>
                <a:gd name="T54" fmla="*/ 2147483647 w 490"/>
                <a:gd name="T55" fmla="*/ 0 h 1074"/>
                <a:gd name="T56" fmla="*/ 2147483647 w 490"/>
                <a:gd name="T57" fmla="*/ 2147483647 h 1074"/>
                <a:gd name="T58" fmla="*/ 2147483647 w 490"/>
                <a:gd name="T59" fmla="*/ 2147483647 h 1074"/>
                <a:gd name="T60" fmla="*/ 2147483647 w 490"/>
                <a:gd name="T61" fmla="*/ 2147483647 h 1074"/>
                <a:gd name="T62" fmla="*/ 2147483647 w 490"/>
                <a:gd name="T63" fmla="*/ 2147483647 h 1074"/>
                <a:gd name="T64" fmla="*/ 2147483647 w 490"/>
                <a:gd name="T65" fmla="*/ 2147483647 h 1074"/>
                <a:gd name="T66" fmla="*/ 2147483647 w 490"/>
                <a:gd name="T67" fmla="*/ 2147483647 h 1074"/>
                <a:gd name="T68" fmla="*/ 2147483647 w 490"/>
                <a:gd name="T69" fmla="*/ 2147483647 h 1074"/>
                <a:gd name="T70" fmla="*/ 2147483647 w 490"/>
                <a:gd name="T71" fmla="*/ 2147483647 h 1074"/>
                <a:gd name="T72" fmla="*/ 2147483647 w 490"/>
                <a:gd name="T73" fmla="*/ 2147483647 h 1074"/>
                <a:gd name="T74" fmla="*/ 0 w 490"/>
                <a:gd name="T75" fmla="*/ 2147483647 h 1074"/>
                <a:gd name="T76" fmla="*/ 0 w 490"/>
                <a:gd name="T77" fmla="*/ 2147483647 h 1074"/>
                <a:gd name="T78" fmla="*/ 2147483647 w 490"/>
                <a:gd name="T79" fmla="*/ 2147483647 h 1074"/>
                <a:gd name="T80" fmla="*/ 2147483647 w 490"/>
                <a:gd name="T81" fmla="*/ 2147483647 h 1074"/>
                <a:gd name="T82" fmla="*/ 2147483647 w 490"/>
                <a:gd name="T83" fmla="*/ 2147483647 h 1074"/>
                <a:gd name="T84" fmla="*/ 2147483647 w 490"/>
                <a:gd name="T85" fmla="*/ 2147483647 h 1074"/>
                <a:gd name="T86" fmla="*/ 2147483647 w 490"/>
                <a:gd name="T87" fmla="*/ 2147483647 h 1074"/>
                <a:gd name="T88" fmla="*/ 2147483647 w 490"/>
                <a:gd name="T89" fmla="*/ 2147483647 h 1074"/>
                <a:gd name="T90" fmla="*/ 2147483647 w 490"/>
                <a:gd name="T91" fmla="*/ 2147483647 h 1074"/>
                <a:gd name="T92" fmla="*/ 2147483647 w 490"/>
                <a:gd name="T93" fmla="*/ 2147483647 h 1074"/>
                <a:gd name="T94" fmla="*/ 2147483647 w 490"/>
                <a:gd name="T95" fmla="*/ 2147483647 h 1074"/>
                <a:gd name="T96" fmla="*/ 2147483647 w 490"/>
                <a:gd name="T97" fmla="*/ 2147483647 h 1074"/>
                <a:gd name="T98" fmla="*/ 2147483647 w 490"/>
                <a:gd name="T99" fmla="*/ 2147483647 h 1074"/>
                <a:gd name="T100" fmla="*/ 2147483647 w 490"/>
                <a:gd name="T101" fmla="*/ 2147483647 h 1074"/>
                <a:gd name="T102" fmla="*/ 2147483647 w 490"/>
                <a:gd name="T103" fmla="*/ 2147483647 h 1074"/>
                <a:gd name="T104" fmla="*/ 2147483647 w 490"/>
                <a:gd name="T105" fmla="*/ 2147483647 h 1074"/>
                <a:gd name="T106" fmla="*/ 2147483647 w 490"/>
                <a:gd name="T107" fmla="*/ 2147483647 h 1074"/>
                <a:gd name="T108" fmla="*/ 2147483647 w 490"/>
                <a:gd name="T109" fmla="*/ 2147483647 h 1074"/>
                <a:gd name="T110" fmla="*/ 2147483647 w 490"/>
                <a:gd name="T111" fmla="*/ 2147483647 h 1074"/>
                <a:gd name="T112" fmla="*/ 2147483647 w 490"/>
                <a:gd name="T113" fmla="*/ 2147483647 h 1074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w 490"/>
                <a:gd name="T172" fmla="*/ 0 h 1074"/>
                <a:gd name="T173" fmla="*/ 490 w 490"/>
                <a:gd name="T174" fmla="*/ 1074 h 1074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T171" t="T172" r="T173" b="T174"/>
              <a:pathLst>
                <a:path w="490" h="1074">
                  <a:moveTo>
                    <a:pt x="490" y="886"/>
                  </a:moveTo>
                  <a:lnTo>
                    <a:pt x="490" y="886"/>
                  </a:lnTo>
                  <a:lnTo>
                    <a:pt x="463" y="862"/>
                  </a:lnTo>
                  <a:lnTo>
                    <a:pt x="438" y="838"/>
                  </a:lnTo>
                  <a:lnTo>
                    <a:pt x="414" y="812"/>
                  </a:lnTo>
                  <a:lnTo>
                    <a:pt x="392" y="785"/>
                  </a:lnTo>
                  <a:lnTo>
                    <a:pt x="371" y="756"/>
                  </a:lnTo>
                  <a:lnTo>
                    <a:pt x="351" y="726"/>
                  </a:lnTo>
                  <a:lnTo>
                    <a:pt x="333" y="696"/>
                  </a:lnTo>
                  <a:lnTo>
                    <a:pt x="316" y="665"/>
                  </a:lnTo>
                  <a:lnTo>
                    <a:pt x="302" y="632"/>
                  </a:lnTo>
                  <a:lnTo>
                    <a:pt x="289" y="599"/>
                  </a:lnTo>
                  <a:lnTo>
                    <a:pt x="279" y="564"/>
                  </a:lnTo>
                  <a:lnTo>
                    <a:pt x="270" y="529"/>
                  </a:lnTo>
                  <a:lnTo>
                    <a:pt x="262" y="494"/>
                  </a:lnTo>
                  <a:lnTo>
                    <a:pt x="257" y="458"/>
                  </a:lnTo>
                  <a:lnTo>
                    <a:pt x="254" y="420"/>
                  </a:lnTo>
                  <a:lnTo>
                    <a:pt x="253" y="383"/>
                  </a:lnTo>
                  <a:lnTo>
                    <a:pt x="253" y="356"/>
                  </a:lnTo>
                  <a:lnTo>
                    <a:pt x="255" y="328"/>
                  </a:lnTo>
                  <a:lnTo>
                    <a:pt x="258" y="302"/>
                  </a:lnTo>
                  <a:lnTo>
                    <a:pt x="262" y="275"/>
                  </a:lnTo>
                  <a:lnTo>
                    <a:pt x="267" y="249"/>
                  </a:lnTo>
                  <a:lnTo>
                    <a:pt x="272" y="223"/>
                  </a:lnTo>
                  <a:lnTo>
                    <a:pt x="280" y="199"/>
                  </a:lnTo>
                  <a:lnTo>
                    <a:pt x="288" y="174"/>
                  </a:lnTo>
                  <a:lnTo>
                    <a:pt x="211" y="0"/>
                  </a:lnTo>
                  <a:lnTo>
                    <a:pt x="55" y="77"/>
                  </a:lnTo>
                  <a:lnTo>
                    <a:pt x="42" y="113"/>
                  </a:lnTo>
                  <a:lnTo>
                    <a:pt x="31" y="149"/>
                  </a:lnTo>
                  <a:lnTo>
                    <a:pt x="22" y="187"/>
                  </a:lnTo>
                  <a:lnTo>
                    <a:pt x="14" y="226"/>
                  </a:lnTo>
                  <a:lnTo>
                    <a:pt x="8" y="263"/>
                  </a:lnTo>
                  <a:lnTo>
                    <a:pt x="4" y="304"/>
                  </a:lnTo>
                  <a:lnTo>
                    <a:pt x="1" y="343"/>
                  </a:lnTo>
                  <a:lnTo>
                    <a:pt x="0" y="383"/>
                  </a:lnTo>
                  <a:lnTo>
                    <a:pt x="3" y="435"/>
                  </a:lnTo>
                  <a:lnTo>
                    <a:pt x="7" y="485"/>
                  </a:lnTo>
                  <a:lnTo>
                    <a:pt x="13" y="536"/>
                  </a:lnTo>
                  <a:lnTo>
                    <a:pt x="23" y="585"/>
                  </a:lnTo>
                  <a:lnTo>
                    <a:pt x="36" y="633"/>
                  </a:lnTo>
                  <a:lnTo>
                    <a:pt x="51" y="680"/>
                  </a:lnTo>
                  <a:lnTo>
                    <a:pt x="69" y="725"/>
                  </a:lnTo>
                  <a:lnTo>
                    <a:pt x="88" y="770"/>
                  </a:lnTo>
                  <a:lnTo>
                    <a:pt x="110" y="813"/>
                  </a:lnTo>
                  <a:lnTo>
                    <a:pt x="135" y="856"/>
                  </a:lnTo>
                  <a:lnTo>
                    <a:pt x="162" y="896"/>
                  </a:lnTo>
                  <a:lnTo>
                    <a:pt x="191" y="935"/>
                  </a:lnTo>
                  <a:lnTo>
                    <a:pt x="222" y="973"/>
                  </a:lnTo>
                  <a:lnTo>
                    <a:pt x="254" y="1008"/>
                  </a:lnTo>
                  <a:lnTo>
                    <a:pt x="288" y="1043"/>
                  </a:lnTo>
                  <a:lnTo>
                    <a:pt x="324" y="1074"/>
                  </a:lnTo>
                  <a:lnTo>
                    <a:pt x="298" y="909"/>
                  </a:lnTo>
                  <a:lnTo>
                    <a:pt x="490" y="886"/>
                  </a:lnTo>
                  <a:close/>
                </a:path>
              </a:pathLst>
            </a:custGeom>
            <a:solidFill>
              <a:srgbClr val="00AA64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/>
              <a:endParaRPr lang="nb-NO" altLang="id-ID" sz="1100" dirty="0">
                <a:solidFill>
                  <a:srgbClr val="FFFFFF"/>
                </a:solidFill>
                <a:latin typeface="+mn-lt"/>
              </a:endParaRPr>
            </a:p>
          </p:txBody>
        </p:sp>
        <p:sp>
          <p:nvSpPr>
            <p:cNvPr id="12" name="TextBox 15">
              <a:extLst>
                <a:ext uri="{FF2B5EF4-FFF2-40B4-BE49-F238E27FC236}">
                  <a16:creationId xmlns:a16="http://schemas.microsoft.com/office/drawing/2014/main" id="{D36808CA-DCB1-494C-81D1-F5E1BFAE81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2295975">
              <a:off x="2967206" y="2453990"/>
              <a:ext cx="1100764" cy="2088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/>
              <a:r>
                <a:rPr lang="en-US" altLang="id-ID" sz="1100" b="1" dirty="0">
                  <a:solidFill>
                    <a:schemeClr val="bg1"/>
                  </a:solidFill>
                  <a:cs typeface="Arial" panose="020B0604020202020204" pitchFamily="34" charset="0"/>
                </a:rPr>
                <a:t>Primary Idea</a:t>
              </a:r>
            </a:p>
          </p:txBody>
        </p:sp>
        <p:sp>
          <p:nvSpPr>
            <p:cNvPr id="14" name="TextBox 17">
              <a:extLst>
                <a:ext uri="{FF2B5EF4-FFF2-40B4-BE49-F238E27FC236}">
                  <a16:creationId xmlns:a16="http://schemas.microsoft.com/office/drawing/2014/main" id="{7F802C11-5480-D846-BF3B-255910C282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9630965">
              <a:off x="1195733" y="2324193"/>
              <a:ext cx="1184324" cy="2088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/>
              <a:r>
                <a:rPr lang="en-US" altLang="id-ID" sz="1100" b="1" dirty="0">
                  <a:solidFill>
                    <a:schemeClr val="bg1"/>
                  </a:solidFill>
                  <a:cs typeface="Arial" panose="020B0604020202020204" pitchFamily="34" charset="0"/>
                </a:rPr>
                <a:t>Result</a:t>
              </a:r>
              <a:endParaRPr lang="en-US" altLang="id-ID" sz="1000" b="1" dirty="0">
                <a:solidFill>
                  <a:schemeClr val="bg1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6" name="TextBox 19">
              <a:extLst>
                <a:ext uri="{FF2B5EF4-FFF2-40B4-BE49-F238E27FC236}">
                  <a16:creationId xmlns:a16="http://schemas.microsoft.com/office/drawing/2014/main" id="{0250AA91-8CEE-1446-9896-D2E05F2007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6475666">
              <a:off x="3354984" y="4065827"/>
              <a:ext cx="1145330" cy="2088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/>
              <a:r>
                <a:rPr lang="en-US" altLang="id-ID" sz="1100" b="1" dirty="0">
                  <a:solidFill>
                    <a:schemeClr val="bg1"/>
                  </a:solidFill>
                  <a:cs typeface="Arial" panose="020B0604020202020204" pitchFamily="34" charset="0"/>
                </a:rPr>
                <a:t>Process Planning</a:t>
              </a:r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D49A4A66-852E-B040-AED1-7F58881DCE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5219110">
              <a:off x="593511" y="3963447"/>
              <a:ext cx="1141044" cy="2088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/>
              <a:r>
                <a:rPr lang="en-US" altLang="id-ID" sz="1100" b="1" dirty="0">
                  <a:solidFill>
                    <a:schemeClr val="bg1"/>
                  </a:solidFill>
                  <a:cs typeface="Arial" panose="020B0604020202020204" pitchFamily="34" charset="0"/>
                </a:rPr>
                <a:t>Implementation</a:t>
              </a:r>
              <a:endParaRPr lang="en-US" altLang="id-ID" sz="1000" b="1" dirty="0">
                <a:solidFill>
                  <a:schemeClr val="bg1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9" name="TextBox 20">
              <a:extLst>
                <a:ext uri="{FF2B5EF4-FFF2-40B4-BE49-F238E27FC236}">
                  <a16:creationId xmlns:a16="http://schemas.microsoft.com/office/drawing/2014/main" id="{242957E5-F9F4-EF4F-ACF8-650F8D85B0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77722" y="4992665"/>
              <a:ext cx="1124161" cy="2088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/>
              <a:r>
                <a:rPr lang="en-US" altLang="id-ID" sz="1100" b="1" dirty="0">
                  <a:solidFill>
                    <a:schemeClr val="bg1"/>
                  </a:solidFill>
                  <a:cs typeface="Arial" panose="020B0604020202020204" pitchFamily="34" charset="0"/>
                </a:rPr>
                <a:t>Research</a:t>
              </a:r>
              <a:endParaRPr lang="en-US" altLang="id-ID" sz="1000" b="1" dirty="0">
                <a:solidFill>
                  <a:schemeClr val="bg1"/>
                </a:solidFill>
                <a:cs typeface="Arial" panose="020B0604020202020204" pitchFamily="34" charset="0"/>
              </a:endParaRPr>
            </a:p>
          </p:txBody>
        </p:sp>
      </p:grpSp>
      <p:sp>
        <p:nvSpPr>
          <p:cNvPr id="34" name="圓角矩形 33">
            <a:extLst>
              <a:ext uri="{FF2B5EF4-FFF2-40B4-BE49-F238E27FC236}">
                <a16:creationId xmlns:a16="http://schemas.microsoft.com/office/drawing/2014/main" id="{7671B229-6237-994F-993A-3BECCC79F586}"/>
              </a:ext>
            </a:extLst>
          </p:cNvPr>
          <p:cNvSpPr/>
          <p:nvPr/>
        </p:nvSpPr>
        <p:spPr>
          <a:xfrm>
            <a:off x="6621985" y="1880256"/>
            <a:ext cx="4311103" cy="663257"/>
          </a:xfrm>
          <a:prstGeom prst="roundRect">
            <a:avLst>
              <a:gd name="adj" fmla="val 13333"/>
            </a:avLst>
          </a:prstGeom>
          <a:solidFill>
            <a:srgbClr val="F5F3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6" name="圓角矩形 35">
            <a:extLst>
              <a:ext uri="{FF2B5EF4-FFF2-40B4-BE49-F238E27FC236}">
                <a16:creationId xmlns:a16="http://schemas.microsoft.com/office/drawing/2014/main" id="{A4888300-7CC8-D842-89B0-91AEDB8A2522}"/>
              </a:ext>
            </a:extLst>
          </p:cNvPr>
          <p:cNvSpPr/>
          <p:nvPr/>
        </p:nvSpPr>
        <p:spPr>
          <a:xfrm>
            <a:off x="6621985" y="2665735"/>
            <a:ext cx="4311103" cy="663257"/>
          </a:xfrm>
          <a:prstGeom prst="roundRect">
            <a:avLst>
              <a:gd name="adj" fmla="val 13333"/>
            </a:avLst>
          </a:prstGeom>
          <a:solidFill>
            <a:srgbClr val="F5F3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7" name="圓角矩形 36">
            <a:extLst>
              <a:ext uri="{FF2B5EF4-FFF2-40B4-BE49-F238E27FC236}">
                <a16:creationId xmlns:a16="http://schemas.microsoft.com/office/drawing/2014/main" id="{87F1771D-F8BB-AF46-A5F8-B17A44D40C8E}"/>
              </a:ext>
            </a:extLst>
          </p:cNvPr>
          <p:cNvSpPr/>
          <p:nvPr/>
        </p:nvSpPr>
        <p:spPr>
          <a:xfrm>
            <a:off x="6621985" y="3456739"/>
            <a:ext cx="4311103" cy="663257"/>
          </a:xfrm>
          <a:prstGeom prst="roundRect">
            <a:avLst>
              <a:gd name="adj" fmla="val 13333"/>
            </a:avLst>
          </a:prstGeom>
          <a:solidFill>
            <a:srgbClr val="F5F3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8" name="圓角矩形 37">
            <a:extLst>
              <a:ext uri="{FF2B5EF4-FFF2-40B4-BE49-F238E27FC236}">
                <a16:creationId xmlns:a16="http://schemas.microsoft.com/office/drawing/2014/main" id="{5D6F387B-02B9-CE48-BB51-45847B0E93BA}"/>
              </a:ext>
            </a:extLst>
          </p:cNvPr>
          <p:cNvSpPr/>
          <p:nvPr/>
        </p:nvSpPr>
        <p:spPr>
          <a:xfrm>
            <a:off x="6621985" y="4247743"/>
            <a:ext cx="4311103" cy="663257"/>
          </a:xfrm>
          <a:prstGeom prst="roundRect">
            <a:avLst>
              <a:gd name="adj" fmla="val 13333"/>
            </a:avLst>
          </a:prstGeom>
          <a:solidFill>
            <a:srgbClr val="F5F3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9" name="圓角矩形 38">
            <a:extLst>
              <a:ext uri="{FF2B5EF4-FFF2-40B4-BE49-F238E27FC236}">
                <a16:creationId xmlns:a16="http://schemas.microsoft.com/office/drawing/2014/main" id="{B6CB1FE0-75F7-A74F-B99D-B35D53D219FF}"/>
              </a:ext>
            </a:extLst>
          </p:cNvPr>
          <p:cNvSpPr/>
          <p:nvPr/>
        </p:nvSpPr>
        <p:spPr>
          <a:xfrm>
            <a:off x="6621985" y="5038747"/>
            <a:ext cx="4311103" cy="663257"/>
          </a:xfrm>
          <a:prstGeom prst="roundRect">
            <a:avLst>
              <a:gd name="adj" fmla="val 13333"/>
            </a:avLst>
          </a:prstGeom>
          <a:solidFill>
            <a:srgbClr val="F5F3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40" name="圓角矩形 39">
            <a:extLst>
              <a:ext uri="{FF2B5EF4-FFF2-40B4-BE49-F238E27FC236}">
                <a16:creationId xmlns:a16="http://schemas.microsoft.com/office/drawing/2014/main" id="{4BB34EB1-6DD0-804F-BB71-319907D35D38}"/>
              </a:ext>
            </a:extLst>
          </p:cNvPr>
          <p:cNvSpPr/>
          <p:nvPr/>
        </p:nvSpPr>
        <p:spPr>
          <a:xfrm>
            <a:off x="6629049" y="1880256"/>
            <a:ext cx="162368" cy="657732"/>
          </a:xfrm>
          <a:prstGeom prst="roundRect">
            <a:avLst>
              <a:gd name="adj" fmla="val 13333"/>
            </a:avLst>
          </a:prstGeom>
          <a:solidFill>
            <a:srgbClr val="0090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41" name="圓角矩形 40">
            <a:extLst>
              <a:ext uri="{FF2B5EF4-FFF2-40B4-BE49-F238E27FC236}">
                <a16:creationId xmlns:a16="http://schemas.microsoft.com/office/drawing/2014/main" id="{5B800D27-326D-B94C-84D2-DB83DD653E3A}"/>
              </a:ext>
            </a:extLst>
          </p:cNvPr>
          <p:cNvSpPr/>
          <p:nvPr/>
        </p:nvSpPr>
        <p:spPr>
          <a:xfrm>
            <a:off x="6629049" y="2660210"/>
            <a:ext cx="162368" cy="657732"/>
          </a:xfrm>
          <a:prstGeom prst="roundRect">
            <a:avLst>
              <a:gd name="adj" fmla="val 13333"/>
            </a:avLst>
          </a:prstGeom>
          <a:solidFill>
            <a:srgbClr val="00AA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42" name="圓角矩形 41">
            <a:extLst>
              <a:ext uri="{FF2B5EF4-FFF2-40B4-BE49-F238E27FC236}">
                <a16:creationId xmlns:a16="http://schemas.microsoft.com/office/drawing/2014/main" id="{2170E975-7767-C845-8B50-FF5F22511ED7}"/>
              </a:ext>
            </a:extLst>
          </p:cNvPr>
          <p:cNvSpPr/>
          <p:nvPr/>
        </p:nvSpPr>
        <p:spPr>
          <a:xfrm>
            <a:off x="6629049" y="3443857"/>
            <a:ext cx="155009" cy="657732"/>
          </a:xfrm>
          <a:prstGeom prst="roundRect">
            <a:avLst>
              <a:gd name="adj" fmla="val 13333"/>
            </a:avLst>
          </a:prstGeom>
          <a:solidFill>
            <a:srgbClr val="3BBB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43" name="圓角矩形 42">
            <a:extLst>
              <a:ext uri="{FF2B5EF4-FFF2-40B4-BE49-F238E27FC236}">
                <a16:creationId xmlns:a16="http://schemas.microsoft.com/office/drawing/2014/main" id="{093D5901-4980-0342-B92A-F1F803EE3B0E}"/>
              </a:ext>
            </a:extLst>
          </p:cNvPr>
          <p:cNvSpPr/>
          <p:nvPr/>
        </p:nvSpPr>
        <p:spPr>
          <a:xfrm>
            <a:off x="6629049" y="4253898"/>
            <a:ext cx="155009" cy="657732"/>
          </a:xfrm>
          <a:prstGeom prst="roundRect">
            <a:avLst>
              <a:gd name="adj" fmla="val 13333"/>
            </a:avLst>
          </a:prstGeom>
          <a:solidFill>
            <a:srgbClr val="6ED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44" name="圓角矩形 43">
            <a:extLst>
              <a:ext uri="{FF2B5EF4-FFF2-40B4-BE49-F238E27FC236}">
                <a16:creationId xmlns:a16="http://schemas.microsoft.com/office/drawing/2014/main" id="{53DB122C-83CA-FD48-B7BA-E7611BC21658}"/>
              </a:ext>
            </a:extLst>
          </p:cNvPr>
          <p:cNvSpPr/>
          <p:nvPr/>
        </p:nvSpPr>
        <p:spPr>
          <a:xfrm>
            <a:off x="6629049" y="5038117"/>
            <a:ext cx="155009" cy="657732"/>
          </a:xfrm>
          <a:prstGeom prst="roundRect">
            <a:avLst>
              <a:gd name="adj" fmla="val 13333"/>
            </a:avLst>
          </a:prstGeom>
          <a:solidFill>
            <a:srgbClr val="9AE9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45" name="Google Shape;512;p14">
            <a:extLst>
              <a:ext uri="{FF2B5EF4-FFF2-40B4-BE49-F238E27FC236}">
                <a16:creationId xmlns:a16="http://schemas.microsoft.com/office/drawing/2014/main" id="{C7EAF25B-9BD2-4A40-93DD-78B5C14EC095}"/>
              </a:ext>
            </a:extLst>
          </p:cNvPr>
          <p:cNvSpPr txBox="1">
            <a:spLocks noGrp="1"/>
          </p:cNvSpPr>
          <p:nvPr/>
        </p:nvSpPr>
        <p:spPr>
          <a:xfrm>
            <a:off x="6932190" y="1955575"/>
            <a:ext cx="2301815" cy="52952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>
            <a:lvl1pPr marL="228600" lvl="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 panose="020B0604020202020204" pitchFamily="34" charset="0"/>
              <a:buNone/>
              <a:defRPr sz="1400" b="0" i="0" kern="12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685800" lvl="1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/>
            <a:r>
              <a:rPr lang="en-US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請在</a:t>
            </a:r>
            <a:r>
              <a:rPr lang="zh-CN" altLang="en-US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這裡說明內容</a:t>
            </a:r>
            <a:endParaRPr lang="en-US" altLang="zh-CN" sz="12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46" name="Google Shape;512;p14">
            <a:extLst>
              <a:ext uri="{FF2B5EF4-FFF2-40B4-BE49-F238E27FC236}">
                <a16:creationId xmlns:a16="http://schemas.microsoft.com/office/drawing/2014/main" id="{10FE9F8A-6019-0549-A0E6-5E1C9136CA24}"/>
              </a:ext>
            </a:extLst>
          </p:cNvPr>
          <p:cNvSpPr txBox="1">
            <a:spLocks noGrp="1"/>
          </p:cNvSpPr>
          <p:nvPr/>
        </p:nvSpPr>
        <p:spPr>
          <a:xfrm>
            <a:off x="6932190" y="2747145"/>
            <a:ext cx="2301815" cy="52952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>
            <a:lvl1pPr marL="228600" lvl="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 panose="020B0604020202020204" pitchFamily="34" charset="0"/>
              <a:buNone/>
              <a:defRPr sz="1400" b="0" i="0" kern="12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685800" lvl="1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/>
            <a:r>
              <a:rPr lang="en-US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請在</a:t>
            </a:r>
            <a:r>
              <a:rPr lang="zh-CN" altLang="en-US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這裡說明內容</a:t>
            </a:r>
            <a:endParaRPr lang="en-US" altLang="zh-CN" sz="12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47" name="Google Shape;512;p14">
            <a:extLst>
              <a:ext uri="{FF2B5EF4-FFF2-40B4-BE49-F238E27FC236}">
                <a16:creationId xmlns:a16="http://schemas.microsoft.com/office/drawing/2014/main" id="{F5D78259-3B35-7D43-AAF3-093DD0F19133}"/>
              </a:ext>
            </a:extLst>
          </p:cNvPr>
          <p:cNvSpPr txBox="1">
            <a:spLocks noGrp="1"/>
          </p:cNvSpPr>
          <p:nvPr/>
        </p:nvSpPr>
        <p:spPr>
          <a:xfrm>
            <a:off x="6932190" y="3527876"/>
            <a:ext cx="2301815" cy="52952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>
            <a:lvl1pPr marL="228600" lvl="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 panose="020B0604020202020204" pitchFamily="34" charset="0"/>
              <a:buNone/>
              <a:defRPr sz="1400" b="0" i="0" kern="12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685800" lvl="1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/>
            <a:r>
              <a:rPr lang="en-US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請在</a:t>
            </a:r>
            <a:r>
              <a:rPr lang="zh-CN" altLang="en-US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這裡說明內容</a:t>
            </a:r>
            <a:endParaRPr lang="en-US" altLang="zh-CN" sz="12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48" name="Google Shape;512;p14">
            <a:extLst>
              <a:ext uri="{FF2B5EF4-FFF2-40B4-BE49-F238E27FC236}">
                <a16:creationId xmlns:a16="http://schemas.microsoft.com/office/drawing/2014/main" id="{C4048B3A-D0C6-7340-ADF8-A888FB2DC781}"/>
              </a:ext>
            </a:extLst>
          </p:cNvPr>
          <p:cNvSpPr txBox="1">
            <a:spLocks noGrp="1"/>
          </p:cNvSpPr>
          <p:nvPr/>
        </p:nvSpPr>
        <p:spPr>
          <a:xfrm>
            <a:off x="6932190" y="4314607"/>
            <a:ext cx="2301815" cy="52952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>
            <a:lvl1pPr marL="228600" lvl="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 panose="020B0604020202020204" pitchFamily="34" charset="0"/>
              <a:buNone/>
              <a:defRPr sz="1400" b="0" i="0" kern="12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685800" lvl="1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/>
            <a:r>
              <a:rPr lang="en-US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請在</a:t>
            </a:r>
            <a:r>
              <a:rPr lang="zh-CN" altLang="en-US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這裡說明內容</a:t>
            </a:r>
            <a:endParaRPr lang="en-US" altLang="zh-CN" sz="12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49" name="Google Shape;512;p14">
            <a:extLst>
              <a:ext uri="{FF2B5EF4-FFF2-40B4-BE49-F238E27FC236}">
                <a16:creationId xmlns:a16="http://schemas.microsoft.com/office/drawing/2014/main" id="{AB1CCE32-EDCF-F843-BC95-AADBB2AB683A}"/>
              </a:ext>
            </a:extLst>
          </p:cNvPr>
          <p:cNvSpPr txBox="1">
            <a:spLocks noGrp="1"/>
          </p:cNvSpPr>
          <p:nvPr/>
        </p:nvSpPr>
        <p:spPr>
          <a:xfrm>
            <a:off x="6932190" y="5108021"/>
            <a:ext cx="2301815" cy="52952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>
            <a:lvl1pPr marL="228600" lvl="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 panose="020B0604020202020204" pitchFamily="34" charset="0"/>
              <a:buNone/>
              <a:defRPr sz="1400" b="0" i="0" kern="12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685800" lvl="1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/>
            <a:r>
              <a:rPr lang="en-US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請在</a:t>
            </a:r>
            <a:r>
              <a:rPr lang="zh-CN" altLang="en-US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這裡說明內容</a:t>
            </a:r>
            <a:endParaRPr lang="en-US" altLang="zh-CN" sz="12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1" name="Google Shape;645;p22">
            <a:extLst>
              <a:ext uri="{FF2B5EF4-FFF2-40B4-BE49-F238E27FC236}">
                <a16:creationId xmlns:a16="http://schemas.microsoft.com/office/drawing/2014/main" id="{5605DA07-8140-8F4B-A53F-1CB95A021232}"/>
              </a:ext>
            </a:extLst>
          </p:cNvPr>
          <p:cNvSpPr txBox="1">
            <a:spLocks/>
          </p:cNvSpPr>
          <p:nvPr/>
        </p:nvSpPr>
        <p:spPr>
          <a:xfrm rot="5400000">
            <a:off x="-1043451" y="1613707"/>
            <a:ext cx="3002424" cy="31570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SzPct val="318181"/>
              <a:buFont typeface="Arial" panose="020B0604020202020204" pitchFamily="34" charset="0"/>
              <a:buNone/>
            </a:pPr>
            <a:r>
              <a:rPr lang="en-US" sz="1200" spc="100" dirty="0">
                <a:solidFill>
                  <a:schemeClr val="bg1"/>
                </a:solidFill>
              </a:rPr>
              <a:t>Tittle</a:t>
            </a:r>
          </a:p>
        </p:txBody>
      </p:sp>
      <p:sp>
        <p:nvSpPr>
          <p:cNvPr id="33" name="橢圓 32">
            <a:extLst>
              <a:ext uri="{FF2B5EF4-FFF2-40B4-BE49-F238E27FC236}">
                <a16:creationId xmlns:a16="http://schemas.microsoft.com/office/drawing/2014/main" id="{F5EDBE0F-4F0A-1243-8D53-9C19545E3C9A}"/>
              </a:ext>
            </a:extLst>
          </p:cNvPr>
          <p:cNvSpPr/>
          <p:nvPr/>
        </p:nvSpPr>
        <p:spPr>
          <a:xfrm>
            <a:off x="2451978" y="2206653"/>
            <a:ext cx="2974167" cy="2974167"/>
          </a:xfrm>
          <a:prstGeom prst="ellipse">
            <a:avLst/>
          </a:prstGeom>
          <a:gradFill flip="none" rotWithShape="1">
            <a:gsLst>
              <a:gs pos="6000">
                <a:srgbClr val="9AE992"/>
              </a:gs>
              <a:gs pos="40000">
                <a:srgbClr val="6EDAA8"/>
              </a:gs>
              <a:gs pos="100000">
                <a:srgbClr val="00AA64"/>
              </a:gs>
            </a:gsLst>
            <a:lin ang="21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altLang="zh-TW" sz="24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Google Shape;512;p14">
            <a:extLst>
              <a:ext uri="{FF2B5EF4-FFF2-40B4-BE49-F238E27FC236}">
                <a16:creationId xmlns:a16="http://schemas.microsoft.com/office/drawing/2014/main" id="{422F4092-7123-324A-9FED-BD40DAAE8F97}"/>
              </a:ext>
            </a:extLst>
          </p:cNvPr>
          <p:cNvSpPr txBox="1">
            <a:spLocks noGrp="1"/>
          </p:cNvSpPr>
          <p:nvPr/>
        </p:nvSpPr>
        <p:spPr>
          <a:xfrm>
            <a:off x="2667799" y="3315034"/>
            <a:ext cx="2605030" cy="587524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228600" lvl="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 panose="020B0604020202020204" pitchFamily="34" charset="0"/>
              <a:buNone/>
              <a:defRPr sz="1400" b="0" i="0" kern="12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685800" lvl="1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en-US" sz="2400" b="1" dirty="0">
                <a:solidFill>
                  <a:schemeClr val="bg1"/>
                </a:solidFill>
                <a:effectLst>
                  <a:outerShdw blurRad="317500" dist="50800" dir="5400000" algn="ctr" rotWithShape="0">
                    <a:srgbClr val="4D9FF3">
                      <a:alpha val="25000"/>
                    </a:srgbClr>
                  </a:outerShdw>
                </a:effectLst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PROJECT</a:t>
            </a:r>
            <a:endParaRPr sz="2400" b="1" dirty="0">
              <a:solidFill>
                <a:schemeClr val="bg1"/>
              </a:solidFill>
              <a:effectLst>
                <a:outerShdw blurRad="317500" dist="50800" dir="5400000" algn="ctr" rotWithShape="0">
                  <a:srgbClr val="4D9FF3">
                    <a:alpha val="25000"/>
                  </a:srgbClr>
                </a:outerShdw>
              </a:effectLst>
              <a:latin typeface="Arial" panose="020B0604020202020204" pitchFamily="34" charset="0"/>
              <a:ea typeface="Microsoft JhengHei" panose="020B0604030504040204" pitchFamily="34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9724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517;p14">
            <a:extLst>
              <a:ext uri="{FF2B5EF4-FFF2-40B4-BE49-F238E27FC236}">
                <a16:creationId xmlns:a16="http://schemas.microsoft.com/office/drawing/2014/main" id="{5FE50F75-3596-854F-8B56-B61A5F805389}"/>
              </a:ext>
            </a:extLst>
          </p:cNvPr>
          <p:cNvSpPr txBox="1"/>
          <p:nvPr/>
        </p:nvSpPr>
        <p:spPr>
          <a:xfrm>
            <a:off x="1602805" y="673881"/>
            <a:ext cx="3559692" cy="986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200" b="1" i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TITLE</a:t>
            </a:r>
            <a:endParaRPr dirty="0"/>
          </a:p>
        </p:txBody>
      </p:sp>
      <p:sp>
        <p:nvSpPr>
          <p:cNvPr id="5" name="Google Shape;363;p7">
            <a:extLst>
              <a:ext uri="{FF2B5EF4-FFF2-40B4-BE49-F238E27FC236}">
                <a16:creationId xmlns:a16="http://schemas.microsoft.com/office/drawing/2014/main" id="{5EDA8C36-E34C-684E-AB27-67EF1F12E113}"/>
              </a:ext>
            </a:extLst>
          </p:cNvPr>
          <p:cNvSpPr/>
          <p:nvPr/>
        </p:nvSpPr>
        <p:spPr>
          <a:xfrm>
            <a:off x="1688168" y="2218136"/>
            <a:ext cx="9567967" cy="3538721"/>
          </a:xfrm>
          <a:prstGeom prst="rect">
            <a:avLst/>
          </a:prstGeom>
          <a:solidFill>
            <a:srgbClr val="E7FFD2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364;p7">
            <a:extLst>
              <a:ext uri="{FF2B5EF4-FFF2-40B4-BE49-F238E27FC236}">
                <a16:creationId xmlns:a16="http://schemas.microsoft.com/office/drawing/2014/main" id="{6FFA0C30-A79D-6146-BB45-8129FCC26F35}"/>
              </a:ext>
            </a:extLst>
          </p:cNvPr>
          <p:cNvSpPr/>
          <p:nvPr/>
        </p:nvSpPr>
        <p:spPr>
          <a:xfrm>
            <a:off x="3419758" y="3845371"/>
            <a:ext cx="1438074" cy="66679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365;p7">
            <a:extLst>
              <a:ext uri="{FF2B5EF4-FFF2-40B4-BE49-F238E27FC236}">
                <a16:creationId xmlns:a16="http://schemas.microsoft.com/office/drawing/2014/main" id="{F9EB9036-A6B5-C24E-B737-38EE626118BA}"/>
              </a:ext>
            </a:extLst>
          </p:cNvPr>
          <p:cNvSpPr/>
          <p:nvPr/>
        </p:nvSpPr>
        <p:spPr>
          <a:xfrm>
            <a:off x="1848134" y="3845370"/>
            <a:ext cx="1438074" cy="1448387"/>
          </a:xfrm>
          <a:prstGeom prst="rect">
            <a:avLst/>
          </a:prstGeom>
          <a:solidFill>
            <a:srgbClr val="009056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F60D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368;p7">
            <a:extLst>
              <a:ext uri="{FF2B5EF4-FFF2-40B4-BE49-F238E27FC236}">
                <a16:creationId xmlns:a16="http://schemas.microsoft.com/office/drawing/2014/main" id="{3265A989-DCCA-C847-9F05-8FDB186592AF}"/>
              </a:ext>
            </a:extLst>
          </p:cNvPr>
          <p:cNvSpPr/>
          <p:nvPr/>
        </p:nvSpPr>
        <p:spPr>
          <a:xfrm>
            <a:off x="1688168" y="1484040"/>
            <a:ext cx="9567967" cy="576580"/>
          </a:xfrm>
          <a:prstGeom prst="rect">
            <a:avLst/>
          </a:prstGeom>
          <a:solidFill>
            <a:srgbClr val="E7FFD2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bg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370;p7">
            <a:extLst>
              <a:ext uri="{FF2B5EF4-FFF2-40B4-BE49-F238E27FC236}">
                <a16:creationId xmlns:a16="http://schemas.microsoft.com/office/drawing/2014/main" id="{0761FD24-02B6-5645-9118-BBB2D1293952}"/>
              </a:ext>
            </a:extLst>
          </p:cNvPr>
          <p:cNvSpPr txBox="1"/>
          <p:nvPr/>
        </p:nvSpPr>
        <p:spPr>
          <a:xfrm>
            <a:off x="1848133" y="1563517"/>
            <a:ext cx="3782157" cy="363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</a:pPr>
            <a:r>
              <a:rPr lang="en-US" sz="1200" b="1" i="0">
                <a:latin typeface="Arial"/>
                <a:ea typeface="Arial"/>
                <a:cs typeface="Arial"/>
                <a:sym typeface="Arial"/>
              </a:rPr>
              <a:t>TITLE</a:t>
            </a:r>
            <a:endParaRPr sz="1200" b="1" i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371;p7">
            <a:extLst>
              <a:ext uri="{FF2B5EF4-FFF2-40B4-BE49-F238E27FC236}">
                <a16:creationId xmlns:a16="http://schemas.microsoft.com/office/drawing/2014/main" id="{F8B0AB1B-50A6-7344-9C77-458FB917ADAE}"/>
              </a:ext>
            </a:extLst>
          </p:cNvPr>
          <p:cNvSpPr txBox="1"/>
          <p:nvPr/>
        </p:nvSpPr>
        <p:spPr>
          <a:xfrm>
            <a:off x="1848133" y="2373542"/>
            <a:ext cx="1213770" cy="363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</a:pPr>
            <a:r>
              <a:rPr lang="en-US" sz="1200" b="1" i="0" dirty="0">
                <a:latin typeface="Arial"/>
                <a:ea typeface="Arial"/>
                <a:cs typeface="Arial"/>
                <a:sym typeface="Arial"/>
              </a:rPr>
              <a:t>TITLE</a:t>
            </a:r>
            <a:endParaRPr sz="1200" b="1" i="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372;p7">
            <a:extLst>
              <a:ext uri="{FF2B5EF4-FFF2-40B4-BE49-F238E27FC236}">
                <a16:creationId xmlns:a16="http://schemas.microsoft.com/office/drawing/2014/main" id="{252AB7A1-5F32-5842-966A-141BF7A37EE4}"/>
              </a:ext>
            </a:extLst>
          </p:cNvPr>
          <p:cNvSpPr/>
          <p:nvPr/>
        </p:nvSpPr>
        <p:spPr>
          <a:xfrm>
            <a:off x="1848133" y="2782299"/>
            <a:ext cx="1444180" cy="307665"/>
          </a:xfrm>
          <a:prstGeom prst="rect">
            <a:avLst/>
          </a:prstGeom>
          <a:solidFill>
            <a:srgbClr val="009056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373;p7">
            <a:extLst>
              <a:ext uri="{FF2B5EF4-FFF2-40B4-BE49-F238E27FC236}">
                <a16:creationId xmlns:a16="http://schemas.microsoft.com/office/drawing/2014/main" id="{63711518-094D-3A45-9E4B-220231AA5781}"/>
              </a:ext>
            </a:extLst>
          </p:cNvPr>
          <p:cNvSpPr txBox="1"/>
          <p:nvPr/>
        </p:nvSpPr>
        <p:spPr>
          <a:xfrm>
            <a:off x="1887075" y="2755663"/>
            <a:ext cx="841175" cy="363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</a:pPr>
            <a:r>
              <a:rPr lang="en-US" sz="1200" b="0" i="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Contents</a:t>
            </a:r>
            <a:endParaRPr sz="1200" b="0" i="0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375;p7">
            <a:extLst>
              <a:ext uri="{FF2B5EF4-FFF2-40B4-BE49-F238E27FC236}">
                <a16:creationId xmlns:a16="http://schemas.microsoft.com/office/drawing/2014/main" id="{EA7AECE0-BB2C-1345-9455-EF4739753BCB}"/>
              </a:ext>
            </a:extLst>
          </p:cNvPr>
          <p:cNvSpPr/>
          <p:nvPr/>
        </p:nvSpPr>
        <p:spPr>
          <a:xfrm>
            <a:off x="3419758" y="2782299"/>
            <a:ext cx="1444180" cy="307665"/>
          </a:xfrm>
          <a:prstGeom prst="rect">
            <a:avLst/>
          </a:prstGeom>
          <a:solidFill>
            <a:srgbClr val="00AA64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376;p7">
            <a:extLst>
              <a:ext uri="{FF2B5EF4-FFF2-40B4-BE49-F238E27FC236}">
                <a16:creationId xmlns:a16="http://schemas.microsoft.com/office/drawing/2014/main" id="{E2B7BDAA-2BD0-6F4A-84E1-7E922024D382}"/>
              </a:ext>
            </a:extLst>
          </p:cNvPr>
          <p:cNvSpPr txBox="1"/>
          <p:nvPr/>
        </p:nvSpPr>
        <p:spPr>
          <a:xfrm>
            <a:off x="3458700" y="2755663"/>
            <a:ext cx="841175" cy="363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</a:pPr>
            <a:r>
              <a:rPr lang="en-US" sz="1200" b="0" i="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Contents</a:t>
            </a:r>
            <a:endParaRPr sz="1200" b="0" i="0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378;p7">
            <a:extLst>
              <a:ext uri="{FF2B5EF4-FFF2-40B4-BE49-F238E27FC236}">
                <a16:creationId xmlns:a16="http://schemas.microsoft.com/office/drawing/2014/main" id="{5D7D7EFF-598A-9448-A005-61C911834DEB}"/>
              </a:ext>
            </a:extLst>
          </p:cNvPr>
          <p:cNvSpPr/>
          <p:nvPr/>
        </p:nvSpPr>
        <p:spPr>
          <a:xfrm>
            <a:off x="4972333" y="2782299"/>
            <a:ext cx="1444180" cy="307665"/>
          </a:xfrm>
          <a:prstGeom prst="rect">
            <a:avLst/>
          </a:prstGeom>
          <a:solidFill>
            <a:srgbClr val="3BBB8E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5">
                  <a:lumMod val="5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379;p7">
            <a:extLst>
              <a:ext uri="{FF2B5EF4-FFF2-40B4-BE49-F238E27FC236}">
                <a16:creationId xmlns:a16="http://schemas.microsoft.com/office/drawing/2014/main" id="{C7FC725B-85DC-C546-B84B-B627108D3B63}"/>
              </a:ext>
            </a:extLst>
          </p:cNvPr>
          <p:cNvSpPr txBox="1"/>
          <p:nvPr/>
        </p:nvSpPr>
        <p:spPr>
          <a:xfrm>
            <a:off x="5011275" y="2755663"/>
            <a:ext cx="841175" cy="363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</a:pPr>
            <a:r>
              <a:rPr lang="en-US" sz="1200" b="0" i="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Contents</a:t>
            </a:r>
            <a:endParaRPr sz="1200" b="0" i="0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380;p7">
            <a:extLst>
              <a:ext uri="{FF2B5EF4-FFF2-40B4-BE49-F238E27FC236}">
                <a16:creationId xmlns:a16="http://schemas.microsoft.com/office/drawing/2014/main" id="{DF81A696-C293-9E43-AF6C-F36308C6870B}"/>
              </a:ext>
            </a:extLst>
          </p:cNvPr>
          <p:cNvSpPr txBox="1"/>
          <p:nvPr/>
        </p:nvSpPr>
        <p:spPr>
          <a:xfrm>
            <a:off x="6893810" y="2373542"/>
            <a:ext cx="1213770" cy="363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</a:pPr>
            <a:r>
              <a:rPr lang="en-US" sz="1200" b="1" i="0">
                <a:latin typeface="Arial"/>
                <a:ea typeface="Arial"/>
                <a:cs typeface="Arial"/>
                <a:sym typeface="Arial"/>
              </a:rPr>
              <a:t>TITLE TITLE </a:t>
            </a:r>
            <a:endParaRPr/>
          </a:p>
        </p:txBody>
      </p:sp>
      <p:sp>
        <p:nvSpPr>
          <p:cNvPr id="18" name="Google Shape;382;p7">
            <a:extLst>
              <a:ext uri="{FF2B5EF4-FFF2-40B4-BE49-F238E27FC236}">
                <a16:creationId xmlns:a16="http://schemas.microsoft.com/office/drawing/2014/main" id="{2DE56169-2AC6-A749-9190-F0CCBBFDE0CD}"/>
              </a:ext>
            </a:extLst>
          </p:cNvPr>
          <p:cNvSpPr/>
          <p:nvPr/>
        </p:nvSpPr>
        <p:spPr>
          <a:xfrm>
            <a:off x="6975722" y="2782299"/>
            <a:ext cx="1444180" cy="307665"/>
          </a:xfrm>
          <a:prstGeom prst="rect">
            <a:avLst/>
          </a:prstGeom>
          <a:solidFill>
            <a:srgbClr val="6EDAA8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383;p7">
            <a:extLst>
              <a:ext uri="{FF2B5EF4-FFF2-40B4-BE49-F238E27FC236}">
                <a16:creationId xmlns:a16="http://schemas.microsoft.com/office/drawing/2014/main" id="{1D9B1FA5-F60C-AC45-A7E5-EC64248BBC00}"/>
              </a:ext>
            </a:extLst>
          </p:cNvPr>
          <p:cNvSpPr txBox="1"/>
          <p:nvPr/>
        </p:nvSpPr>
        <p:spPr>
          <a:xfrm>
            <a:off x="7014664" y="2755663"/>
            <a:ext cx="1092916" cy="363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</a:pPr>
            <a:r>
              <a:rPr lang="en-US" sz="1200" b="1" i="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Contents</a:t>
            </a:r>
            <a:endParaRPr sz="1200" b="1" i="0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385;p7">
            <a:extLst>
              <a:ext uri="{FF2B5EF4-FFF2-40B4-BE49-F238E27FC236}">
                <a16:creationId xmlns:a16="http://schemas.microsoft.com/office/drawing/2014/main" id="{45DF5765-1B6C-9B41-9097-0CEF52AD4E8B}"/>
              </a:ext>
            </a:extLst>
          </p:cNvPr>
          <p:cNvSpPr/>
          <p:nvPr/>
        </p:nvSpPr>
        <p:spPr>
          <a:xfrm>
            <a:off x="8547347" y="2782299"/>
            <a:ext cx="1444180" cy="307665"/>
          </a:xfrm>
          <a:prstGeom prst="rect">
            <a:avLst/>
          </a:prstGeom>
          <a:solidFill>
            <a:srgbClr val="9AE992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386;p7">
            <a:extLst>
              <a:ext uri="{FF2B5EF4-FFF2-40B4-BE49-F238E27FC236}">
                <a16:creationId xmlns:a16="http://schemas.microsoft.com/office/drawing/2014/main" id="{9FD1DA8D-D7E8-6044-A50F-C73CD9C62A5A}"/>
              </a:ext>
            </a:extLst>
          </p:cNvPr>
          <p:cNvSpPr txBox="1"/>
          <p:nvPr/>
        </p:nvSpPr>
        <p:spPr>
          <a:xfrm>
            <a:off x="8586289" y="2755663"/>
            <a:ext cx="995827" cy="363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</a:pPr>
            <a:r>
              <a:rPr lang="en-US" sz="1200" b="1" i="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Contents</a:t>
            </a:r>
            <a:endParaRPr sz="1200" b="1" i="0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387;p7">
            <a:extLst>
              <a:ext uri="{FF2B5EF4-FFF2-40B4-BE49-F238E27FC236}">
                <a16:creationId xmlns:a16="http://schemas.microsoft.com/office/drawing/2014/main" id="{B1BA5CE3-6D1D-0D42-BA3A-9FD50F644F52}"/>
              </a:ext>
            </a:extLst>
          </p:cNvPr>
          <p:cNvSpPr txBox="1"/>
          <p:nvPr/>
        </p:nvSpPr>
        <p:spPr>
          <a:xfrm>
            <a:off x="1848133" y="3429000"/>
            <a:ext cx="1733260" cy="363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</a:pPr>
            <a:r>
              <a:rPr lang="en-US" sz="1200" b="1" i="0" dirty="0">
                <a:solidFill>
                  <a:srgbClr val="009056"/>
                </a:solidFill>
                <a:latin typeface="Arial"/>
                <a:ea typeface="Arial"/>
                <a:cs typeface="Arial"/>
                <a:sym typeface="Arial"/>
              </a:rPr>
              <a:t>TITLE</a:t>
            </a:r>
            <a:endParaRPr sz="1200" b="1" i="0" dirty="0">
              <a:solidFill>
                <a:srgbClr val="00905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388;p7">
            <a:extLst>
              <a:ext uri="{FF2B5EF4-FFF2-40B4-BE49-F238E27FC236}">
                <a16:creationId xmlns:a16="http://schemas.microsoft.com/office/drawing/2014/main" id="{339BB6BD-B396-CE4E-ACBE-869ED1E67BCB}"/>
              </a:ext>
            </a:extLst>
          </p:cNvPr>
          <p:cNvSpPr txBox="1"/>
          <p:nvPr/>
        </p:nvSpPr>
        <p:spPr>
          <a:xfrm>
            <a:off x="1891120" y="3925022"/>
            <a:ext cx="1366297" cy="6667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rPr lang="en-US" sz="12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Subtitle</a:t>
            </a:r>
            <a:endParaRPr/>
          </a:p>
        </p:txBody>
      </p:sp>
      <p:sp>
        <p:nvSpPr>
          <p:cNvPr id="24" name="Google Shape;389;p7">
            <a:extLst>
              <a:ext uri="{FF2B5EF4-FFF2-40B4-BE49-F238E27FC236}">
                <a16:creationId xmlns:a16="http://schemas.microsoft.com/office/drawing/2014/main" id="{D64EADB2-5097-6E4B-B03B-9EA5167CE652}"/>
              </a:ext>
            </a:extLst>
          </p:cNvPr>
          <p:cNvSpPr txBox="1"/>
          <p:nvPr/>
        </p:nvSpPr>
        <p:spPr>
          <a:xfrm>
            <a:off x="1891120" y="4657179"/>
            <a:ext cx="1366297" cy="363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rPr lang="en-US" sz="12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Contents</a:t>
            </a:r>
            <a:endParaRPr sz="1200" b="0" i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390;p7">
            <a:extLst>
              <a:ext uri="{FF2B5EF4-FFF2-40B4-BE49-F238E27FC236}">
                <a16:creationId xmlns:a16="http://schemas.microsoft.com/office/drawing/2014/main" id="{0DDC1E24-EE1A-C94F-8145-EAE8B3CE7D2F}"/>
              </a:ext>
            </a:extLst>
          </p:cNvPr>
          <p:cNvSpPr txBox="1"/>
          <p:nvPr/>
        </p:nvSpPr>
        <p:spPr>
          <a:xfrm>
            <a:off x="1891120" y="4930686"/>
            <a:ext cx="1366297" cy="363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rPr lang="en-US" sz="12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Contents</a:t>
            </a:r>
            <a:endParaRPr sz="1200" b="0" i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391;p7">
            <a:extLst>
              <a:ext uri="{FF2B5EF4-FFF2-40B4-BE49-F238E27FC236}">
                <a16:creationId xmlns:a16="http://schemas.microsoft.com/office/drawing/2014/main" id="{48F9C9B7-9F37-354F-94B1-429200A91445}"/>
              </a:ext>
            </a:extLst>
          </p:cNvPr>
          <p:cNvSpPr txBox="1"/>
          <p:nvPr/>
        </p:nvSpPr>
        <p:spPr>
          <a:xfrm>
            <a:off x="3462745" y="3925022"/>
            <a:ext cx="1366297" cy="6667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4D66"/>
              </a:buClr>
              <a:buSzPts val="1200"/>
              <a:buFont typeface="Arial"/>
              <a:buNone/>
            </a:pPr>
            <a:r>
              <a:rPr lang="en-US" sz="1200" b="0" i="0" dirty="0">
                <a:latin typeface="Arial"/>
                <a:ea typeface="Arial"/>
                <a:cs typeface="Arial"/>
                <a:sym typeface="Arial"/>
              </a:rPr>
              <a:t>Subtitle</a:t>
            </a:r>
            <a:endParaRPr dirty="0"/>
          </a:p>
        </p:txBody>
      </p:sp>
      <p:sp>
        <p:nvSpPr>
          <p:cNvPr id="29" name="Google Shape;394;p7">
            <a:extLst>
              <a:ext uri="{FF2B5EF4-FFF2-40B4-BE49-F238E27FC236}">
                <a16:creationId xmlns:a16="http://schemas.microsoft.com/office/drawing/2014/main" id="{5B35E55C-B32E-3C4B-9E4E-0E7B847357EF}"/>
              </a:ext>
            </a:extLst>
          </p:cNvPr>
          <p:cNvSpPr txBox="1"/>
          <p:nvPr/>
        </p:nvSpPr>
        <p:spPr>
          <a:xfrm>
            <a:off x="5293879" y="3429000"/>
            <a:ext cx="1733260" cy="363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</a:pPr>
            <a:r>
              <a:rPr lang="en-US" sz="1200" b="1" i="0">
                <a:solidFill>
                  <a:srgbClr val="009056"/>
                </a:solidFill>
                <a:latin typeface="Arial"/>
                <a:ea typeface="Arial"/>
                <a:cs typeface="Arial"/>
                <a:sym typeface="Arial"/>
              </a:rPr>
              <a:t>TITLE</a:t>
            </a:r>
            <a:endParaRPr sz="1200" b="1" i="0">
              <a:solidFill>
                <a:srgbClr val="00905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95;p7">
            <a:extLst>
              <a:ext uri="{FF2B5EF4-FFF2-40B4-BE49-F238E27FC236}">
                <a16:creationId xmlns:a16="http://schemas.microsoft.com/office/drawing/2014/main" id="{60ADD8C5-3EF9-7841-B982-892F7FB88167}"/>
              </a:ext>
            </a:extLst>
          </p:cNvPr>
          <p:cNvSpPr/>
          <p:nvPr/>
        </p:nvSpPr>
        <p:spPr>
          <a:xfrm rot="-5400000">
            <a:off x="5290310" y="3848939"/>
            <a:ext cx="1451318" cy="144418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96;p7">
            <a:extLst>
              <a:ext uri="{FF2B5EF4-FFF2-40B4-BE49-F238E27FC236}">
                <a16:creationId xmlns:a16="http://schemas.microsoft.com/office/drawing/2014/main" id="{96E2D99C-14CE-6F45-A9E5-3751401E64E2}"/>
              </a:ext>
            </a:extLst>
          </p:cNvPr>
          <p:cNvSpPr txBox="1"/>
          <p:nvPr/>
        </p:nvSpPr>
        <p:spPr>
          <a:xfrm>
            <a:off x="5336866" y="3925022"/>
            <a:ext cx="1366297" cy="6667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4D66"/>
              </a:buClr>
              <a:buSzPts val="1200"/>
              <a:buFont typeface="Arial"/>
              <a:buNone/>
            </a:pPr>
            <a:r>
              <a:rPr lang="en-US" sz="1200" b="0" i="0" dirty="0">
                <a:latin typeface="Arial"/>
                <a:ea typeface="Arial"/>
                <a:cs typeface="Arial"/>
                <a:sym typeface="Arial"/>
              </a:rPr>
              <a:t>Subtitle</a:t>
            </a:r>
            <a:endParaRPr dirty="0"/>
          </a:p>
        </p:txBody>
      </p:sp>
      <p:sp>
        <p:nvSpPr>
          <p:cNvPr id="32" name="Google Shape;397;p7">
            <a:extLst>
              <a:ext uri="{FF2B5EF4-FFF2-40B4-BE49-F238E27FC236}">
                <a16:creationId xmlns:a16="http://schemas.microsoft.com/office/drawing/2014/main" id="{CB4DD212-C216-B449-827E-4E329A362C11}"/>
              </a:ext>
            </a:extLst>
          </p:cNvPr>
          <p:cNvSpPr txBox="1"/>
          <p:nvPr/>
        </p:nvSpPr>
        <p:spPr>
          <a:xfrm>
            <a:off x="5336866" y="4657179"/>
            <a:ext cx="1366297" cy="363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</a:pPr>
            <a:r>
              <a:rPr lang="en-US" sz="1200" b="0" i="0">
                <a:latin typeface="Arial"/>
                <a:ea typeface="Arial"/>
                <a:cs typeface="Arial"/>
                <a:sym typeface="Arial"/>
              </a:rPr>
              <a:t>Contents</a:t>
            </a:r>
            <a:endParaRPr sz="1200" b="0" i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98;p7">
            <a:extLst>
              <a:ext uri="{FF2B5EF4-FFF2-40B4-BE49-F238E27FC236}">
                <a16:creationId xmlns:a16="http://schemas.microsoft.com/office/drawing/2014/main" id="{6CD4121E-6286-8A4F-BE02-CDAFC3180B82}"/>
              </a:ext>
            </a:extLst>
          </p:cNvPr>
          <p:cNvSpPr txBox="1"/>
          <p:nvPr/>
        </p:nvSpPr>
        <p:spPr>
          <a:xfrm>
            <a:off x="5336866" y="4930686"/>
            <a:ext cx="1366297" cy="363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</a:pPr>
            <a:r>
              <a:rPr lang="en-US" sz="1200" b="0" i="0">
                <a:latin typeface="Arial"/>
                <a:ea typeface="Arial"/>
                <a:cs typeface="Arial"/>
                <a:sym typeface="Arial"/>
              </a:rPr>
              <a:t>Contents</a:t>
            </a:r>
            <a:endParaRPr sz="1200" b="0" i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99;p7">
            <a:extLst>
              <a:ext uri="{FF2B5EF4-FFF2-40B4-BE49-F238E27FC236}">
                <a16:creationId xmlns:a16="http://schemas.microsoft.com/office/drawing/2014/main" id="{3FC0317F-33CF-134C-9CF4-336314B2B72B}"/>
              </a:ext>
            </a:extLst>
          </p:cNvPr>
          <p:cNvSpPr/>
          <p:nvPr/>
        </p:nvSpPr>
        <p:spPr>
          <a:xfrm rot="-5400000">
            <a:off x="7252900" y="3456675"/>
            <a:ext cx="666790" cy="1444180"/>
          </a:xfrm>
          <a:prstGeom prst="rect">
            <a:avLst/>
          </a:prstGeom>
          <a:solidFill>
            <a:srgbClr val="F3FC78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400;p7">
            <a:extLst>
              <a:ext uri="{FF2B5EF4-FFF2-40B4-BE49-F238E27FC236}">
                <a16:creationId xmlns:a16="http://schemas.microsoft.com/office/drawing/2014/main" id="{9CF93B6B-0DDB-B541-B56E-83E8006B676B}"/>
              </a:ext>
            </a:extLst>
          </p:cNvPr>
          <p:cNvSpPr txBox="1"/>
          <p:nvPr/>
        </p:nvSpPr>
        <p:spPr>
          <a:xfrm>
            <a:off x="6907192" y="3925022"/>
            <a:ext cx="1366297" cy="6667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4D66"/>
              </a:buClr>
              <a:buSzPts val="1200"/>
              <a:buFont typeface="Arial"/>
              <a:buNone/>
            </a:pPr>
            <a:r>
              <a:rPr lang="en-US" sz="1200" b="0" i="0" dirty="0">
                <a:latin typeface="Arial"/>
                <a:ea typeface="Arial"/>
                <a:cs typeface="Arial"/>
                <a:sym typeface="Arial"/>
              </a:rPr>
              <a:t>Subtitle</a:t>
            </a:r>
            <a:endParaRPr dirty="0"/>
          </a:p>
        </p:txBody>
      </p:sp>
      <p:grpSp>
        <p:nvGrpSpPr>
          <p:cNvPr id="38" name="Google Shape;403;p7">
            <a:extLst>
              <a:ext uri="{FF2B5EF4-FFF2-40B4-BE49-F238E27FC236}">
                <a16:creationId xmlns:a16="http://schemas.microsoft.com/office/drawing/2014/main" id="{296A8694-95BA-DF46-9890-B46B06F13D4B}"/>
              </a:ext>
            </a:extLst>
          </p:cNvPr>
          <p:cNvGrpSpPr/>
          <p:nvPr/>
        </p:nvGrpSpPr>
        <p:grpSpPr>
          <a:xfrm>
            <a:off x="8434531" y="3845370"/>
            <a:ext cx="1444180" cy="1451318"/>
            <a:chOff x="1895025" y="3845370"/>
            <a:chExt cx="1444180" cy="1451318"/>
          </a:xfrm>
          <a:solidFill>
            <a:schemeClr val="bg1"/>
          </a:solidFill>
          <a:effectLst/>
        </p:grpSpPr>
        <p:sp>
          <p:nvSpPr>
            <p:cNvPr id="39" name="Google Shape;404;p7">
              <a:extLst>
                <a:ext uri="{FF2B5EF4-FFF2-40B4-BE49-F238E27FC236}">
                  <a16:creationId xmlns:a16="http://schemas.microsoft.com/office/drawing/2014/main" id="{0F6D73E0-997F-3B4E-B139-5F428F52F625}"/>
                </a:ext>
              </a:extLst>
            </p:cNvPr>
            <p:cNvSpPr/>
            <p:nvPr/>
          </p:nvSpPr>
          <p:spPr>
            <a:xfrm rot="-5400000">
              <a:off x="1891456" y="3848939"/>
              <a:ext cx="1451318" cy="1444180"/>
            </a:xfrm>
            <a:prstGeom prst="rect">
              <a:avLst/>
            </a:prstGeom>
            <a:grpFill/>
            <a:ln>
              <a:noFill/>
            </a:ln>
            <a:effectLst/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E50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" name="Google Shape;405;p7">
              <a:extLst>
                <a:ext uri="{FF2B5EF4-FFF2-40B4-BE49-F238E27FC236}">
                  <a16:creationId xmlns:a16="http://schemas.microsoft.com/office/drawing/2014/main" id="{EECF7B73-315B-D24C-B13B-925B5ECC335B}"/>
                </a:ext>
              </a:extLst>
            </p:cNvPr>
            <p:cNvSpPr txBox="1"/>
            <p:nvPr/>
          </p:nvSpPr>
          <p:spPr>
            <a:xfrm>
              <a:off x="1938012" y="3925022"/>
              <a:ext cx="1366297" cy="666789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84D66"/>
                </a:buClr>
                <a:buSzPts val="1200"/>
                <a:buFont typeface="Arial"/>
                <a:buNone/>
              </a:pPr>
              <a:r>
                <a:rPr lang="en-US" sz="1200" b="1" i="0" dirty="0">
                  <a:latin typeface="Arial"/>
                  <a:ea typeface="Arial"/>
                  <a:cs typeface="Arial"/>
                  <a:sym typeface="Arial"/>
                </a:rPr>
                <a:t>Subtitle</a:t>
              </a:r>
              <a:endParaRPr b="1" dirty="0"/>
            </a:p>
          </p:txBody>
        </p:sp>
        <p:sp>
          <p:nvSpPr>
            <p:cNvPr id="41" name="Google Shape;406;p7">
              <a:extLst>
                <a:ext uri="{FF2B5EF4-FFF2-40B4-BE49-F238E27FC236}">
                  <a16:creationId xmlns:a16="http://schemas.microsoft.com/office/drawing/2014/main" id="{49113957-5C92-EB40-B9C9-49731F6B496B}"/>
                </a:ext>
              </a:extLst>
            </p:cNvPr>
            <p:cNvSpPr txBox="1"/>
            <p:nvPr/>
          </p:nvSpPr>
          <p:spPr>
            <a:xfrm>
              <a:off x="1938012" y="4657179"/>
              <a:ext cx="1366297" cy="363071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200"/>
                <a:buFont typeface="Arial"/>
                <a:buNone/>
              </a:pPr>
              <a:r>
                <a:rPr lang="en-US" sz="1200" b="0" i="0" dirty="0">
                  <a:latin typeface="Arial"/>
                  <a:ea typeface="Arial"/>
                  <a:cs typeface="Arial"/>
                  <a:sym typeface="Arial"/>
                </a:rPr>
                <a:t>Contents</a:t>
              </a:r>
              <a:endParaRPr sz="1200" b="0" i="0" dirty="0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07;p7">
              <a:extLst>
                <a:ext uri="{FF2B5EF4-FFF2-40B4-BE49-F238E27FC236}">
                  <a16:creationId xmlns:a16="http://schemas.microsoft.com/office/drawing/2014/main" id="{3B79B434-5587-EB45-8EB3-7213F84FD277}"/>
                </a:ext>
              </a:extLst>
            </p:cNvPr>
            <p:cNvSpPr txBox="1"/>
            <p:nvPr/>
          </p:nvSpPr>
          <p:spPr>
            <a:xfrm>
              <a:off x="1938012" y="4930686"/>
              <a:ext cx="1366297" cy="363071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200"/>
                <a:buFont typeface="Arial"/>
                <a:buNone/>
              </a:pPr>
              <a:r>
                <a:rPr lang="en-US" sz="1200" b="0" i="0" dirty="0">
                  <a:latin typeface="Arial"/>
                  <a:ea typeface="Arial"/>
                  <a:cs typeface="Arial"/>
                  <a:sym typeface="Arial"/>
                </a:rPr>
                <a:t>Contents</a:t>
              </a:r>
              <a:endParaRPr sz="1200" b="0" i="0" dirty="0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3" name="Google Shape;418;p7">
            <a:extLst>
              <a:ext uri="{FF2B5EF4-FFF2-40B4-BE49-F238E27FC236}">
                <a16:creationId xmlns:a16="http://schemas.microsoft.com/office/drawing/2014/main" id="{8C5EC7B9-FFA6-984A-A6E1-E518F8A43131}"/>
              </a:ext>
            </a:extLst>
          </p:cNvPr>
          <p:cNvSpPr/>
          <p:nvPr/>
        </p:nvSpPr>
        <p:spPr>
          <a:xfrm>
            <a:off x="10118240" y="2782299"/>
            <a:ext cx="957469" cy="251145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19;p7">
            <a:extLst>
              <a:ext uri="{FF2B5EF4-FFF2-40B4-BE49-F238E27FC236}">
                <a16:creationId xmlns:a16="http://schemas.microsoft.com/office/drawing/2014/main" id="{8C19ED16-63F0-354B-BCE3-1CD8E7AC5867}"/>
              </a:ext>
            </a:extLst>
          </p:cNvPr>
          <p:cNvSpPr txBox="1"/>
          <p:nvPr/>
        </p:nvSpPr>
        <p:spPr>
          <a:xfrm>
            <a:off x="10186022" y="2755663"/>
            <a:ext cx="821904" cy="1169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</a:pPr>
            <a:r>
              <a:rPr lang="en-US" sz="1200" b="0" i="0" dirty="0">
                <a:latin typeface="Arial"/>
                <a:ea typeface="Arial"/>
                <a:cs typeface="Arial"/>
                <a:sym typeface="Arial"/>
              </a:rPr>
              <a:t>Contents</a:t>
            </a:r>
            <a:endParaRPr dirty="0"/>
          </a:p>
          <a:p>
            <a:pPr marL="0" marR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</a:pPr>
            <a:r>
              <a:rPr lang="en-US" sz="1200" b="0" i="0" dirty="0">
                <a:latin typeface="Arial"/>
                <a:ea typeface="Arial"/>
                <a:cs typeface="Arial"/>
                <a:sym typeface="Arial"/>
              </a:rPr>
              <a:t>Contents</a:t>
            </a:r>
            <a:endParaRPr sz="1200" b="0" i="0" dirty="0"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</a:pPr>
            <a:r>
              <a:rPr lang="en-US" sz="1200" b="0" i="0" dirty="0">
                <a:latin typeface="Arial"/>
                <a:ea typeface="Arial"/>
                <a:cs typeface="Arial"/>
                <a:sym typeface="Arial"/>
              </a:rPr>
              <a:t>Contents</a:t>
            </a:r>
            <a:endParaRPr sz="1200" b="0" i="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20;p7">
            <a:extLst>
              <a:ext uri="{FF2B5EF4-FFF2-40B4-BE49-F238E27FC236}">
                <a16:creationId xmlns:a16="http://schemas.microsoft.com/office/drawing/2014/main" id="{B93507BF-DAEB-404D-98C9-BDD9FAB1796F}"/>
              </a:ext>
            </a:extLst>
          </p:cNvPr>
          <p:cNvSpPr txBox="1"/>
          <p:nvPr/>
        </p:nvSpPr>
        <p:spPr>
          <a:xfrm>
            <a:off x="10012149" y="2373542"/>
            <a:ext cx="1063560" cy="363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</a:pPr>
            <a:r>
              <a:rPr lang="en-US" sz="1200" b="1" i="0" dirty="0">
                <a:latin typeface="Arial"/>
                <a:ea typeface="Arial"/>
                <a:cs typeface="Arial"/>
                <a:sym typeface="Arial"/>
              </a:rPr>
              <a:t>TITLE</a:t>
            </a:r>
            <a:endParaRPr sz="1200" b="1" i="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399;p7">
            <a:extLst>
              <a:ext uri="{FF2B5EF4-FFF2-40B4-BE49-F238E27FC236}">
                <a16:creationId xmlns:a16="http://schemas.microsoft.com/office/drawing/2014/main" id="{20252769-49A2-7840-9DDA-4199409DCAC0}"/>
              </a:ext>
            </a:extLst>
          </p:cNvPr>
          <p:cNvSpPr/>
          <p:nvPr/>
        </p:nvSpPr>
        <p:spPr>
          <a:xfrm rot="-5400000">
            <a:off x="7259282" y="4238272"/>
            <a:ext cx="666790" cy="1444180"/>
          </a:xfrm>
          <a:prstGeom prst="rect">
            <a:avLst/>
          </a:prstGeom>
          <a:solidFill>
            <a:srgbClr val="9AE992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401;p7">
            <a:extLst>
              <a:ext uri="{FF2B5EF4-FFF2-40B4-BE49-F238E27FC236}">
                <a16:creationId xmlns:a16="http://schemas.microsoft.com/office/drawing/2014/main" id="{059D4786-0AC8-2B41-A2CA-DC01123AC37A}"/>
              </a:ext>
            </a:extLst>
          </p:cNvPr>
          <p:cNvSpPr txBox="1"/>
          <p:nvPr/>
        </p:nvSpPr>
        <p:spPr>
          <a:xfrm>
            <a:off x="6907192" y="4657179"/>
            <a:ext cx="1366297" cy="363071"/>
          </a:xfrm>
          <a:prstGeom prst="rect">
            <a:avLst/>
          </a:prstGeom>
          <a:solidFill>
            <a:srgbClr val="9AE99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</a:pPr>
            <a:r>
              <a:rPr lang="en-US" sz="1200" b="0" i="0" dirty="0">
                <a:solidFill>
                  <a:srgbClr val="009056"/>
                </a:solidFill>
                <a:latin typeface="Arial"/>
                <a:ea typeface="Arial"/>
                <a:cs typeface="Arial"/>
                <a:sym typeface="Arial"/>
              </a:rPr>
              <a:t>Contents</a:t>
            </a:r>
            <a:endParaRPr sz="1200" b="0" i="0" dirty="0">
              <a:solidFill>
                <a:srgbClr val="00905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402;p7">
            <a:extLst>
              <a:ext uri="{FF2B5EF4-FFF2-40B4-BE49-F238E27FC236}">
                <a16:creationId xmlns:a16="http://schemas.microsoft.com/office/drawing/2014/main" id="{6AFBB1D4-F597-DD48-BBC2-8D2CEC0E698F}"/>
              </a:ext>
            </a:extLst>
          </p:cNvPr>
          <p:cNvSpPr txBox="1"/>
          <p:nvPr/>
        </p:nvSpPr>
        <p:spPr>
          <a:xfrm>
            <a:off x="6907192" y="4930686"/>
            <a:ext cx="1366297" cy="363071"/>
          </a:xfrm>
          <a:prstGeom prst="rect">
            <a:avLst/>
          </a:prstGeom>
          <a:solidFill>
            <a:srgbClr val="9AE99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</a:pPr>
            <a:r>
              <a:rPr lang="en-US" sz="1200" b="0" i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Contents</a:t>
            </a:r>
            <a:endParaRPr sz="1200" b="0" i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364;p7">
            <a:extLst>
              <a:ext uri="{FF2B5EF4-FFF2-40B4-BE49-F238E27FC236}">
                <a16:creationId xmlns:a16="http://schemas.microsoft.com/office/drawing/2014/main" id="{BF455A23-FA4B-CC4F-B0FD-B223DB23F236}"/>
              </a:ext>
            </a:extLst>
          </p:cNvPr>
          <p:cNvSpPr/>
          <p:nvPr/>
        </p:nvSpPr>
        <p:spPr>
          <a:xfrm>
            <a:off x="3418736" y="4626967"/>
            <a:ext cx="1438074" cy="66679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392;p7">
            <a:extLst>
              <a:ext uri="{FF2B5EF4-FFF2-40B4-BE49-F238E27FC236}">
                <a16:creationId xmlns:a16="http://schemas.microsoft.com/office/drawing/2014/main" id="{ED9E3688-B413-DD45-863B-BDF2E4DBB6FA}"/>
              </a:ext>
            </a:extLst>
          </p:cNvPr>
          <p:cNvSpPr txBox="1"/>
          <p:nvPr/>
        </p:nvSpPr>
        <p:spPr>
          <a:xfrm>
            <a:off x="3462745" y="4657179"/>
            <a:ext cx="1366297" cy="363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</a:pPr>
            <a:r>
              <a:rPr lang="en-US" sz="1200" b="0" i="0">
                <a:latin typeface="Arial"/>
                <a:ea typeface="Arial"/>
                <a:cs typeface="Arial"/>
                <a:sym typeface="Arial"/>
              </a:rPr>
              <a:t>Contents</a:t>
            </a:r>
            <a:endParaRPr sz="1200" b="0" i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393;p7">
            <a:extLst>
              <a:ext uri="{FF2B5EF4-FFF2-40B4-BE49-F238E27FC236}">
                <a16:creationId xmlns:a16="http://schemas.microsoft.com/office/drawing/2014/main" id="{4DFEE428-BDC6-C342-94BE-2E0DCA6D4A81}"/>
              </a:ext>
            </a:extLst>
          </p:cNvPr>
          <p:cNvSpPr txBox="1"/>
          <p:nvPr/>
        </p:nvSpPr>
        <p:spPr>
          <a:xfrm>
            <a:off x="3462745" y="4930686"/>
            <a:ext cx="1366297" cy="363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</a:pPr>
            <a:r>
              <a:rPr lang="en-US" sz="1200" b="0" i="0">
                <a:latin typeface="Arial"/>
                <a:ea typeface="Arial"/>
                <a:cs typeface="Arial"/>
                <a:sym typeface="Arial"/>
              </a:rPr>
              <a:t>Contents</a:t>
            </a:r>
            <a:endParaRPr sz="1200" b="0" i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645;p22">
            <a:extLst>
              <a:ext uri="{FF2B5EF4-FFF2-40B4-BE49-F238E27FC236}">
                <a16:creationId xmlns:a16="http://schemas.microsoft.com/office/drawing/2014/main" id="{4E3B3B3E-D02F-8743-A255-8BA9EEB8E0A9}"/>
              </a:ext>
            </a:extLst>
          </p:cNvPr>
          <p:cNvSpPr txBox="1">
            <a:spLocks/>
          </p:cNvSpPr>
          <p:nvPr/>
        </p:nvSpPr>
        <p:spPr>
          <a:xfrm rot="5400000">
            <a:off x="-1043451" y="1613707"/>
            <a:ext cx="3002424" cy="31570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SzPct val="318181"/>
              <a:buFont typeface="Arial" panose="020B0604020202020204" pitchFamily="34" charset="0"/>
              <a:buNone/>
            </a:pPr>
            <a:r>
              <a:rPr lang="en-US" sz="1200" spc="100" dirty="0">
                <a:solidFill>
                  <a:schemeClr val="bg1"/>
                </a:solidFill>
              </a:rPr>
              <a:t>Tittle</a:t>
            </a:r>
          </a:p>
        </p:txBody>
      </p:sp>
    </p:spTree>
    <p:extLst>
      <p:ext uri="{BB962C8B-B14F-4D97-AF65-F5344CB8AC3E}">
        <p14:creationId xmlns:p14="http://schemas.microsoft.com/office/powerpoint/2010/main" val="284145788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517;p14">
            <a:extLst>
              <a:ext uri="{FF2B5EF4-FFF2-40B4-BE49-F238E27FC236}">
                <a16:creationId xmlns:a16="http://schemas.microsoft.com/office/drawing/2014/main" id="{5FE50F75-3596-854F-8B56-B61A5F805389}"/>
              </a:ext>
            </a:extLst>
          </p:cNvPr>
          <p:cNvSpPr txBox="1"/>
          <p:nvPr/>
        </p:nvSpPr>
        <p:spPr>
          <a:xfrm>
            <a:off x="1602805" y="673881"/>
            <a:ext cx="3559692" cy="986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200" b="1" dirty="0">
                <a:solidFill>
                  <a:schemeClr val="dk1"/>
                </a:solidFill>
                <a:latin typeface="Arial"/>
                <a:cs typeface="Arial"/>
                <a:sym typeface="Arial"/>
              </a:rPr>
              <a:t>Connector</a:t>
            </a:r>
            <a:endParaRPr dirty="0"/>
          </a:p>
        </p:txBody>
      </p:sp>
      <p:sp>
        <p:nvSpPr>
          <p:cNvPr id="47" name="Google Shape;645;p22">
            <a:extLst>
              <a:ext uri="{FF2B5EF4-FFF2-40B4-BE49-F238E27FC236}">
                <a16:creationId xmlns:a16="http://schemas.microsoft.com/office/drawing/2014/main" id="{4E3B3B3E-D02F-8743-A255-8BA9EEB8E0A9}"/>
              </a:ext>
            </a:extLst>
          </p:cNvPr>
          <p:cNvSpPr txBox="1">
            <a:spLocks/>
          </p:cNvSpPr>
          <p:nvPr/>
        </p:nvSpPr>
        <p:spPr>
          <a:xfrm rot="5400000">
            <a:off x="-1043451" y="1613707"/>
            <a:ext cx="3002424" cy="31570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SzPct val="318181"/>
              <a:buFont typeface="Arial" panose="020B0604020202020204" pitchFamily="34" charset="0"/>
              <a:buNone/>
            </a:pPr>
            <a:r>
              <a:rPr lang="en-US" sz="1200" spc="100" dirty="0">
                <a:solidFill>
                  <a:schemeClr val="bg1"/>
                </a:solidFill>
              </a:rPr>
              <a:t>Tittle</a:t>
            </a:r>
          </a:p>
        </p:txBody>
      </p:sp>
      <p:cxnSp>
        <p:nvCxnSpPr>
          <p:cNvPr id="61" name="Straight Arrow Connector 57">
            <a:extLst>
              <a:ext uri="{FF2B5EF4-FFF2-40B4-BE49-F238E27FC236}">
                <a16:creationId xmlns:a16="http://schemas.microsoft.com/office/drawing/2014/main" id="{DF1F67F8-C905-824E-BF0F-32642069CDA5}"/>
              </a:ext>
            </a:extLst>
          </p:cNvPr>
          <p:cNvCxnSpPr/>
          <p:nvPr/>
        </p:nvCxnSpPr>
        <p:spPr bwMode="auto">
          <a:xfrm>
            <a:off x="5348831" y="1766797"/>
            <a:ext cx="0" cy="1623294"/>
          </a:xfrm>
          <a:prstGeom prst="straightConnector1">
            <a:avLst/>
          </a:prstGeom>
          <a:solidFill>
            <a:srgbClr val="00B8FF"/>
          </a:solidFill>
          <a:ln w="19050" cap="flat" cmpd="sng" algn="ctr">
            <a:solidFill>
              <a:schemeClr val="bg2">
                <a:lumMod val="75000"/>
              </a:schemeClr>
            </a:solidFill>
            <a:prstDash val="dash"/>
            <a:miter lim="800000"/>
            <a:headEnd type="arrow" w="med" len="sm"/>
            <a:tailEnd type="arrow" w="med" len="sm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59" name="Straight Arrow Connector 55">
            <a:extLst>
              <a:ext uri="{FF2B5EF4-FFF2-40B4-BE49-F238E27FC236}">
                <a16:creationId xmlns:a16="http://schemas.microsoft.com/office/drawing/2014/main" id="{A3B34836-444B-7D40-834C-895F20F3784D}"/>
              </a:ext>
            </a:extLst>
          </p:cNvPr>
          <p:cNvCxnSpPr/>
          <p:nvPr/>
        </p:nvCxnSpPr>
        <p:spPr bwMode="auto">
          <a:xfrm>
            <a:off x="2566923" y="1872067"/>
            <a:ext cx="2269115" cy="0"/>
          </a:xfrm>
          <a:prstGeom prst="straightConnector1">
            <a:avLst/>
          </a:prstGeom>
          <a:solidFill>
            <a:srgbClr val="00B8FF"/>
          </a:solidFill>
          <a:ln w="19050" cap="flat" cmpd="sng" algn="ctr">
            <a:solidFill>
              <a:srgbClr val="3BBB8E"/>
            </a:solidFill>
            <a:prstDash val="dash"/>
            <a:miter lim="800000"/>
            <a:headEnd type="none" w="med" len="sm"/>
            <a:tailEnd type="none" w="med" len="sm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57" name="Straight Arrow Connector 53">
            <a:extLst>
              <a:ext uri="{FF2B5EF4-FFF2-40B4-BE49-F238E27FC236}">
                <a16:creationId xmlns:a16="http://schemas.microsoft.com/office/drawing/2014/main" id="{7D972C73-D4AD-C040-B047-F0EA8774C2D1}"/>
              </a:ext>
            </a:extLst>
          </p:cNvPr>
          <p:cNvCxnSpPr/>
          <p:nvPr/>
        </p:nvCxnSpPr>
        <p:spPr bwMode="auto">
          <a:xfrm>
            <a:off x="2566923" y="2578444"/>
            <a:ext cx="2269115" cy="0"/>
          </a:xfrm>
          <a:prstGeom prst="straightConnector1">
            <a:avLst/>
          </a:prstGeom>
          <a:solidFill>
            <a:srgbClr val="00B8FF"/>
          </a:solidFill>
          <a:ln w="19050" cap="flat" cmpd="sng" algn="ctr">
            <a:solidFill>
              <a:schemeClr val="bg2">
                <a:lumMod val="75000"/>
              </a:schemeClr>
            </a:solidFill>
            <a:prstDash val="dash"/>
            <a:miter lim="800000"/>
            <a:headEnd type="none" w="med" len="sm"/>
            <a:tailEnd type="arrow" w="med" len="sm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55" name="Straight Arrow Connector 51">
            <a:extLst>
              <a:ext uri="{FF2B5EF4-FFF2-40B4-BE49-F238E27FC236}">
                <a16:creationId xmlns:a16="http://schemas.microsoft.com/office/drawing/2014/main" id="{5F196F2D-7ED3-C14D-B46F-7BCE12C69010}"/>
              </a:ext>
            </a:extLst>
          </p:cNvPr>
          <p:cNvCxnSpPr/>
          <p:nvPr/>
        </p:nvCxnSpPr>
        <p:spPr bwMode="auto">
          <a:xfrm>
            <a:off x="2566923" y="3284820"/>
            <a:ext cx="2269115" cy="0"/>
          </a:xfrm>
          <a:prstGeom prst="straightConnector1">
            <a:avLst/>
          </a:prstGeom>
          <a:solidFill>
            <a:srgbClr val="00B8FF"/>
          </a:solidFill>
          <a:ln w="19050" cap="flat" cmpd="sng" algn="ctr">
            <a:solidFill>
              <a:srgbClr val="00AA64"/>
            </a:solidFill>
            <a:prstDash val="dash"/>
            <a:miter lim="800000"/>
            <a:headEnd type="arrow" w="med" len="sm"/>
            <a:tailEnd type="arrow" w="med" len="sm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75" name="Straight Arrow Connector 71">
            <a:extLst>
              <a:ext uri="{FF2B5EF4-FFF2-40B4-BE49-F238E27FC236}">
                <a16:creationId xmlns:a16="http://schemas.microsoft.com/office/drawing/2014/main" id="{FC57BA42-8044-7A49-9D43-167247291700}"/>
              </a:ext>
            </a:extLst>
          </p:cNvPr>
          <p:cNvCxnSpPr/>
          <p:nvPr/>
        </p:nvCxnSpPr>
        <p:spPr bwMode="auto">
          <a:xfrm>
            <a:off x="5348831" y="4134957"/>
            <a:ext cx="0" cy="1623294"/>
          </a:xfrm>
          <a:prstGeom prst="straightConnector1">
            <a:avLst/>
          </a:prstGeom>
          <a:solidFill>
            <a:srgbClr val="00B8FF"/>
          </a:solidFill>
          <a:ln w="19050" cap="flat" cmpd="sng" algn="ctr">
            <a:solidFill>
              <a:schemeClr val="bg2">
                <a:lumMod val="75000"/>
              </a:schemeClr>
            </a:solidFill>
            <a:prstDash val="solid"/>
            <a:miter lim="800000"/>
            <a:headEnd type="arrow" w="med" len="sm"/>
            <a:tailEnd type="arrow" w="med" len="sm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73" name="Straight Arrow Connector 69">
            <a:extLst>
              <a:ext uri="{FF2B5EF4-FFF2-40B4-BE49-F238E27FC236}">
                <a16:creationId xmlns:a16="http://schemas.microsoft.com/office/drawing/2014/main" id="{23FB732E-0051-674E-922B-A463C1600E31}"/>
              </a:ext>
            </a:extLst>
          </p:cNvPr>
          <p:cNvCxnSpPr/>
          <p:nvPr/>
        </p:nvCxnSpPr>
        <p:spPr bwMode="auto">
          <a:xfrm>
            <a:off x="2566922" y="4240227"/>
            <a:ext cx="2269116" cy="0"/>
          </a:xfrm>
          <a:prstGeom prst="straightConnector1">
            <a:avLst/>
          </a:prstGeom>
          <a:solidFill>
            <a:srgbClr val="00B8FF"/>
          </a:solidFill>
          <a:ln w="1905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  <a:headEnd type="none" w="med" len="sm"/>
            <a:tailEnd type="none" w="med" len="sm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71" name="Straight Arrow Connector 67">
            <a:extLst>
              <a:ext uri="{FF2B5EF4-FFF2-40B4-BE49-F238E27FC236}">
                <a16:creationId xmlns:a16="http://schemas.microsoft.com/office/drawing/2014/main" id="{4FD62EA2-CFDF-C846-A7E7-012EC7528437}"/>
              </a:ext>
            </a:extLst>
          </p:cNvPr>
          <p:cNvCxnSpPr/>
          <p:nvPr/>
        </p:nvCxnSpPr>
        <p:spPr bwMode="auto">
          <a:xfrm>
            <a:off x="2566922" y="5652979"/>
            <a:ext cx="2269116" cy="0"/>
          </a:xfrm>
          <a:prstGeom prst="straightConnector1">
            <a:avLst/>
          </a:prstGeom>
          <a:solidFill>
            <a:srgbClr val="00B8FF"/>
          </a:solidFill>
          <a:ln w="1905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  <a:headEnd type="arrow" w="med" len="sm"/>
            <a:tailEnd type="arrow" w="med" len="sm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69" name="Straight Arrow Connector 65">
            <a:extLst>
              <a:ext uri="{FF2B5EF4-FFF2-40B4-BE49-F238E27FC236}">
                <a16:creationId xmlns:a16="http://schemas.microsoft.com/office/drawing/2014/main" id="{C166D372-E75A-CF4F-8F1D-2E6C2FC841D6}"/>
              </a:ext>
            </a:extLst>
          </p:cNvPr>
          <p:cNvCxnSpPr/>
          <p:nvPr/>
        </p:nvCxnSpPr>
        <p:spPr bwMode="auto">
          <a:xfrm>
            <a:off x="2566922" y="4946615"/>
            <a:ext cx="2269116" cy="0"/>
          </a:xfrm>
          <a:prstGeom prst="straightConnector1">
            <a:avLst/>
          </a:prstGeom>
          <a:solidFill>
            <a:srgbClr val="00B8FF"/>
          </a:solidFill>
          <a:ln w="1905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  <a:headEnd type="none" w="med" len="sm"/>
            <a:tailEnd type="arrow" w="med" len="sm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78" name="Straight Arrow Connector 54">
            <a:extLst>
              <a:ext uri="{FF2B5EF4-FFF2-40B4-BE49-F238E27FC236}">
                <a16:creationId xmlns:a16="http://schemas.microsoft.com/office/drawing/2014/main" id="{6811755D-D538-DA46-B970-E5068BD8FCAE}"/>
              </a:ext>
            </a:extLst>
          </p:cNvPr>
          <p:cNvCxnSpPr/>
          <p:nvPr/>
        </p:nvCxnSpPr>
        <p:spPr bwMode="auto">
          <a:xfrm>
            <a:off x="9176732" y="4355935"/>
            <a:ext cx="314890" cy="614"/>
          </a:xfrm>
          <a:prstGeom prst="straightConnector1">
            <a:avLst/>
          </a:prstGeom>
          <a:solidFill>
            <a:srgbClr val="00B8FF"/>
          </a:solidFill>
          <a:ln w="19050" cap="flat" cmpd="sng" algn="ctr">
            <a:solidFill>
              <a:schemeClr val="bg2">
                <a:lumMod val="75000"/>
              </a:schemeClr>
            </a:solidFill>
            <a:prstDash val="dash"/>
            <a:miter lim="800000"/>
            <a:headEnd type="none" w="med" len="med"/>
            <a:tailEnd type="arrow" w="med" len="sm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79" name="Straight Arrow Connector 55">
            <a:extLst>
              <a:ext uri="{FF2B5EF4-FFF2-40B4-BE49-F238E27FC236}">
                <a16:creationId xmlns:a16="http://schemas.microsoft.com/office/drawing/2014/main" id="{6DDD7862-FF93-8D4D-BDE7-195368011CBB}"/>
              </a:ext>
            </a:extLst>
          </p:cNvPr>
          <p:cNvCxnSpPr/>
          <p:nvPr/>
        </p:nvCxnSpPr>
        <p:spPr bwMode="auto">
          <a:xfrm flipH="1">
            <a:off x="9686101" y="4355935"/>
            <a:ext cx="314890" cy="614"/>
          </a:xfrm>
          <a:prstGeom prst="straightConnector1">
            <a:avLst/>
          </a:prstGeom>
          <a:solidFill>
            <a:srgbClr val="00B8FF"/>
          </a:solidFill>
          <a:ln w="19050" cap="flat" cmpd="sng" algn="ctr">
            <a:solidFill>
              <a:schemeClr val="bg2">
                <a:lumMod val="75000"/>
              </a:schemeClr>
            </a:solidFill>
            <a:prstDash val="dash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80" name="Straight Arrow Connector 56">
            <a:extLst>
              <a:ext uri="{FF2B5EF4-FFF2-40B4-BE49-F238E27FC236}">
                <a16:creationId xmlns:a16="http://schemas.microsoft.com/office/drawing/2014/main" id="{9DEC05D0-4839-BB45-8C8B-0FE84AD4A4BF}"/>
              </a:ext>
            </a:extLst>
          </p:cNvPr>
          <p:cNvCxnSpPr/>
          <p:nvPr/>
        </p:nvCxnSpPr>
        <p:spPr bwMode="auto">
          <a:xfrm>
            <a:off x="6559140" y="1766797"/>
            <a:ext cx="1776558" cy="0"/>
          </a:xfrm>
          <a:prstGeom prst="straightConnector1">
            <a:avLst/>
          </a:prstGeom>
          <a:solidFill>
            <a:srgbClr val="00B8FF"/>
          </a:solidFill>
          <a:ln w="19050" cap="flat" cmpd="sng" algn="ctr">
            <a:solidFill>
              <a:srgbClr val="9AE992"/>
            </a:solidFill>
            <a:prstDash val="dash"/>
            <a:miter lim="800000"/>
            <a:headEnd type="none" w="med" len="sm"/>
            <a:tailEnd type="none" w="med" len="sm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81" name="Elbow Connector 57">
            <a:extLst>
              <a:ext uri="{FF2B5EF4-FFF2-40B4-BE49-F238E27FC236}">
                <a16:creationId xmlns:a16="http://schemas.microsoft.com/office/drawing/2014/main" id="{C14CD972-2DC5-C843-96A6-95711CA63CEF}"/>
              </a:ext>
            </a:extLst>
          </p:cNvPr>
          <p:cNvCxnSpPr/>
          <p:nvPr/>
        </p:nvCxnSpPr>
        <p:spPr>
          <a:xfrm>
            <a:off x="6605332" y="5376220"/>
            <a:ext cx="821723" cy="407144"/>
          </a:xfrm>
          <a:prstGeom prst="bentConnector3">
            <a:avLst/>
          </a:prstGeom>
          <a:ln w="19050">
            <a:solidFill>
              <a:schemeClr val="bg2">
                <a:lumMod val="75000"/>
              </a:schemeClr>
            </a:solidFill>
            <a:prstDash val="dash"/>
            <a:miter lim="800000"/>
            <a:headEnd type="arrow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Elbow Connector 58">
            <a:extLst>
              <a:ext uri="{FF2B5EF4-FFF2-40B4-BE49-F238E27FC236}">
                <a16:creationId xmlns:a16="http://schemas.microsoft.com/office/drawing/2014/main" id="{F928DD73-39F2-CD4D-97DE-ED570B673621}"/>
              </a:ext>
            </a:extLst>
          </p:cNvPr>
          <p:cNvCxnSpPr/>
          <p:nvPr/>
        </p:nvCxnSpPr>
        <p:spPr>
          <a:xfrm flipV="1">
            <a:off x="7595555" y="5376220"/>
            <a:ext cx="821723" cy="407144"/>
          </a:xfrm>
          <a:prstGeom prst="bentConnector3">
            <a:avLst/>
          </a:prstGeom>
          <a:ln w="19050">
            <a:solidFill>
              <a:schemeClr val="bg2">
                <a:lumMod val="75000"/>
              </a:schemeClr>
            </a:solidFill>
            <a:prstDash val="dash"/>
            <a:miter lim="800000"/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Left Bracket 59">
            <a:extLst>
              <a:ext uri="{FF2B5EF4-FFF2-40B4-BE49-F238E27FC236}">
                <a16:creationId xmlns:a16="http://schemas.microsoft.com/office/drawing/2014/main" id="{3BE968AA-66E3-EE42-B5D3-A6E77C2BE7E6}"/>
              </a:ext>
            </a:extLst>
          </p:cNvPr>
          <p:cNvSpPr/>
          <p:nvPr/>
        </p:nvSpPr>
        <p:spPr>
          <a:xfrm rot="10800000">
            <a:off x="8929861" y="4044774"/>
            <a:ext cx="252151" cy="625724"/>
          </a:xfrm>
          <a:prstGeom prst="leftBracket">
            <a:avLst>
              <a:gd name="adj" fmla="val 0"/>
            </a:avLst>
          </a:prstGeom>
          <a:ln w="19050">
            <a:solidFill>
              <a:schemeClr val="bg2">
                <a:lumMod val="75000"/>
              </a:schemeClr>
            </a:solidFill>
            <a:prstDash val="dash"/>
            <a:miter lim="800000"/>
            <a:headEnd type="arrow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Left Bracket 60">
            <a:extLst>
              <a:ext uri="{FF2B5EF4-FFF2-40B4-BE49-F238E27FC236}">
                <a16:creationId xmlns:a16="http://schemas.microsoft.com/office/drawing/2014/main" id="{F0AF9810-6EA4-8149-B9B2-2D4B96BC4B02}"/>
              </a:ext>
            </a:extLst>
          </p:cNvPr>
          <p:cNvSpPr/>
          <p:nvPr/>
        </p:nvSpPr>
        <p:spPr>
          <a:xfrm rot="10800000" flipH="1">
            <a:off x="9995712" y="4044774"/>
            <a:ext cx="252151" cy="625724"/>
          </a:xfrm>
          <a:prstGeom prst="leftBracket">
            <a:avLst>
              <a:gd name="adj" fmla="val 0"/>
            </a:avLst>
          </a:prstGeom>
          <a:ln w="19050">
            <a:solidFill>
              <a:schemeClr val="bg2">
                <a:lumMod val="75000"/>
              </a:schemeClr>
            </a:solidFill>
            <a:prstDash val="dash"/>
            <a:miter lim="800000"/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5" name="Group 61">
            <a:extLst>
              <a:ext uri="{FF2B5EF4-FFF2-40B4-BE49-F238E27FC236}">
                <a16:creationId xmlns:a16="http://schemas.microsoft.com/office/drawing/2014/main" id="{3E7BEA8E-A1CD-4941-8E4E-3AC760A109B6}"/>
              </a:ext>
            </a:extLst>
          </p:cNvPr>
          <p:cNvGrpSpPr/>
          <p:nvPr/>
        </p:nvGrpSpPr>
        <p:grpSpPr>
          <a:xfrm>
            <a:off x="8941847" y="1766797"/>
            <a:ext cx="561762" cy="625724"/>
            <a:chOff x="5837231" y="3987422"/>
            <a:chExt cx="561892" cy="625869"/>
          </a:xfrm>
        </p:grpSpPr>
        <p:cxnSp>
          <p:nvCxnSpPr>
            <p:cNvPr id="108" name="Straight Arrow Connector 84">
              <a:extLst>
                <a:ext uri="{FF2B5EF4-FFF2-40B4-BE49-F238E27FC236}">
                  <a16:creationId xmlns:a16="http://schemas.microsoft.com/office/drawing/2014/main" id="{874ECECB-0D59-0847-BB94-7764C05E78C8}"/>
                </a:ext>
              </a:extLst>
            </p:cNvPr>
            <p:cNvCxnSpPr/>
            <p:nvPr/>
          </p:nvCxnSpPr>
          <p:spPr bwMode="auto">
            <a:xfrm>
              <a:off x="5837231" y="4299269"/>
              <a:ext cx="561892" cy="0"/>
            </a:xfrm>
            <a:prstGeom prst="straightConnector1">
              <a:avLst/>
            </a:prstGeom>
            <a:solidFill>
              <a:srgbClr val="00B8FF"/>
            </a:solidFill>
            <a:ln w="19050" cap="sq" cmpd="sng" algn="ctr">
              <a:solidFill>
                <a:schemeClr val="bg2">
                  <a:lumMod val="75000"/>
                </a:schemeClr>
              </a:solidFill>
              <a:prstDash val="dash"/>
              <a:miter lim="800000"/>
              <a:headEnd type="arrow" w="med" len="sm"/>
              <a:tailEnd type="arrow" w="med" len="sm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sp>
          <p:nvSpPr>
            <p:cNvPr id="109" name="Left Bracket 85">
              <a:extLst>
                <a:ext uri="{FF2B5EF4-FFF2-40B4-BE49-F238E27FC236}">
                  <a16:creationId xmlns:a16="http://schemas.microsoft.com/office/drawing/2014/main" id="{629DDC81-FC05-354F-9AFC-482C0F9991CF}"/>
                </a:ext>
              </a:extLst>
            </p:cNvPr>
            <p:cNvSpPr/>
            <p:nvPr/>
          </p:nvSpPr>
          <p:spPr>
            <a:xfrm rot="10800000">
              <a:off x="5837232" y="3987422"/>
              <a:ext cx="252209" cy="625869"/>
            </a:xfrm>
            <a:prstGeom prst="leftBracket">
              <a:avLst>
                <a:gd name="adj" fmla="val 0"/>
              </a:avLst>
            </a:prstGeom>
            <a:ln w="19050">
              <a:solidFill>
                <a:schemeClr val="bg2">
                  <a:lumMod val="75000"/>
                </a:schemeClr>
              </a:solidFill>
              <a:prstDash val="dash"/>
              <a:miter lim="800000"/>
              <a:headEnd type="arrow" w="med" len="sm"/>
              <a:tailEnd type="arrow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6" name="Group 62">
            <a:extLst>
              <a:ext uri="{FF2B5EF4-FFF2-40B4-BE49-F238E27FC236}">
                <a16:creationId xmlns:a16="http://schemas.microsoft.com/office/drawing/2014/main" id="{956E946E-B8C7-9F40-BE2C-6A090F478C34}"/>
              </a:ext>
            </a:extLst>
          </p:cNvPr>
          <p:cNvGrpSpPr/>
          <p:nvPr/>
        </p:nvGrpSpPr>
        <p:grpSpPr>
          <a:xfrm flipH="1">
            <a:off x="9691204" y="1766797"/>
            <a:ext cx="561762" cy="625724"/>
            <a:chOff x="5837231" y="3987422"/>
            <a:chExt cx="561892" cy="625869"/>
          </a:xfrm>
        </p:grpSpPr>
        <p:cxnSp>
          <p:nvCxnSpPr>
            <p:cNvPr id="106" name="Straight Arrow Connector 82">
              <a:extLst>
                <a:ext uri="{FF2B5EF4-FFF2-40B4-BE49-F238E27FC236}">
                  <a16:creationId xmlns:a16="http://schemas.microsoft.com/office/drawing/2014/main" id="{3D5B02B2-E1D9-5144-9D5F-93F74C7C0ECE}"/>
                </a:ext>
              </a:extLst>
            </p:cNvPr>
            <p:cNvCxnSpPr/>
            <p:nvPr/>
          </p:nvCxnSpPr>
          <p:spPr bwMode="auto">
            <a:xfrm>
              <a:off x="5837231" y="4299269"/>
              <a:ext cx="561892" cy="0"/>
            </a:xfrm>
            <a:prstGeom prst="straightConnector1">
              <a:avLst/>
            </a:prstGeom>
            <a:solidFill>
              <a:srgbClr val="00B8FF"/>
            </a:solidFill>
            <a:ln w="19050" cap="flat" cmpd="sng" algn="ctr">
              <a:solidFill>
                <a:schemeClr val="bg2">
                  <a:lumMod val="75000"/>
                </a:schemeClr>
              </a:solidFill>
              <a:prstDash val="dash"/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sp>
          <p:nvSpPr>
            <p:cNvPr id="107" name="Left Bracket 83">
              <a:extLst>
                <a:ext uri="{FF2B5EF4-FFF2-40B4-BE49-F238E27FC236}">
                  <a16:creationId xmlns:a16="http://schemas.microsoft.com/office/drawing/2014/main" id="{0FED3BEE-49AC-9747-8C62-0AEF0DB67670}"/>
                </a:ext>
              </a:extLst>
            </p:cNvPr>
            <p:cNvSpPr/>
            <p:nvPr/>
          </p:nvSpPr>
          <p:spPr>
            <a:xfrm rot="10800000">
              <a:off x="5837232" y="3987422"/>
              <a:ext cx="252209" cy="625869"/>
            </a:xfrm>
            <a:prstGeom prst="leftBracket">
              <a:avLst>
                <a:gd name="adj" fmla="val 0"/>
              </a:avLst>
            </a:prstGeom>
            <a:ln w="19050">
              <a:solidFill>
                <a:schemeClr val="bg2">
                  <a:lumMod val="75000"/>
                </a:schemeClr>
              </a:solidFill>
              <a:prstDash val="dash"/>
              <a:miter lim="800000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7" name="Group 63">
            <a:extLst>
              <a:ext uri="{FF2B5EF4-FFF2-40B4-BE49-F238E27FC236}">
                <a16:creationId xmlns:a16="http://schemas.microsoft.com/office/drawing/2014/main" id="{C54171CA-D542-8343-ACD8-87CA3B495946}"/>
              </a:ext>
            </a:extLst>
          </p:cNvPr>
          <p:cNvGrpSpPr/>
          <p:nvPr/>
        </p:nvGrpSpPr>
        <p:grpSpPr>
          <a:xfrm>
            <a:off x="8941847" y="2937766"/>
            <a:ext cx="625724" cy="561762"/>
            <a:chOff x="5837231" y="2977198"/>
            <a:chExt cx="625869" cy="561892"/>
          </a:xfrm>
        </p:grpSpPr>
        <p:cxnSp>
          <p:nvCxnSpPr>
            <p:cNvPr id="104" name="Straight Arrow Connector 80">
              <a:extLst>
                <a:ext uri="{FF2B5EF4-FFF2-40B4-BE49-F238E27FC236}">
                  <a16:creationId xmlns:a16="http://schemas.microsoft.com/office/drawing/2014/main" id="{338E8F19-38AF-F143-8EF0-BF5307F57ABD}"/>
                </a:ext>
              </a:extLst>
            </p:cNvPr>
            <p:cNvCxnSpPr/>
            <p:nvPr/>
          </p:nvCxnSpPr>
          <p:spPr bwMode="auto">
            <a:xfrm rot="5400000" flipH="1">
              <a:off x="5869219" y="3258144"/>
              <a:ext cx="561892" cy="0"/>
            </a:xfrm>
            <a:prstGeom prst="straightConnector1">
              <a:avLst/>
            </a:prstGeom>
            <a:solidFill>
              <a:srgbClr val="00B8FF"/>
            </a:solidFill>
            <a:ln w="19050" cap="flat" cmpd="sng" algn="ctr">
              <a:solidFill>
                <a:schemeClr val="bg2">
                  <a:lumMod val="75000"/>
                </a:schemeClr>
              </a:solidFill>
              <a:prstDash val="dash"/>
              <a:miter lim="800000"/>
              <a:headEnd type="arrow" w="med" len="sm"/>
              <a:tailEnd type="arrow" w="med" len="sm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sp>
          <p:nvSpPr>
            <p:cNvPr id="105" name="Left Bracket 81">
              <a:extLst>
                <a:ext uri="{FF2B5EF4-FFF2-40B4-BE49-F238E27FC236}">
                  <a16:creationId xmlns:a16="http://schemas.microsoft.com/office/drawing/2014/main" id="{DF878CCE-5395-7444-8799-AD95C3A813F3}"/>
                </a:ext>
              </a:extLst>
            </p:cNvPr>
            <p:cNvSpPr/>
            <p:nvPr/>
          </p:nvSpPr>
          <p:spPr>
            <a:xfrm rot="16200000" flipH="1">
              <a:off x="6024061" y="3100050"/>
              <a:ext cx="252209" cy="625869"/>
            </a:xfrm>
            <a:prstGeom prst="leftBracket">
              <a:avLst>
                <a:gd name="adj" fmla="val 0"/>
              </a:avLst>
            </a:prstGeom>
            <a:ln w="19050">
              <a:solidFill>
                <a:schemeClr val="bg2">
                  <a:lumMod val="75000"/>
                </a:schemeClr>
              </a:solidFill>
              <a:prstDash val="dash"/>
              <a:miter lim="800000"/>
              <a:headEnd type="arrow" w="med" len="sm"/>
              <a:tailEnd type="arrow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8" name="Group 64">
            <a:extLst>
              <a:ext uri="{FF2B5EF4-FFF2-40B4-BE49-F238E27FC236}">
                <a16:creationId xmlns:a16="http://schemas.microsoft.com/office/drawing/2014/main" id="{879D8988-83E3-394F-8A6C-889391A459B1}"/>
              </a:ext>
            </a:extLst>
          </p:cNvPr>
          <p:cNvGrpSpPr/>
          <p:nvPr/>
        </p:nvGrpSpPr>
        <p:grpSpPr>
          <a:xfrm flipV="1">
            <a:off x="9627242" y="2937766"/>
            <a:ext cx="625724" cy="561762"/>
            <a:chOff x="6367071" y="1649436"/>
            <a:chExt cx="625869" cy="561892"/>
          </a:xfrm>
        </p:grpSpPr>
        <p:cxnSp>
          <p:nvCxnSpPr>
            <p:cNvPr id="102" name="Straight Arrow Connector 78">
              <a:extLst>
                <a:ext uri="{FF2B5EF4-FFF2-40B4-BE49-F238E27FC236}">
                  <a16:creationId xmlns:a16="http://schemas.microsoft.com/office/drawing/2014/main" id="{FE101922-91A8-014F-AB40-81C6C18A92AA}"/>
                </a:ext>
              </a:extLst>
            </p:cNvPr>
            <p:cNvCxnSpPr/>
            <p:nvPr/>
          </p:nvCxnSpPr>
          <p:spPr bwMode="auto">
            <a:xfrm rot="5400000" flipH="1">
              <a:off x="6399059" y="1930382"/>
              <a:ext cx="561892" cy="0"/>
            </a:xfrm>
            <a:prstGeom prst="straightConnector1">
              <a:avLst/>
            </a:prstGeom>
            <a:solidFill>
              <a:srgbClr val="00B8FF"/>
            </a:solidFill>
            <a:ln w="19050" cap="flat" cmpd="sng" algn="ctr">
              <a:solidFill>
                <a:schemeClr val="bg2">
                  <a:lumMod val="75000"/>
                </a:schemeClr>
              </a:solidFill>
              <a:prstDash val="dash"/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sp>
          <p:nvSpPr>
            <p:cNvPr id="103" name="Left Bracket 79">
              <a:extLst>
                <a:ext uri="{FF2B5EF4-FFF2-40B4-BE49-F238E27FC236}">
                  <a16:creationId xmlns:a16="http://schemas.microsoft.com/office/drawing/2014/main" id="{DF2053AC-A155-BA41-A7A0-35F5A0D84A4C}"/>
                </a:ext>
              </a:extLst>
            </p:cNvPr>
            <p:cNvSpPr/>
            <p:nvPr/>
          </p:nvSpPr>
          <p:spPr>
            <a:xfrm rot="16200000" flipH="1">
              <a:off x="6553901" y="1772288"/>
              <a:ext cx="252209" cy="625869"/>
            </a:xfrm>
            <a:prstGeom prst="leftBracket">
              <a:avLst>
                <a:gd name="adj" fmla="val 0"/>
              </a:avLst>
            </a:prstGeom>
            <a:ln w="19050">
              <a:solidFill>
                <a:schemeClr val="bg2">
                  <a:lumMod val="75000"/>
                </a:schemeClr>
              </a:solidFill>
              <a:prstDash val="dash"/>
              <a:miter lim="800000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9" name="Group 65">
            <a:extLst>
              <a:ext uri="{FF2B5EF4-FFF2-40B4-BE49-F238E27FC236}">
                <a16:creationId xmlns:a16="http://schemas.microsoft.com/office/drawing/2014/main" id="{5B40653D-38E2-8F44-A416-4DD2B30F5E20}"/>
              </a:ext>
            </a:extLst>
          </p:cNvPr>
          <p:cNvGrpSpPr/>
          <p:nvPr/>
        </p:nvGrpSpPr>
        <p:grpSpPr>
          <a:xfrm>
            <a:off x="8929861" y="5221603"/>
            <a:ext cx="625724" cy="561761"/>
            <a:chOff x="5825242" y="5261562"/>
            <a:chExt cx="625869" cy="561891"/>
          </a:xfrm>
        </p:grpSpPr>
        <p:cxnSp>
          <p:nvCxnSpPr>
            <p:cNvPr id="100" name="Straight Arrow Connector 76">
              <a:extLst>
                <a:ext uri="{FF2B5EF4-FFF2-40B4-BE49-F238E27FC236}">
                  <a16:creationId xmlns:a16="http://schemas.microsoft.com/office/drawing/2014/main" id="{3522D564-9145-5A4F-A176-BC5E9E510B3D}"/>
                </a:ext>
              </a:extLst>
            </p:cNvPr>
            <p:cNvCxnSpPr/>
            <p:nvPr/>
          </p:nvCxnSpPr>
          <p:spPr bwMode="auto">
            <a:xfrm rot="5400000">
              <a:off x="5980695" y="5665665"/>
              <a:ext cx="314963" cy="614"/>
            </a:xfrm>
            <a:prstGeom prst="straightConnector1">
              <a:avLst/>
            </a:prstGeom>
            <a:solidFill>
              <a:srgbClr val="00B8FF"/>
            </a:solidFill>
            <a:ln w="19050" cap="flat" cmpd="sng" algn="ctr">
              <a:solidFill>
                <a:schemeClr val="bg2">
                  <a:lumMod val="75000"/>
                </a:schemeClr>
              </a:solidFill>
              <a:prstDash val="dash"/>
              <a:miter lim="800000"/>
              <a:headEnd type="none" w="med" len="med"/>
              <a:tailEnd type="arrow" w="med" len="sm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sp>
          <p:nvSpPr>
            <p:cNvPr id="101" name="Left Bracket 77">
              <a:extLst>
                <a:ext uri="{FF2B5EF4-FFF2-40B4-BE49-F238E27FC236}">
                  <a16:creationId xmlns:a16="http://schemas.microsoft.com/office/drawing/2014/main" id="{A17A7B98-D20F-474C-AAD4-E2E4A78A6385}"/>
                </a:ext>
              </a:extLst>
            </p:cNvPr>
            <p:cNvSpPr/>
            <p:nvPr/>
          </p:nvSpPr>
          <p:spPr>
            <a:xfrm rot="16200000">
              <a:off x="6012072" y="5074732"/>
              <a:ext cx="252209" cy="625869"/>
            </a:xfrm>
            <a:prstGeom prst="leftBracket">
              <a:avLst>
                <a:gd name="adj" fmla="val 0"/>
              </a:avLst>
            </a:prstGeom>
            <a:ln w="19050">
              <a:solidFill>
                <a:schemeClr val="bg2">
                  <a:lumMod val="75000"/>
                </a:schemeClr>
              </a:solidFill>
              <a:prstDash val="dash"/>
              <a:miter lim="800000"/>
              <a:headEnd type="arrow" w="med" len="sm"/>
              <a:tailEnd type="arrow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0" name="Group 66">
            <a:extLst>
              <a:ext uri="{FF2B5EF4-FFF2-40B4-BE49-F238E27FC236}">
                <a16:creationId xmlns:a16="http://schemas.microsoft.com/office/drawing/2014/main" id="{03216068-3B40-CB4D-88A8-321CE0E9FFF7}"/>
              </a:ext>
            </a:extLst>
          </p:cNvPr>
          <p:cNvGrpSpPr/>
          <p:nvPr/>
        </p:nvGrpSpPr>
        <p:grpSpPr>
          <a:xfrm>
            <a:off x="9622137" y="5215742"/>
            <a:ext cx="625724" cy="567622"/>
            <a:chOff x="6517679" y="5255700"/>
            <a:chExt cx="625869" cy="567753"/>
          </a:xfrm>
        </p:grpSpPr>
        <p:cxnSp>
          <p:nvCxnSpPr>
            <p:cNvPr id="98" name="Straight Arrow Connector 74">
              <a:extLst>
                <a:ext uri="{FF2B5EF4-FFF2-40B4-BE49-F238E27FC236}">
                  <a16:creationId xmlns:a16="http://schemas.microsoft.com/office/drawing/2014/main" id="{A00CA964-F717-5D42-AFEF-4FEB8D77E670}"/>
                </a:ext>
              </a:extLst>
            </p:cNvPr>
            <p:cNvCxnSpPr/>
            <p:nvPr/>
          </p:nvCxnSpPr>
          <p:spPr bwMode="auto">
            <a:xfrm rot="5400000" flipH="1">
              <a:off x="6673132" y="5412875"/>
              <a:ext cx="314963" cy="614"/>
            </a:xfrm>
            <a:prstGeom prst="straightConnector1">
              <a:avLst/>
            </a:prstGeom>
            <a:solidFill>
              <a:srgbClr val="00B8FF"/>
            </a:solidFill>
            <a:ln w="19050" cap="flat" cmpd="sng" algn="ctr">
              <a:solidFill>
                <a:schemeClr val="bg2">
                  <a:lumMod val="75000"/>
                </a:schemeClr>
              </a:solidFill>
              <a:prstDash val="dash"/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sp>
          <p:nvSpPr>
            <p:cNvPr id="99" name="Left Bracket 75">
              <a:extLst>
                <a:ext uri="{FF2B5EF4-FFF2-40B4-BE49-F238E27FC236}">
                  <a16:creationId xmlns:a16="http://schemas.microsoft.com/office/drawing/2014/main" id="{D2A58A9C-4FEE-B540-A946-1A0798C3607D}"/>
                </a:ext>
              </a:extLst>
            </p:cNvPr>
            <p:cNvSpPr/>
            <p:nvPr/>
          </p:nvSpPr>
          <p:spPr>
            <a:xfrm rot="16200000" flipH="1">
              <a:off x="6704509" y="5384414"/>
              <a:ext cx="252209" cy="625869"/>
            </a:xfrm>
            <a:prstGeom prst="leftBracket">
              <a:avLst>
                <a:gd name="adj" fmla="val 0"/>
              </a:avLst>
            </a:prstGeom>
            <a:ln w="19050">
              <a:solidFill>
                <a:schemeClr val="bg2">
                  <a:lumMod val="75000"/>
                </a:schemeClr>
              </a:solidFill>
              <a:prstDash val="dash"/>
              <a:miter lim="800000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91" name="Straight Arrow Connector 67">
            <a:extLst>
              <a:ext uri="{FF2B5EF4-FFF2-40B4-BE49-F238E27FC236}">
                <a16:creationId xmlns:a16="http://schemas.microsoft.com/office/drawing/2014/main" id="{6CDA47D7-E8B2-0346-B639-EFA5F20CED27}"/>
              </a:ext>
            </a:extLst>
          </p:cNvPr>
          <p:cNvCxnSpPr/>
          <p:nvPr/>
        </p:nvCxnSpPr>
        <p:spPr bwMode="auto">
          <a:xfrm>
            <a:off x="7449848" y="3123654"/>
            <a:ext cx="0" cy="1383287"/>
          </a:xfrm>
          <a:prstGeom prst="straightConnector1">
            <a:avLst/>
          </a:prstGeom>
          <a:solidFill>
            <a:srgbClr val="00B8FF"/>
          </a:solidFill>
          <a:ln w="19050" cap="flat" cmpd="sng" algn="ctr">
            <a:solidFill>
              <a:schemeClr val="bg2">
                <a:lumMod val="75000"/>
              </a:schemeClr>
            </a:solidFill>
            <a:prstDash val="dash"/>
            <a:miter lim="800000"/>
            <a:headEnd type="arrow" w="med" len="sm"/>
            <a:tailEnd type="arrow" w="med" len="sm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92" name="Rectangle 81">
            <a:extLst>
              <a:ext uri="{FF2B5EF4-FFF2-40B4-BE49-F238E27FC236}">
                <a16:creationId xmlns:a16="http://schemas.microsoft.com/office/drawing/2014/main" id="{B406AAE9-3844-CB4E-A3B9-BB01600A08DE}"/>
              </a:ext>
            </a:extLst>
          </p:cNvPr>
          <p:cNvSpPr/>
          <p:nvPr/>
        </p:nvSpPr>
        <p:spPr>
          <a:xfrm>
            <a:off x="6560354" y="3129263"/>
            <a:ext cx="459526" cy="457094"/>
          </a:xfrm>
          <a:custGeom>
            <a:avLst/>
            <a:gdLst>
              <a:gd name="connsiteX0" fmla="*/ 0 w 619806"/>
              <a:gd name="connsiteY0" fmla="*/ 0 h 619806"/>
              <a:gd name="connsiteX1" fmla="*/ 619806 w 619806"/>
              <a:gd name="connsiteY1" fmla="*/ 0 h 619806"/>
              <a:gd name="connsiteX2" fmla="*/ 619806 w 619806"/>
              <a:gd name="connsiteY2" fmla="*/ 619806 h 619806"/>
              <a:gd name="connsiteX3" fmla="*/ 0 w 619806"/>
              <a:gd name="connsiteY3" fmla="*/ 619806 h 619806"/>
              <a:gd name="connsiteX4" fmla="*/ 0 w 619806"/>
              <a:gd name="connsiteY4" fmla="*/ 0 h 619806"/>
              <a:gd name="connsiteX0" fmla="*/ 0 w 619806"/>
              <a:gd name="connsiteY0" fmla="*/ 132861 h 752667"/>
              <a:gd name="connsiteX1" fmla="*/ 619806 w 619806"/>
              <a:gd name="connsiteY1" fmla="*/ 132861 h 752667"/>
              <a:gd name="connsiteX2" fmla="*/ 619806 w 619806"/>
              <a:gd name="connsiteY2" fmla="*/ 752667 h 752667"/>
              <a:gd name="connsiteX3" fmla="*/ 0 w 619806"/>
              <a:gd name="connsiteY3" fmla="*/ 752667 h 752667"/>
              <a:gd name="connsiteX4" fmla="*/ 0 w 619806"/>
              <a:gd name="connsiteY4" fmla="*/ 132861 h 752667"/>
              <a:gd name="connsiteX0" fmla="*/ 104204 w 724010"/>
              <a:gd name="connsiteY0" fmla="*/ 132861 h 752667"/>
              <a:gd name="connsiteX1" fmla="*/ 724010 w 724010"/>
              <a:gd name="connsiteY1" fmla="*/ 132861 h 752667"/>
              <a:gd name="connsiteX2" fmla="*/ 724010 w 724010"/>
              <a:gd name="connsiteY2" fmla="*/ 752667 h 752667"/>
              <a:gd name="connsiteX3" fmla="*/ 104204 w 724010"/>
              <a:gd name="connsiteY3" fmla="*/ 752667 h 752667"/>
              <a:gd name="connsiteX4" fmla="*/ 104204 w 724010"/>
              <a:gd name="connsiteY4" fmla="*/ 132861 h 752667"/>
              <a:gd name="connsiteX0" fmla="*/ 104204 w 724010"/>
              <a:gd name="connsiteY0" fmla="*/ 0 h 619806"/>
              <a:gd name="connsiteX1" fmla="*/ 724010 w 724010"/>
              <a:gd name="connsiteY1" fmla="*/ 0 h 619806"/>
              <a:gd name="connsiteX2" fmla="*/ 724010 w 724010"/>
              <a:gd name="connsiteY2" fmla="*/ 619806 h 619806"/>
              <a:gd name="connsiteX3" fmla="*/ 104204 w 724010"/>
              <a:gd name="connsiteY3" fmla="*/ 619806 h 619806"/>
              <a:gd name="connsiteX4" fmla="*/ 104204 w 724010"/>
              <a:gd name="connsiteY4" fmla="*/ 0 h 619806"/>
              <a:gd name="connsiteX0" fmla="*/ 104204 w 724010"/>
              <a:gd name="connsiteY0" fmla="*/ 0 h 619806"/>
              <a:gd name="connsiteX1" fmla="*/ 724010 w 724010"/>
              <a:gd name="connsiteY1" fmla="*/ 0 h 619806"/>
              <a:gd name="connsiteX2" fmla="*/ 724010 w 724010"/>
              <a:gd name="connsiteY2" fmla="*/ 619806 h 619806"/>
              <a:gd name="connsiteX3" fmla="*/ 104204 w 724010"/>
              <a:gd name="connsiteY3" fmla="*/ 619806 h 619806"/>
              <a:gd name="connsiteX4" fmla="*/ 104204 w 724010"/>
              <a:gd name="connsiteY4" fmla="*/ 0 h 619806"/>
              <a:gd name="connsiteX0" fmla="*/ 0 w 619806"/>
              <a:gd name="connsiteY0" fmla="*/ 619806 h 665717"/>
              <a:gd name="connsiteX1" fmla="*/ 619806 w 619806"/>
              <a:gd name="connsiteY1" fmla="*/ 0 h 665717"/>
              <a:gd name="connsiteX2" fmla="*/ 619806 w 619806"/>
              <a:gd name="connsiteY2" fmla="*/ 619806 h 665717"/>
              <a:gd name="connsiteX3" fmla="*/ 0 w 619806"/>
              <a:gd name="connsiteY3" fmla="*/ 619806 h 665717"/>
              <a:gd name="connsiteX0" fmla="*/ 0 w 619806"/>
              <a:gd name="connsiteY0" fmla="*/ 619806 h 697281"/>
              <a:gd name="connsiteX1" fmla="*/ 619806 w 619806"/>
              <a:gd name="connsiteY1" fmla="*/ 0 h 697281"/>
              <a:gd name="connsiteX2" fmla="*/ 619806 w 619806"/>
              <a:gd name="connsiteY2" fmla="*/ 619806 h 697281"/>
              <a:gd name="connsiteX3" fmla="*/ 0 w 619806"/>
              <a:gd name="connsiteY3" fmla="*/ 619806 h 697281"/>
              <a:gd name="connsiteX0" fmla="*/ 0 w 619806"/>
              <a:gd name="connsiteY0" fmla="*/ 619806 h 665717"/>
              <a:gd name="connsiteX1" fmla="*/ 619806 w 619806"/>
              <a:gd name="connsiteY1" fmla="*/ 0 h 665717"/>
              <a:gd name="connsiteX2" fmla="*/ 619806 w 619806"/>
              <a:gd name="connsiteY2" fmla="*/ 619806 h 665717"/>
              <a:gd name="connsiteX3" fmla="*/ 0 w 619806"/>
              <a:gd name="connsiteY3" fmla="*/ 619806 h 665717"/>
              <a:gd name="connsiteX0" fmla="*/ 0 w 619806"/>
              <a:gd name="connsiteY0" fmla="*/ 619806 h 619806"/>
              <a:gd name="connsiteX1" fmla="*/ 619806 w 619806"/>
              <a:gd name="connsiteY1" fmla="*/ 0 h 619806"/>
              <a:gd name="connsiteX2" fmla="*/ 619806 w 619806"/>
              <a:gd name="connsiteY2" fmla="*/ 619806 h 619806"/>
              <a:gd name="connsiteX3" fmla="*/ 0 w 619806"/>
              <a:gd name="connsiteY3" fmla="*/ 619806 h 619806"/>
              <a:gd name="connsiteX0" fmla="*/ 528366 w 528366"/>
              <a:gd name="connsiteY0" fmla="*/ 0 h 711246"/>
              <a:gd name="connsiteX1" fmla="*/ 528366 w 528366"/>
              <a:gd name="connsiteY1" fmla="*/ 619806 h 711246"/>
              <a:gd name="connsiteX2" fmla="*/ 0 w 528366"/>
              <a:gd name="connsiteY2" fmla="*/ 711246 h 711246"/>
              <a:gd name="connsiteX0" fmla="*/ 557674 w 557674"/>
              <a:gd name="connsiteY0" fmla="*/ 0 h 619806"/>
              <a:gd name="connsiteX1" fmla="*/ 557674 w 557674"/>
              <a:gd name="connsiteY1" fmla="*/ 619806 h 619806"/>
              <a:gd name="connsiteX2" fmla="*/ 0 w 557674"/>
              <a:gd name="connsiteY2" fmla="*/ 611600 h 619806"/>
              <a:gd name="connsiteX0" fmla="*/ 328885 w 328885"/>
              <a:gd name="connsiteY0" fmla="*/ 0 h 627493"/>
              <a:gd name="connsiteX1" fmla="*/ 328885 w 328885"/>
              <a:gd name="connsiteY1" fmla="*/ 619806 h 627493"/>
              <a:gd name="connsiteX2" fmla="*/ 0 w 328885"/>
              <a:gd name="connsiteY2" fmla="*/ 627493 h 627493"/>
              <a:gd name="connsiteX0" fmla="*/ 536225 w 536225"/>
              <a:gd name="connsiteY0" fmla="*/ 0 h 619806"/>
              <a:gd name="connsiteX1" fmla="*/ 536225 w 536225"/>
              <a:gd name="connsiteY1" fmla="*/ 619806 h 619806"/>
              <a:gd name="connsiteX2" fmla="*/ 0 w 536225"/>
              <a:gd name="connsiteY2" fmla="*/ 619547 h 619806"/>
              <a:gd name="connsiteX0" fmla="*/ 536225 w 536225"/>
              <a:gd name="connsiteY0" fmla="*/ 0 h 619806"/>
              <a:gd name="connsiteX1" fmla="*/ 536225 w 536225"/>
              <a:gd name="connsiteY1" fmla="*/ 619806 h 619806"/>
              <a:gd name="connsiteX2" fmla="*/ 0 w 536225"/>
              <a:gd name="connsiteY2" fmla="*/ 619547 h 619806"/>
              <a:gd name="connsiteX0" fmla="*/ 536327 w 536327"/>
              <a:gd name="connsiteY0" fmla="*/ 0 h 619806"/>
              <a:gd name="connsiteX1" fmla="*/ 536327 w 536327"/>
              <a:gd name="connsiteY1" fmla="*/ 619806 h 619806"/>
              <a:gd name="connsiteX2" fmla="*/ 102 w 536327"/>
              <a:gd name="connsiteY2" fmla="*/ 619547 h 619806"/>
              <a:gd name="connsiteX0" fmla="*/ 536328 w 536328"/>
              <a:gd name="connsiteY0" fmla="*/ 0 h 619806"/>
              <a:gd name="connsiteX1" fmla="*/ 536328 w 536328"/>
              <a:gd name="connsiteY1" fmla="*/ 619806 h 619806"/>
              <a:gd name="connsiteX2" fmla="*/ 103 w 536328"/>
              <a:gd name="connsiteY2" fmla="*/ 619547 h 619806"/>
              <a:gd name="connsiteX0" fmla="*/ 514887 w 514887"/>
              <a:gd name="connsiteY0" fmla="*/ 0 h 643386"/>
              <a:gd name="connsiteX1" fmla="*/ 514887 w 514887"/>
              <a:gd name="connsiteY1" fmla="*/ 619806 h 643386"/>
              <a:gd name="connsiteX2" fmla="*/ 110 w 514887"/>
              <a:gd name="connsiteY2" fmla="*/ 643386 h 643386"/>
              <a:gd name="connsiteX0" fmla="*/ 843718 w 843718"/>
              <a:gd name="connsiteY0" fmla="*/ 0 h 619806"/>
              <a:gd name="connsiteX1" fmla="*/ 843718 w 843718"/>
              <a:gd name="connsiteY1" fmla="*/ 619806 h 619806"/>
              <a:gd name="connsiteX2" fmla="*/ 56 w 843718"/>
              <a:gd name="connsiteY2" fmla="*/ 619547 h 619806"/>
              <a:gd name="connsiteX0" fmla="*/ 843662 w 843662"/>
              <a:gd name="connsiteY0" fmla="*/ 0 h 619806"/>
              <a:gd name="connsiteX1" fmla="*/ 843662 w 843662"/>
              <a:gd name="connsiteY1" fmla="*/ 619806 h 619806"/>
              <a:gd name="connsiteX2" fmla="*/ 0 w 843662"/>
              <a:gd name="connsiteY2" fmla="*/ 619547 h 619806"/>
              <a:gd name="connsiteX0" fmla="*/ 843662 w 843662"/>
              <a:gd name="connsiteY0" fmla="*/ 0 h 619806"/>
              <a:gd name="connsiteX1" fmla="*/ 843662 w 843662"/>
              <a:gd name="connsiteY1" fmla="*/ 619806 h 619806"/>
              <a:gd name="connsiteX2" fmla="*/ 0 w 843662"/>
              <a:gd name="connsiteY2" fmla="*/ 619547 h 619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43662" h="619806">
                <a:moveTo>
                  <a:pt x="843662" y="0"/>
                </a:moveTo>
                <a:lnTo>
                  <a:pt x="843662" y="619806"/>
                </a:lnTo>
                <a:lnTo>
                  <a:pt x="0" y="619547"/>
                </a:lnTo>
              </a:path>
            </a:pathLst>
          </a:custGeom>
          <a:noFill/>
          <a:ln w="19050" cap="flat" cmpd="sng" algn="ctr">
            <a:solidFill>
              <a:schemeClr val="bg2">
                <a:lumMod val="75000"/>
              </a:schemeClr>
            </a:solidFill>
            <a:prstDash val="dash"/>
            <a:miter lim="800000"/>
            <a:headEnd type="arrow" w="med" len="sm"/>
            <a:tailEnd type="arrow" w="med" len="sm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Rectangle 81">
            <a:extLst>
              <a:ext uri="{FF2B5EF4-FFF2-40B4-BE49-F238E27FC236}">
                <a16:creationId xmlns:a16="http://schemas.microsoft.com/office/drawing/2014/main" id="{EE109F72-0F30-554F-A73B-60BDF54B2E81}"/>
              </a:ext>
            </a:extLst>
          </p:cNvPr>
          <p:cNvSpPr/>
          <p:nvPr/>
        </p:nvSpPr>
        <p:spPr>
          <a:xfrm rot="5400000">
            <a:off x="7878603" y="3124870"/>
            <a:ext cx="459526" cy="457094"/>
          </a:xfrm>
          <a:custGeom>
            <a:avLst/>
            <a:gdLst>
              <a:gd name="connsiteX0" fmla="*/ 0 w 619806"/>
              <a:gd name="connsiteY0" fmla="*/ 0 h 619806"/>
              <a:gd name="connsiteX1" fmla="*/ 619806 w 619806"/>
              <a:gd name="connsiteY1" fmla="*/ 0 h 619806"/>
              <a:gd name="connsiteX2" fmla="*/ 619806 w 619806"/>
              <a:gd name="connsiteY2" fmla="*/ 619806 h 619806"/>
              <a:gd name="connsiteX3" fmla="*/ 0 w 619806"/>
              <a:gd name="connsiteY3" fmla="*/ 619806 h 619806"/>
              <a:gd name="connsiteX4" fmla="*/ 0 w 619806"/>
              <a:gd name="connsiteY4" fmla="*/ 0 h 619806"/>
              <a:gd name="connsiteX0" fmla="*/ 0 w 619806"/>
              <a:gd name="connsiteY0" fmla="*/ 132861 h 752667"/>
              <a:gd name="connsiteX1" fmla="*/ 619806 w 619806"/>
              <a:gd name="connsiteY1" fmla="*/ 132861 h 752667"/>
              <a:gd name="connsiteX2" fmla="*/ 619806 w 619806"/>
              <a:gd name="connsiteY2" fmla="*/ 752667 h 752667"/>
              <a:gd name="connsiteX3" fmla="*/ 0 w 619806"/>
              <a:gd name="connsiteY3" fmla="*/ 752667 h 752667"/>
              <a:gd name="connsiteX4" fmla="*/ 0 w 619806"/>
              <a:gd name="connsiteY4" fmla="*/ 132861 h 752667"/>
              <a:gd name="connsiteX0" fmla="*/ 104204 w 724010"/>
              <a:gd name="connsiteY0" fmla="*/ 132861 h 752667"/>
              <a:gd name="connsiteX1" fmla="*/ 724010 w 724010"/>
              <a:gd name="connsiteY1" fmla="*/ 132861 h 752667"/>
              <a:gd name="connsiteX2" fmla="*/ 724010 w 724010"/>
              <a:gd name="connsiteY2" fmla="*/ 752667 h 752667"/>
              <a:gd name="connsiteX3" fmla="*/ 104204 w 724010"/>
              <a:gd name="connsiteY3" fmla="*/ 752667 h 752667"/>
              <a:gd name="connsiteX4" fmla="*/ 104204 w 724010"/>
              <a:gd name="connsiteY4" fmla="*/ 132861 h 752667"/>
              <a:gd name="connsiteX0" fmla="*/ 104204 w 724010"/>
              <a:gd name="connsiteY0" fmla="*/ 0 h 619806"/>
              <a:gd name="connsiteX1" fmla="*/ 724010 w 724010"/>
              <a:gd name="connsiteY1" fmla="*/ 0 h 619806"/>
              <a:gd name="connsiteX2" fmla="*/ 724010 w 724010"/>
              <a:gd name="connsiteY2" fmla="*/ 619806 h 619806"/>
              <a:gd name="connsiteX3" fmla="*/ 104204 w 724010"/>
              <a:gd name="connsiteY3" fmla="*/ 619806 h 619806"/>
              <a:gd name="connsiteX4" fmla="*/ 104204 w 724010"/>
              <a:gd name="connsiteY4" fmla="*/ 0 h 619806"/>
              <a:gd name="connsiteX0" fmla="*/ 104204 w 724010"/>
              <a:gd name="connsiteY0" fmla="*/ 0 h 619806"/>
              <a:gd name="connsiteX1" fmla="*/ 724010 w 724010"/>
              <a:gd name="connsiteY1" fmla="*/ 0 h 619806"/>
              <a:gd name="connsiteX2" fmla="*/ 724010 w 724010"/>
              <a:gd name="connsiteY2" fmla="*/ 619806 h 619806"/>
              <a:gd name="connsiteX3" fmla="*/ 104204 w 724010"/>
              <a:gd name="connsiteY3" fmla="*/ 619806 h 619806"/>
              <a:gd name="connsiteX4" fmla="*/ 104204 w 724010"/>
              <a:gd name="connsiteY4" fmla="*/ 0 h 619806"/>
              <a:gd name="connsiteX0" fmla="*/ 0 w 619806"/>
              <a:gd name="connsiteY0" fmla="*/ 619806 h 665717"/>
              <a:gd name="connsiteX1" fmla="*/ 619806 w 619806"/>
              <a:gd name="connsiteY1" fmla="*/ 0 h 665717"/>
              <a:gd name="connsiteX2" fmla="*/ 619806 w 619806"/>
              <a:gd name="connsiteY2" fmla="*/ 619806 h 665717"/>
              <a:gd name="connsiteX3" fmla="*/ 0 w 619806"/>
              <a:gd name="connsiteY3" fmla="*/ 619806 h 665717"/>
              <a:gd name="connsiteX0" fmla="*/ 0 w 619806"/>
              <a:gd name="connsiteY0" fmla="*/ 619806 h 697281"/>
              <a:gd name="connsiteX1" fmla="*/ 619806 w 619806"/>
              <a:gd name="connsiteY1" fmla="*/ 0 h 697281"/>
              <a:gd name="connsiteX2" fmla="*/ 619806 w 619806"/>
              <a:gd name="connsiteY2" fmla="*/ 619806 h 697281"/>
              <a:gd name="connsiteX3" fmla="*/ 0 w 619806"/>
              <a:gd name="connsiteY3" fmla="*/ 619806 h 697281"/>
              <a:gd name="connsiteX0" fmla="*/ 0 w 619806"/>
              <a:gd name="connsiteY0" fmla="*/ 619806 h 665717"/>
              <a:gd name="connsiteX1" fmla="*/ 619806 w 619806"/>
              <a:gd name="connsiteY1" fmla="*/ 0 h 665717"/>
              <a:gd name="connsiteX2" fmla="*/ 619806 w 619806"/>
              <a:gd name="connsiteY2" fmla="*/ 619806 h 665717"/>
              <a:gd name="connsiteX3" fmla="*/ 0 w 619806"/>
              <a:gd name="connsiteY3" fmla="*/ 619806 h 665717"/>
              <a:gd name="connsiteX0" fmla="*/ 0 w 619806"/>
              <a:gd name="connsiteY0" fmla="*/ 619806 h 619806"/>
              <a:gd name="connsiteX1" fmla="*/ 619806 w 619806"/>
              <a:gd name="connsiteY1" fmla="*/ 0 h 619806"/>
              <a:gd name="connsiteX2" fmla="*/ 619806 w 619806"/>
              <a:gd name="connsiteY2" fmla="*/ 619806 h 619806"/>
              <a:gd name="connsiteX3" fmla="*/ 0 w 619806"/>
              <a:gd name="connsiteY3" fmla="*/ 619806 h 619806"/>
              <a:gd name="connsiteX0" fmla="*/ 528366 w 528366"/>
              <a:gd name="connsiteY0" fmla="*/ 0 h 711246"/>
              <a:gd name="connsiteX1" fmla="*/ 528366 w 528366"/>
              <a:gd name="connsiteY1" fmla="*/ 619806 h 711246"/>
              <a:gd name="connsiteX2" fmla="*/ 0 w 528366"/>
              <a:gd name="connsiteY2" fmla="*/ 711246 h 711246"/>
              <a:gd name="connsiteX0" fmla="*/ 557674 w 557674"/>
              <a:gd name="connsiteY0" fmla="*/ 0 h 619806"/>
              <a:gd name="connsiteX1" fmla="*/ 557674 w 557674"/>
              <a:gd name="connsiteY1" fmla="*/ 619806 h 619806"/>
              <a:gd name="connsiteX2" fmla="*/ 0 w 557674"/>
              <a:gd name="connsiteY2" fmla="*/ 611600 h 619806"/>
              <a:gd name="connsiteX0" fmla="*/ 328885 w 328885"/>
              <a:gd name="connsiteY0" fmla="*/ 0 h 627493"/>
              <a:gd name="connsiteX1" fmla="*/ 328885 w 328885"/>
              <a:gd name="connsiteY1" fmla="*/ 619806 h 627493"/>
              <a:gd name="connsiteX2" fmla="*/ 0 w 328885"/>
              <a:gd name="connsiteY2" fmla="*/ 627493 h 627493"/>
              <a:gd name="connsiteX0" fmla="*/ 536225 w 536225"/>
              <a:gd name="connsiteY0" fmla="*/ 0 h 619806"/>
              <a:gd name="connsiteX1" fmla="*/ 536225 w 536225"/>
              <a:gd name="connsiteY1" fmla="*/ 619806 h 619806"/>
              <a:gd name="connsiteX2" fmla="*/ 0 w 536225"/>
              <a:gd name="connsiteY2" fmla="*/ 619547 h 619806"/>
              <a:gd name="connsiteX0" fmla="*/ 536225 w 536225"/>
              <a:gd name="connsiteY0" fmla="*/ 0 h 619806"/>
              <a:gd name="connsiteX1" fmla="*/ 536225 w 536225"/>
              <a:gd name="connsiteY1" fmla="*/ 619806 h 619806"/>
              <a:gd name="connsiteX2" fmla="*/ 0 w 536225"/>
              <a:gd name="connsiteY2" fmla="*/ 619547 h 619806"/>
              <a:gd name="connsiteX0" fmla="*/ 536327 w 536327"/>
              <a:gd name="connsiteY0" fmla="*/ 0 h 619806"/>
              <a:gd name="connsiteX1" fmla="*/ 536327 w 536327"/>
              <a:gd name="connsiteY1" fmla="*/ 619806 h 619806"/>
              <a:gd name="connsiteX2" fmla="*/ 102 w 536327"/>
              <a:gd name="connsiteY2" fmla="*/ 619547 h 619806"/>
              <a:gd name="connsiteX0" fmla="*/ 536328 w 536328"/>
              <a:gd name="connsiteY0" fmla="*/ 0 h 619806"/>
              <a:gd name="connsiteX1" fmla="*/ 536328 w 536328"/>
              <a:gd name="connsiteY1" fmla="*/ 619806 h 619806"/>
              <a:gd name="connsiteX2" fmla="*/ 103 w 536328"/>
              <a:gd name="connsiteY2" fmla="*/ 619547 h 619806"/>
              <a:gd name="connsiteX0" fmla="*/ 514887 w 514887"/>
              <a:gd name="connsiteY0" fmla="*/ 0 h 643386"/>
              <a:gd name="connsiteX1" fmla="*/ 514887 w 514887"/>
              <a:gd name="connsiteY1" fmla="*/ 619806 h 643386"/>
              <a:gd name="connsiteX2" fmla="*/ 110 w 514887"/>
              <a:gd name="connsiteY2" fmla="*/ 643386 h 643386"/>
              <a:gd name="connsiteX0" fmla="*/ 843718 w 843718"/>
              <a:gd name="connsiteY0" fmla="*/ 0 h 619806"/>
              <a:gd name="connsiteX1" fmla="*/ 843718 w 843718"/>
              <a:gd name="connsiteY1" fmla="*/ 619806 h 619806"/>
              <a:gd name="connsiteX2" fmla="*/ 56 w 843718"/>
              <a:gd name="connsiteY2" fmla="*/ 619547 h 619806"/>
              <a:gd name="connsiteX0" fmla="*/ 843662 w 843662"/>
              <a:gd name="connsiteY0" fmla="*/ 0 h 619806"/>
              <a:gd name="connsiteX1" fmla="*/ 843662 w 843662"/>
              <a:gd name="connsiteY1" fmla="*/ 619806 h 619806"/>
              <a:gd name="connsiteX2" fmla="*/ 0 w 843662"/>
              <a:gd name="connsiteY2" fmla="*/ 619547 h 619806"/>
              <a:gd name="connsiteX0" fmla="*/ 843662 w 843662"/>
              <a:gd name="connsiteY0" fmla="*/ 0 h 619806"/>
              <a:gd name="connsiteX1" fmla="*/ 843662 w 843662"/>
              <a:gd name="connsiteY1" fmla="*/ 619806 h 619806"/>
              <a:gd name="connsiteX2" fmla="*/ 0 w 843662"/>
              <a:gd name="connsiteY2" fmla="*/ 619547 h 619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43662" h="619806">
                <a:moveTo>
                  <a:pt x="843662" y="0"/>
                </a:moveTo>
                <a:lnTo>
                  <a:pt x="843662" y="619806"/>
                </a:lnTo>
                <a:lnTo>
                  <a:pt x="0" y="619547"/>
                </a:lnTo>
              </a:path>
            </a:pathLst>
          </a:custGeom>
          <a:noFill/>
          <a:ln w="19050" cap="flat" cmpd="sng" algn="ctr">
            <a:solidFill>
              <a:schemeClr val="bg2">
                <a:lumMod val="75000"/>
              </a:schemeClr>
            </a:solidFill>
            <a:prstDash val="dash"/>
            <a:round/>
            <a:headEnd type="none" w="sm" len="sm"/>
            <a:tailEnd type="none" w="sm" len="sm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Rectangle 81">
            <a:extLst>
              <a:ext uri="{FF2B5EF4-FFF2-40B4-BE49-F238E27FC236}">
                <a16:creationId xmlns:a16="http://schemas.microsoft.com/office/drawing/2014/main" id="{C7E5AD3B-8EF7-C94F-9631-CE85BCFDA671}"/>
              </a:ext>
            </a:extLst>
          </p:cNvPr>
          <p:cNvSpPr/>
          <p:nvPr/>
        </p:nvSpPr>
        <p:spPr>
          <a:xfrm rot="16200000">
            <a:off x="6560889" y="4048630"/>
            <a:ext cx="459526" cy="457094"/>
          </a:xfrm>
          <a:custGeom>
            <a:avLst/>
            <a:gdLst>
              <a:gd name="connsiteX0" fmla="*/ 0 w 619806"/>
              <a:gd name="connsiteY0" fmla="*/ 0 h 619806"/>
              <a:gd name="connsiteX1" fmla="*/ 619806 w 619806"/>
              <a:gd name="connsiteY1" fmla="*/ 0 h 619806"/>
              <a:gd name="connsiteX2" fmla="*/ 619806 w 619806"/>
              <a:gd name="connsiteY2" fmla="*/ 619806 h 619806"/>
              <a:gd name="connsiteX3" fmla="*/ 0 w 619806"/>
              <a:gd name="connsiteY3" fmla="*/ 619806 h 619806"/>
              <a:gd name="connsiteX4" fmla="*/ 0 w 619806"/>
              <a:gd name="connsiteY4" fmla="*/ 0 h 619806"/>
              <a:gd name="connsiteX0" fmla="*/ 0 w 619806"/>
              <a:gd name="connsiteY0" fmla="*/ 132861 h 752667"/>
              <a:gd name="connsiteX1" fmla="*/ 619806 w 619806"/>
              <a:gd name="connsiteY1" fmla="*/ 132861 h 752667"/>
              <a:gd name="connsiteX2" fmla="*/ 619806 w 619806"/>
              <a:gd name="connsiteY2" fmla="*/ 752667 h 752667"/>
              <a:gd name="connsiteX3" fmla="*/ 0 w 619806"/>
              <a:gd name="connsiteY3" fmla="*/ 752667 h 752667"/>
              <a:gd name="connsiteX4" fmla="*/ 0 w 619806"/>
              <a:gd name="connsiteY4" fmla="*/ 132861 h 752667"/>
              <a:gd name="connsiteX0" fmla="*/ 104204 w 724010"/>
              <a:gd name="connsiteY0" fmla="*/ 132861 h 752667"/>
              <a:gd name="connsiteX1" fmla="*/ 724010 w 724010"/>
              <a:gd name="connsiteY1" fmla="*/ 132861 h 752667"/>
              <a:gd name="connsiteX2" fmla="*/ 724010 w 724010"/>
              <a:gd name="connsiteY2" fmla="*/ 752667 h 752667"/>
              <a:gd name="connsiteX3" fmla="*/ 104204 w 724010"/>
              <a:gd name="connsiteY3" fmla="*/ 752667 h 752667"/>
              <a:gd name="connsiteX4" fmla="*/ 104204 w 724010"/>
              <a:gd name="connsiteY4" fmla="*/ 132861 h 752667"/>
              <a:gd name="connsiteX0" fmla="*/ 104204 w 724010"/>
              <a:gd name="connsiteY0" fmla="*/ 0 h 619806"/>
              <a:gd name="connsiteX1" fmla="*/ 724010 w 724010"/>
              <a:gd name="connsiteY1" fmla="*/ 0 h 619806"/>
              <a:gd name="connsiteX2" fmla="*/ 724010 w 724010"/>
              <a:gd name="connsiteY2" fmla="*/ 619806 h 619806"/>
              <a:gd name="connsiteX3" fmla="*/ 104204 w 724010"/>
              <a:gd name="connsiteY3" fmla="*/ 619806 h 619806"/>
              <a:gd name="connsiteX4" fmla="*/ 104204 w 724010"/>
              <a:gd name="connsiteY4" fmla="*/ 0 h 619806"/>
              <a:gd name="connsiteX0" fmla="*/ 104204 w 724010"/>
              <a:gd name="connsiteY0" fmla="*/ 0 h 619806"/>
              <a:gd name="connsiteX1" fmla="*/ 724010 w 724010"/>
              <a:gd name="connsiteY1" fmla="*/ 0 h 619806"/>
              <a:gd name="connsiteX2" fmla="*/ 724010 w 724010"/>
              <a:gd name="connsiteY2" fmla="*/ 619806 h 619806"/>
              <a:gd name="connsiteX3" fmla="*/ 104204 w 724010"/>
              <a:gd name="connsiteY3" fmla="*/ 619806 h 619806"/>
              <a:gd name="connsiteX4" fmla="*/ 104204 w 724010"/>
              <a:gd name="connsiteY4" fmla="*/ 0 h 619806"/>
              <a:gd name="connsiteX0" fmla="*/ 0 w 619806"/>
              <a:gd name="connsiteY0" fmla="*/ 619806 h 665717"/>
              <a:gd name="connsiteX1" fmla="*/ 619806 w 619806"/>
              <a:gd name="connsiteY1" fmla="*/ 0 h 665717"/>
              <a:gd name="connsiteX2" fmla="*/ 619806 w 619806"/>
              <a:gd name="connsiteY2" fmla="*/ 619806 h 665717"/>
              <a:gd name="connsiteX3" fmla="*/ 0 w 619806"/>
              <a:gd name="connsiteY3" fmla="*/ 619806 h 665717"/>
              <a:gd name="connsiteX0" fmla="*/ 0 w 619806"/>
              <a:gd name="connsiteY0" fmla="*/ 619806 h 697281"/>
              <a:gd name="connsiteX1" fmla="*/ 619806 w 619806"/>
              <a:gd name="connsiteY1" fmla="*/ 0 h 697281"/>
              <a:gd name="connsiteX2" fmla="*/ 619806 w 619806"/>
              <a:gd name="connsiteY2" fmla="*/ 619806 h 697281"/>
              <a:gd name="connsiteX3" fmla="*/ 0 w 619806"/>
              <a:gd name="connsiteY3" fmla="*/ 619806 h 697281"/>
              <a:gd name="connsiteX0" fmla="*/ 0 w 619806"/>
              <a:gd name="connsiteY0" fmla="*/ 619806 h 665717"/>
              <a:gd name="connsiteX1" fmla="*/ 619806 w 619806"/>
              <a:gd name="connsiteY1" fmla="*/ 0 h 665717"/>
              <a:gd name="connsiteX2" fmla="*/ 619806 w 619806"/>
              <a:gd name="connsiteY2" fmla="*/ 619806 h 665717"/>
              <a:gd name="connsiteX3" fmla="*/ 0 w 619806"/>
              <a:gd name="connsiteY3" fmla="*/ 619806 h 665717"/>
              <a:gd name="connsiteX0" fmla="*/ 0 w 619806"/>
              <a:gd name="connsiteY0" fmla="*/ 619806 h 619806"/>
              <a:gd name="connsiteX1" fmla="*/ 619806 w 619806"/>
              <a:gd name="connsiteY1" fmla="*/ 0 h 619806"/>
              <a:gd name="connsiteX2" fmla="*/ 619806 w 619806"/>
              <a:gd name="connsiteY2" fmla="*/ 619806 h 619806"/>
              <a:gd name="connsiteX3" fmla="*/ 0 w 619806"/>
              <a:gd name="connsiteY3" fmla="*/ 619806 h 619806"/>
              <a:gd name="connsiteX0" fmla="*/ 528366 w 528366"/>
              <a:gd name="connsiteY0" fmla="*/ 0 h 711246"/>
              <a:gd name="connsiteX1" fmla="*/ 528366 w 528366"/>
              <a:gd name="connsiteY1" fmla="*/ 619806 h 711246"/>
              <a:gd name="connsiteX2" fmla="*/ 0 w 528366"/>
              <a:gd name="connsiteY2" fmla="*/ 711246 h 711246"/>
              <a:gd name="connsiteX0" fmla="*/ 557674 w 557674"/>
              <a:gd name="connsiteY0" fmla="*/ 0 h 619806"/>
              <a:gd name="connsiteX1" fmla="*/ 557674 w 557674"/>
              <a:gd name="connsiteY1" fmla="*/ 619806 h 619806"/>
              <a:gd name="connsiteX2" fmla="*/ 0 w 557674"/>
              <a:gd name="connsiteY2" fmla="*/ 611600 h 619806"/>
              <a:gd name="connsiteX0" fmla="*/ 328885 w 328885"/>
              <a:gd name="connsiteY0" fmla="*/ 0 h 627493"/>
              <a:gd name="connsiteX1" fmla="*/ 328885 w 328885"/>
              <a:gd name="connsiteY1" fmla="*/ 619806 h 627493"/>
              <a:gd name="connsiteX2" fmla="*/ 0 w 328885"/>
              <a:gd name="connsiteY2" fmla="*/ 627493 h 627493"/>
              <a:gd name="connsiteX0" fmla="*/ 536225 w 536225"/>
              <a:gd name="connsiteY0" fmla="*/ 0 h 619806"/>
              <a:gd name="connsiteX1" fmla="*/ 536225 w 536225"/>
              <a:gd name="connsiteY1" fmla="*/ 619806 h 619806"/>
              <a:gd name="connsiteX2" fmla="*/ 0 w 536225"/>
              <a:gd name="connsiteY2" fmla="*/ 619547 h 619806"/>
              <a:gd name="connsiteX0" fmla="*/ 536225 w 536225"/>
              <a:gd name="connsiteY0" fmla="*/ 0 h 619806"/>
              <a:gd name="connsiteX1" fmla="*/ 536225 w 536225"/>
              <a:gd name="connsiteY1" fmla="*/ 619806 h 619806"/>
              <a:gd name="connsiteX2" fmla="*/ 0 w 536225"/>
              <a:gd name="connsiteY2" fmla="*/ 619547 h 619806"/>
              <a:gd name="connsiteX0" fmla="*/ 536327 w 536327"/>
              <a:gd name="connsiteY0" fmla="*/ 0 h 619806"/>
              <a:gd name="connsiteX1" fmla="*/ 536327 w 536327"/>
              <a:gd name="connsiteY1" fmla="*/ 619806 h 619806"/>
              <a:gd name="connsiteX2" fmla="*/ 102 w 536327"/>
              <a:gd name="connsiteY2" fmla="*/ 619547 h 619806"/>
              <a:gd name="connsiteX0" fmla="*/ 536328 w 536328"/>
              <a:gd name="connsiteY0" fmla="*/ 0 h 619806"/>
              <a:gd name="connsiteX1" fmla="*/ 536328 w 536328"/>
              <a:gd name="connsiteY1" fmla="*/ 619806 h 619806"/>
              <a:gd name="connsiteX2" fmla="*/ 103 w 536328"/>
              <a:gd name="connsiteY2" fmla="*/ 619547 h 619806"/>
              <a:gd name="connsiteX0" fmla="*/ 514887 w 514887"/>
              <a:gd name="connsiteY0" fmla="*/ 0 h 643386"/>
              <a:gd name="connsiteX1" fmla="*/ 514887 w 514887"/>
              <a:gd name="connsiteY1" fmla="*/ 619806 h 643386"/>
              <a:gd name="connsiteX2" fmla="*/ 110 w 514887"/>
              <a:gd name="connsiteY2" fmla="*/ 643386 h 643386"/>
              <a:gd name="connsiteX0" fmla="*/ 843718 w 843718"/>
              <a:gd name="connsiteY0" fmla="*/ 0 h 619806"/>
              <a:gd name="connsiteX1" fmla="*/ 843718 w 843718"/>
              <a:gd name="connsiteY1" fmla="*/ 619806 h 619806"/>
              <a:gd name="connsiteX2" fmla="*/ 56 w 843718"/>
              <a:gd name="connsiteY2" fmla="*/ 619547 h 619806"/>
              <a:gd name="connsiteX0" fmla="*/ 843662 w 843662"/>
              <a:gd name="connsiteY0" fmla="*/ 0 h 619806"/>
              <a:gd name="connsiteX1" fmla="*/ 843662 w 843662"/>
              <a:gd name="connsiteY1" fmla="*/ 619806 h 619806"/>
              <a:gd name="connsiteX2" fmla="*/ 0 w 843662"/>
              <a:gd name="connsiteY2" fmla="*/ 619547 h 619806"/>
              <a:gd name="connsiteX0" fmla="*/ 843662 w 843662"/>
              <a:gd name="connsiteY0" fmla="*/ 0 h 619806"/>
              <a:gd name="connsiteX1" fmla="*/ 843662 w 843662"/>
              <a:gd name="connsiteY1" fmla="*/ 619806 h 619806"/>
              <a:gd name="connsiteX2" fmla="*/ 0 w 843662"/>
              <a:gd name="connsiteY2" fmla="*/ 619547 h 619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43662" h="619806">
                <a:moveTo>
                  <a:pt x="843662" y="0"/>
                </a:moveTo>
                <a:lnTo>
                  <a:pt x="843662" y="619806"/>
                </a:lnTo>
                <a:lnTo>
                  <a:pt x="0" y="619547"/>
                </a:lnTo>
              </a:path>
            </a:pathLst>
          </a:custGeom>
          <a:noFill/>
          <a:ln w="19050" cap="flat" cmpd="sng" algn="ctr">
            <a:solidFill>
              <a:schemeClr val="bg2">
                <a:lumMod val="75000"/>
              </a:schemeClr>
            </a:solidFill>
            <a:prstDash val="dash"/>
            <a:miter lim="800000"/>
            <a:headEnd type="arrow" w="med" len="sm"/>
            <a:tailEnd type="arrow" w="med" len="sm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Rectangle 81">
            <a:extLst>
              <a:ext uri="{FF2B5EF4-FFF2-40B4-BE49-F238E27FC236}">
                <a16:creationId xmlns:a16="http://schemas.microsoft.com/office/drawing/2014/main" id="{DA109D85-E326-E845-8664-AA2195F23578}"/>
              </a:ext>
            </a:extLst>
          </p:cNvPr>
          <p:cNvSpPr/>
          <p:nvPr/>
        </p:nvSpPr>
        <p:spPr>
          <a:xfrm rot="10800000">
            <a:off x="7879137" y="4049846"/>
            <a:ext cx="459526" cy="457094"/>
          </a:xfrm>
          <a:custGeom>
            <a:avLst/>
            <a:gdLst>
              <a:gd name="connsiteX0" fmla="*/ 0 w 619806"/>
              <a:gd name="connsiteY0" fmla="*/ 0 h 619806"/>
              <a:gd name="connsiteX1" fmla="*/ 619806 w 619806"/>
              <a:gd name="connsiteY1" fmla="*/ 0 h 619806"/>
              <a:gd name="connsiteX2" fmla="*/ 619806 w 619806"/>
              <a:gd name="connsiteY2" fmla="*/ 619806 h 619806"/>
              <a:gd name="connsiteX3" fmla="*/ 0 w 619806"/>
              <a:gd name="connsiteY3" fmla="*/ 619806 h 619806"/>
              <a:gd name="connsiteX4" fmla="*/ 0 w 619806"/>
              <a:gd name="connsiteY4" fmla="*/ 0 h 619806"/>
              <a:gd name="connsiteX0" fmla="*/ 0 w 619806"/>
              <a:gd name="connsiteY0" fmla="*/ 132861 h 752667"/>
              <a:gd name="connsiteX1" fmla="*/ 619806 w 619806"/>
              <a:gd name="connsiteY1" fmla="*/ 132861 h 752667"/>
              <a:gd name="connsiteX2" fmla="*/ 619806 w 619806"/>
              <a:gd name="connsiteY2" fmla="*/ 752667 h 752667"/>
              <a:gd name="connsiteX3" fmla="*/ 0 w 619806"/>
              <a:gd name="connsiteY3" fmla="*/ 752667 h 752667"/>
              <a:gd name="connsiteX4" fmla="*/ 0 w 619806"/>
              <a:gd name="connsiteY4" fmla="*/ 132861 h 752667"/>
              <a:gd name="connsiteX0" fmla="*/ 104204 w 724010"/>
              <a:gd name="connsiteY0" fmla="*/ 132861 h 752667"/>
              <a:gd name="connsiteX1" fmla="*/ 724010 w 724010"/>
              <a:gd name="connsiteY1" fmla="*/ 132861 h 752667"/>
              <a:gd name="connsiteX2" fmla="*/ 724010 w 724010"/>
              <a:gd name="connsiteY2" fmla="*/ 752667 h 752667"/>
              <a:gd name="connsiteX3" fmla="*/ 104204 w 724010"/>
              <a:gd name="connsiteY3" fmla="*/ 752667 h 752667"/>
              <a:gd name="connsiteX4" fmla="*/ 104204 w 724010"/>
              <a:gd name="connsiteY4" fmla="*/ 132861 h 752667"/>
              <a:gd name="connsiteX0" fmla="*/ 104204 w 724010"/>
              <a:gd name="connsiteY0" fmla="*/ 0 h 619806"/>
              <a:gd name="connsiteX1" fmla="*/ 724010 w 724010"/>
              <a:gd name="connsiteY1" fmla="*/ 0 h 619806"/>
              <a:gd name="connsiteX2" fmla="*/ 724010 w 724010"/>
              <a:gd name="connsiteY2" fmla="*/ 619806 h 619806"/>
              <a:gd name="connsiteX3" fmla="*/ 104204 w 724010"/>
              <a:gd name="connsiteY3" fmla="*/ 619806 h 619806"/>
              <a:gd name="connsiteX4" fmla="*/ 104204 w 724010"/>
              <a:gd name="connsiteY4" fmla="*/ 0 h 619806"/>
              <a:gd name="connsiteX0" fmla="*/ 104204 w 724010"/>
              <a:gd name="connsiteY0" fmla="*/ 0 h 619806"/>
              <a:gd name="connsiteX1" fmla="*/ 724010 w 724010"/>
              <a:gd name="connsiteY1" fmla="*/ 0 h 619806"/>
              <a:gd name="connsiteX2" fmla="*/ 724010 w 724010"/>
              <a:gd name="connsiteY2" fmla="*/ 619806 h 619806"/>
              <a:gd name="connsiteX3" fmla="*/ 104204 w 724010"/>
              <a:gd name="connsiteY3" fmla="*/ 619806 h 619806"/>
              <a:gd name="connsiteX4" fmla="*/ 104204 w 724010"/>
              <a:gd name="connsiteY4" fmla="*/ 0 h 619806"/>
              <a:gd name="connsiteX0" fmla="*/ 0 w 619806"/>
              <a:gd name="connsiteY0" fmla="*/ 619806 h 665717"/>
              <a:gd name="connsiteX1" fmla="*/ 619806 w 619806"/>
              <a:gd name="connsiteY1" fmla="*/ 0 h 665717"/>
              <a:gd name="connsiteX2" fmla="*/ 619806 w 619806"/>
              <a:gd name="connsiteY2" fmla="*/ 619806 h 665717"/>
              <a:gd name="connsiteX3" fmla="*/ 0 w 619806"/>
              <a:gd name="connsiteY3" fmla="*/ 619806 h 665717"/>
              <a:gd name="connsiteX0" fmla="*/ 0 w 619806"/>
              <a:gd name="connsiteY0" fmla="*/ 619806 h 697281"/>
              <a:gd name="connsiteX1" fmla="*/ 619806 w 619806"/>
              <a:gd name="connsiteY1" fmla="*/ 0 h 697281"/>
              <a:gd name="connsiteX2" fmla="*/ 619806 w 619806"/>
              <a:gd name="connsiteY2" fmla="*/ 619806 h 697281"/>
              <a:gd name="connsiteX3" fmla="*/ 0 w 619806"/>
              <a:gd name="connsiteY3" fmla="*/ 619806 h 697281"/>
              <a:gd name="connsiteX0" fmla="*/ 0 w 619806"/>
              <a:gd name="connsiteY0" fmla="*/ 619806 h 665717"/>
              <a:gd name="connsiteX1" fmla="*/ 619806 w 619806"/>
              <a:gd name="connsiteY1" fmla="*/ 0 h 665717"/>
              <a:gd name="connsiteX2" fmla="*/ 619806 w 619806"/>
              <a:gd name="connsiteY2" fmla="*/ 619806 h 665717"/>
              <a:gd name="connsiteX3" fmla="*/ 0 w 619806"/>
              <a:gd name="connsiteY3" fmla="*/ 619806 h 665717"/>
              <a:gd name="connsiteX0" fmla="*/ 0 w 619806"/>
              <a:gd name="connsiteY0" fmla="*/ 619806 h 619806"/>
              <a:gd name="connsiteX1" fmla="*/ 619806 w 619806"/>
              <a:gd name="connsiteY1" fmla="*/ 0 h 619806"/>
              <a:gd name="connsiteX2" fmla="*/ 619806 w 619806"/>
              <a:gd name="connsiteY2" fmla="*/ 619806 h 619806"/>
              <a:gd name="connsiteX3" fmla="*/ 0 w 619806"/>
              <a:gd name="connsiteY3" fmla="*/ 619806 h 619806"/>
              <a:gd name="connsiteX0" fmla="*/ 528366 w 528366"/>
              <a:gd name="connsiteY0" fmla="*/ 0 h 711246"/>
              <a:gd name="connsiteX1" fmla="*/ 528366 w 528366"/>
              <a:gd name="connsiteY1" fmla="*/ 619806 h 711246"/>
              <a:gd name="connsiteX2" fmla="*/ 0 w 528366"/>
              <a:gd name="connsiteY2" fmla="*/ 711246 h 711246"/>
              <a:gd name="connsiteX0" fmla="*/ 557674 w 557674"/>
              <a:gd name="connsiteY0" fmla="*/ 0 h 619806"/>
              <a:gd name="connsiteX1" fmla="*/ 557674 w 557674"/>
              <a:gd name="connsiteY1" fmla="*/ 619806 h 619806"/>
              <a:gd name="connsiteX2" fmla="*/ 0 w 557674"/>
              <a:gd name="connsiteY2" fmla="*/ 611600 h 619806"/>
              <a:gd name="connsiteX0" fmla="*/ 328885 w 328885"/>
              <a:gd name="connsiteY0" fmla="*/ 0 h 627493"/>
              <a:gd name="connsiteX1" fmla="*/ 328885 w 328885"/>
              <a:gd name="connsiteY1" fmla="*/ 619806 h 627493"/>
              <a:gd name="connsiteX2" fmla="*/ 0 w 328885"/>
              <a:gd name="connsiteY2" fmla="*/ 627493 h 627493"/>
              <a:gd name="connsiteX0" fmla="*/ 536225 w 536225"/>
              <a:gd name="connsiteY0" fmla="*/ 0 h 619806"/>
              <a:gd name="connsiteX1" fmla="*/ 536225 w 536225"/>
              <a:gd name="connsiteY1" fmla="*/ 619806 h 619806"/>
              <a:gd name="connsiteX2" fmla="*/ 0 w 536225"/>
              <a:gd name="connsiteY2" fmla="*/ 619547 h 619806"/>
              <a:gd name="connsiteX0" fmla="*/ 536225 w 536225"/>
              <a:gd name="connsiteY0" fmla="*/ 0 h 619806"/>
              <a:gd name="connsiteX1" fmla="*/ 536225 w 536225"/>
              <a:gd name="connsiteY1" fmla="*/ 619806 h 619806"/>
              <a:gd name="connsiteX2" fmla="*/ 0 w 536225"/>
              <a:gd name="connsiteY2" fmla="*/ 619547 h 619806"/>
              <a:gd name="connsiteX0" fmla="*/ 536327 w 536327"/>
              <a:gd name="connsiteY0" fmla="*/ 0 h 619806"/>
              <a:gd name="connsiteX1" fmla="*/ 536327 w 536327"/>
              <a:gd name="connsiteY1" fmla="*/ 619806 h 619806"/>
              <a:gd name="connsiteX2" fmla="*/ 102 w 536327"/>
              <a:gd name="connsiteY2" fmla="*/ 619547 h 619806"/>
              <a:gd name="connsiteX0" fmla="*/ 536328 w 536328"/>
              <a:gd name="connsiteY0" fmla="*/ 0 h 619806"/>
              <a:gd name="connsiteX1" fmla="*/ 536328 w 536328"/>
              <a:gd name="connsiteY1" fmla="*/ 619806 h 619806"/>
              <a:gd name="connsiteX2" fmla="*/ 103 w 536328"/>
              <a:gd name="connsiteY2" fmla="*/ 619547 h 619806"/>
              <a:gd name="connsiteX0" fmla="*/ 514887 w 514887"/>
              <a:gd name="connsiteY0" fmla="*/ 0 h 643386"/>
              <a:gd name="connsiteX1" fmla="*/ 514887 w 514887"/>
              <a:gd name="connsiteY1" fmla="*/ 619806 h 643386"/>
              <a:gd name="connsiteX2" fmla="*/ 110 w 514887"/>
              <a:gd name="connsiteY2" fmla="*/ 643386 h 643386"/>
              <a:gd name="connsiteX0" fmla="*/ 843718 w 843718"/>
              <a:gd name="connsiteY0" fmla="*/ 0 h 619806"/>
              <a:gd name="connsiteX1" fmla="*/ 843718 w 843718"/>
              <a:gd name="connsiteY1" fmla="*/ 619806 h 619806"/>
              <a:gd name="connsiteX2" fmla="*/ 56 w 843718"/>
              <a:gd name="connsiteY2" fmla="*/ 619547 h 619806"/>
              <a:gd name="connsiteX0" fmla="*/ 843662 w 843662"/>
              <a:gd name="connsiteY0" fmla="*/ 0 h 619806"/>
              <a:gd name="connsiteX1" fmla="*/ 843662 w 843662"/>
              <a:gd name="connsiteY1" fmla="*/ 619806 h 619806"/>
              <a:gd name="connsiteX2" fmla="*/ 0 w 843662"/>
              <a:gd name="connsiteY2" fmla="*/ 619547 h 619806"/>
              <a:gd name="connsiteX0" fmla="*/ 843662 w 843662"/>
              <a:gd name="connsiteY0" fmla="*/ 0 h 619806"/>
              <a:gd name="connsiteX1" fmla="*/ 843662 w 843662"/>
              <a:gd name="connsiteY1" fmla="*/ 619806 h 619806"/>
              <a:gd name="connsiteX2" fmla="*/ 0 w 843662"/>
              <a:gd name="connsiteY2" fmla="*/ 619547 h 619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43662" h="619806">
                <a:moveTo>
                  <a:pt x="843662" y="0"/>
                </a:moveTo>
                <a:lnTo>
                  <a:pt x="843662" y="619806"/>
                </a:lnTo>
                <a:lnTo>
                  <a:pt x="0" y="619547"/>
                </a:lnTo>
              </a:path>
            </a:pathLst>
          </a:custGeom>
          <a:noFill/>
          <a:ln w="19050" cap="flat" cmpd="sng" algn="ctr">
            <a:solidFill>
              <a:schemeClr val="bg2">
                <a:lumMod val="75000"/>
              </a:schemeClr>
            </a:solidFill>
            <a:prstDash val="dash"/>
            <a:round/>
            <a:headEnd type="none" w="sm" len="sm"/>
            <a:tailEnd type="none" w="sm" len="sm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6" name="Straight Arrow Connector 72">
            <a:extLst>
              <a:ext uri="{FF2B5EF4-FFF2-40B4-BE49-F238E27FC236}">
                <a16:creationId xmlns:a16="http://schemas.microsoft.com/office/drawing/2014/main" id="{24E37BCB-6EDA-A44D-AB6D-B931F1998D27}"/>
              </a:ext>
            </a:extLst>
          </p:cNvPr>
          <p:cNvCxnSpPr/>
          <p:nvPr/>
        </p:nvCxnSpPr>
        <p:spPr bwMode="auto">
          <a:xfrm>
            <a:off x="6560354" y="2077501"/>
            <a:ext cx="1776558" cy="0"/>
          </a:xfrm>
          <a:prstGeom prst="straightConnector1">
            <a:avLst/>
          </a:prstGeom>
          <a:solidFill>
            <a:srgbClr val="00B8FF"/>
          </a:solidFill>
          <a:ln w="19050" cap="flat" cmpd="sng" algn="ctr">
            <a:solidFill>
              <a:srgbClr val="3BBB8E"/>
            </a:solidFill>
            <a:prstDash val="dash"/>
            <a:miter lim="800000"/>
            <a:headEnd type="none" w="med" len="sm"/>
            <a:tailEnd type="oval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97" name="Straight Arrow Connector 73">
            <a:extLst>
              <a:ext uri="{FF2B5EF4-FFF2-40B4-BE49-F238E27FC236}">
                <a16:creationId xmlns:a16="http://schemas.microsoft.com/office/drawing/2014/main" id="{996F38BE-AACA-A145-9AC2-4FE7231BF96C}"/>
              </a:ext>
            </a:extLst>
          </p:cNvPr>
          <p:cNvCxnSpPr/>
          <p:nvPr/>
        </p:nvCxnSpPr>
        <p:spPr bwMode="auto">
          <a:xfrm>
            <a:off x="6560354" y="2397425"/>
            <a:ext cx="1776558" cy="0"/>
          </a:xfrm>
          <a:prstGeom prst="straightConnector1">
            <a:avLst/>
          </a:prstGeom>
          <a:solidFill>
            <a:srgbClr val="00B8FF"/>
          </a:solidFill>
          <a:ln w="19050" cap="flat" cmpd="sng" algn="ctr">
            <a:solidFill>
              <a:srgbClr val="009056"/>
            </a:solidFill>
            <a:prstDash val="dash"/>
            <a:miter lim="800000"/>
            <a:headEnd type="oval" w="med" len="med"/>
            <a:tailEnd type="oval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3" name="圓角矩形 2">
            <a:extLst>
              <a:ext uri="{FF2B5EF4-FFF2-40B4-BE49-F238E27FC236}">
                <a16:creationId xmlns:a16="http://schemas.microsoft.com/office/drawing/2014/main" id="{3A892DF2-2A51-9E41-BC9F-966EB84142C3}"/>
              </a:ext>
            </a:extLst>
          </p:cNvPr>
          <p:cNvSpPr/>
          <p:nvPr/>
        </p:nvSpPr>
        <p:spPr>
          <a:xfrm>
            <a:off x="3145798" y="1741756"/>
            <a:ext cx="1111362" cy="260622"/>
          </a:xfrm>
          <a:prstGeom prst="roundRect">
            <a:avLst/>
          </a:prstGeom>
          <a:solidFill>
            <a:srgbClr val="3BBB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000" dirty="0"/>
              <a:t>content</a:t>
            </a:r>
            <a:endParaRPr kumimoji="1" lang="zh-TW" altLang="en-US" sz="1000" dirty="0"/>
          </a:p>
        </p:txBody>
      </p:sp>
      <p:sp>
        <p:nvSpPr>
          <p:cNvPr id="110" name="圓角矩形 109">
            <a:extLst>
              <a:ext uri="{FF2B5EF4-FFF2-40B4-BE49-F238E27FC236}">
                <a16:creationId xmlns:a16="http://schemas.microsoft.com/office/drawing/2014/main" id="{E62D5AC4-EB94-E34B-ACBD-559F5AD0286A}"/>
              </a:ext>
            </a:extLst>
          </p:cNvPr>
          <p:cNvSpPr/>
          <p:nvPr/>
        </p:nvSpPr>
        <p:spPr>
          <a:xfrm>
            <a:off x="3145798" y="2441147"/>
            <a:ext cx="1111362" cy="260622"/>
          </a:xfrm>
          <a:prstGeom prst="roundRect">
            <a:avLst/>
          </a:prstGeom>
          <a:solidFill>
            <a:srgbClr val="F3F3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content</a:t>
            </a:r>
            <a:endParaRPr kumimoji="1" lang="zh-TW" alt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11" name="圓角矩形 110">
            <a:extLst>
              <a:ext uri="{FF2B5EF4-FFF2-40B4-BE49-F238E27FC236}">
                <a16:creationId xmlns:a16="http://schemas.microsoft.com/office/drawing/2014/main" id="{07CDA807-E73A-7A4D-B576-EB341FC2CAD6}"/>
              </a:ext>
            </a:extLst>
          </p:cNvPr>
          <p:cNvSpPr/>
          <p:nvPr/>
        </p:nvSpPr>
        <p:spPr>
          <a:xfrm>
            <a:off x="3145798" y="3139809"/>
            <a:ext cx="1111362" cy="260622"/>
          </a:xfrm>
          <a:prstGeom prst="roundRect">
            <a:avLst/>
          </a:prstGeom>
          <a:solidFill>
            <a:srgbClr val="00AA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000" dirty="0"/>
              <a:t>content</a:t>
            </a:r>
            <a:endParaRPr kumimoji="1" lang="zh-TW" altLang="en-US" sz="1000" dirty="0"/>
          </a:p>
        </p:txBody>
      </p:sp>
      <p:sp>
        <p:nvSpPr>
          <p:cNvPr id="112" name="圓角矩形 111">
            <a:extLst>
              <a:ext uri="{FF2B5EF4-FFF2-40B4-BE49-F238E27FC236}">
                <a16:creationId xmlns:a16="http://schemas.microsoft.com/office/drawing/2014/main" id="{B1097E97-7100-AD4B-8250-49888E359B40}"/>
              </a:ext>
            </a:extLst>
          </p:cNvPr>
          <p:cNvSpPr/>
          <p:nvPr/>
        </p:nvSpPr>
        <p:spPr>
          <a:xfrm>
            <a:off x="5019231" y="2365279"/>
            <a:ext cx="659197" cy="401633"/>
          </a:xfrm>
          <a:prstGeom prst="roundRect">
            <a:avLst/>
          </a:prstGeom>
          <a:solidFill>
            <a:srgbClr val="F3F3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content</a:t>
            </a:r>
            <a:endParaRPr kumimoji="1" lang="zh-TW" alt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13" name="圓角矩形 112">
            <a:extLst>
              <a:ext uri="{FF2B5EF4-FFF2-40B4-BE49-F238E27FC236}">
                <a16:creationId xmlns:a16="http://schemas.microsoft.com/office/drawing/2014/main" id="{B6FE3AAB-3154-0544-9C3F-89EEA3CD5966}"/>
              </a:ext>
            </a:extLst>
          </p:cNvPr>
          <p:cNvSpPr/>
          <p:nvPr/>
        </p:nvSpPr>
        <p:spPr>
          <a:xfrm>
            <a:off x="3145798" y="4106794"/>
            <a:ext cx="1111362" cy="260622"/>
          </a:xfrm>
          <a:prstGeom prst="roundRect">
            <a:avLst/>
          </a:prstGeom>
          <a:solidFill>
            <a:srgbClr val="F3FC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content</a:t>
            </a:r>
            <a:endParaRPr kumimoji="1" lang="zh-TW" alt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14" name="圓角矩形 113">
            <a:extLst>
              <a:ext uri="{FF2B5EF4-FFF2-40B4-BE49-F238E27FC236}">
                <a16:creationId xmlns:a16="http://schemas.microsoft.com/office/drawing/2014/main" id="{E4FFB3E7-3937-ED45-B508-814A16BEC320}"/>
              </a:ext>
            </a:extLst>
          </p:cNvPr>
          <p:cNvSpPr/>
          <p:nvPr/>
        </p:nvSpPr>
        <p:spPr>
          <a:xfrm>
            <a:off x="3145798" y="4816280"/>
            <a:ext cx="1111362" cy="260622"/>
          </a:xfrm>
          <a:prstGeom prst="roundRect">
            <a:avLst/>
          </a:prstGeom>
          <a:solidFill>
            <a:srgbClr val="6ED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000" dirty="0">
                <a:solidFill>
                  <a:schemeClr val="bg1"/>
                </a:solidFill>
              </a:rPr>
              <a:t>content</a:t>
            </a:r>
            <a:endParaRPr kumimoji="1" lang="zh-TW" altLang="en-US" sz="1000" dirty="0">
              <a:solidFill>
                <a:schemeClr val="bg1"/>
              </a:solidFill>
            </a:endParaRPr>
          </a:p>
        </p:txBody>
      </p:sp>
      <p:sp>
        <p:nvSpPr>
          <p:cNvPr id="115" name="圓角矩形 114">
            <a:extLst>
              <a:ext uri="{FF2B5EF4-FFF2-40B4-BE49-F238E27FC236}">
                <a16:creationId xmlns:a16="http://schemas.microsoft.com/office/drawing/2014/main" id="{893E58F6-4608-5144-829C-58D04B99DE7D}"/>
              </a:ext>
            </a:extLst>
          </p:cNvPr>
          <p:cNvSpPr/>
          <p:nvPr/>
        </p:nvSpPr>
        <p:spPr>
          <a:xfrm>
            <a:off x="3145798" y="5522668"/>
            <a:ext cx="1111362" cy="260622"/>
          </a:xfrm>
          <a:prstGeom prst="roundRect">
            <a:avLst/>
          </a:prstGeom>
          <a:solidFill>
            <a:srgbClr val="0090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000" dirty="0"/>
              <a:t>content</a:t>
            </a:r>
            <a:endParaRPr kumimoji="1" lang="zh-TW" altLang="en-US" sz="1000" dirty="0"/>
          </a:p>
        </p:txBody>
      </p:sp>
      <p:sp>
        <p:nvSpPr>
          <p:cNvPr id="116" name="圓角矩形 115">
            <a:extLst>
              <a:ext uri="{FF2B5EF4-FFF2-40B4-BE49-F238E27FC236}">
                <a16:creationId xmlns:a16="http://schemas.microsoft.com/office/drawing/2014/main" id="{BDE70C0B-E3A2-CE4A-ABA8-4F2CB72B1175}"/>
              </a:ext>
            </a:extLst>
          </p:cNvPr>
          <p:cNvSpPr/>
          <p:nvPr/>
        </p:nvSpPr>
        <p:spPr>
          <a:xfrm>
            <a:off x="5019231" y="4633729"/>
            <a:ext cx="659197" cy="625724"/>
          </a:xfrm>
          <a:prstGeom prst="roundRect">
            <a:avLst/>
          </a:prstGeom>
          <a:solidFill>
            <a:srgbClr val="F3F3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content</a:t>
            </a:r>
            <a:endParaRPr kumimoji="1" lang="zh-TW" alt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572767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橢圓 4">
            <a:extLst>
              <a:ext uri="{FF2B5EF4-FFF2-40B4-BE49-F238E27FC236}">
                <a16:creationId xmlns:a16="http://schemas.microsoft.com/office/drawing/2014/main" id="{72CDDB92-772C-904A-AEC2-2DC5801A28B5}"/>
              </a:ext>
            </a:extLst>
          </p:cNvPr>
          <p:cNvSpPr/>
          <p:nvPr/>
        </p:nvSpPr>
        <p:spPr>
          <a:xfrm>
            <a:off x="4405398" y="1942391"/>
            <a:ext cx="678873" cy="678873"/>
          </a:xfrm>
          <a:prstGeom prst="ellipse">
            <a:avLst/>
          </a:prstGeom>
          <a:solidFill>
            <a:srgbClr val="9AE9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A794C69A-59C5-6448-B02A-C231A28F70F4}"/>
              </a:ext>
            </a:extLst>
          </p:cNvPr>
          <p:cNvSpPr/>
          <p:nvPr/>
        </p:nvSpPr>
        <p:spPr>
          <a:xfrm>
            <a:off x="5808991" y="1942390"/>
            <a:ext cx="678873" cy="678873"/>
          </a:xfrm>
          <a:prstGeom prst="ellipse">
            <a:avLst/>
          </a:prstGeom>
          <a:solidFill>
            <a:srgbClr val="6ED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41EFCC4C-A98D-9746-AD68-BC9F842DCEEE}"/>
              </a:ext>
            </a:extLst>
          </p:cNvPr>
          <p:cNvSpPr/>
          <p:nvPr/>
        </p:nvSpPr>
        <p:spPr>
          <a:xfrm>
            <a:off x="7212584" y="1942388"/>
            <a:ext cx="678873" cy="678873"/>
          </a:xfrm>
          <a:prstGeom prst="ellipse">
            <a:avLst/>
          </a:prstGeom>
          <a:solidFill>
            <a:srgbClr val="3BBB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D5A3CB5E-DB50-1A4F-843A-AB525BA6C72B}"/>
              </a:ext>
            </a:extLst>
          </p:cNvPr>
          <p:cNvSpPr/>
          <p:nvPr/>
        </p:nvSpPr>
        <p:spPr>
          <a:xfrm>
            <a:off x="8616177" y="1942388"/>
            <a:ext cx="678873" cy="678873"/>
          </a:xfrm>
          <a:prstGeom prst="ellipse">
            <a:avLst/>
          </a:prstGeom>
          <a:solidFill>
            <a:srgbClr val="00AA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9" name="橢圓 8">
            <a:extLst>
              <a:ext uri="{FF2B5EF4-FFF2-40B4-BE49-F238E27FC236}">
                <a16:creationId xmlns:a16="http://schemas.microsoft.com/office/drawing/2014/main" id="{8C423620-21BD-5341-91DC-BCB1FC179AAB}"/>
              </a:ext>
            </a:extLst>
          </p:cNvPr>
          <p:cNvSpPr/>
          <p:nvPr/>
        </p:nvSpPr>
        <p:spPr>
          <a:xfrm>
            <a:off x="10019771" y="1942388"/>
            <a:ext cx="678873" cy="678873"/>
          </a:xfrm>
          <a:prstGeom prst="ellipse">
            <a:avLst/>
          </a:prstGeom>
          <a:solidFill>
            <a:srgbClr val="0090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0" name="橢圓 9">
            <a:extLst>
              <a:ext uri="{FF2B5EF4-FFF2-40B4-BE49-F238E27FC236}">
                <a16:creationId xmlns:a16="http://schemas.microsoft.com/office/drawing/2014/main" id="{5172F2D7-9947-2246-83A8-7650F8E0FA5D}"/>
              </a:ext>
            </a:extLst>
          </p:cNvPr>
          <p:cNvSpPr/>
          <p:nvPr/>
        </p:nvSpPr>
        <p:spPr>
          <a:xfrm>
            <a:off x="4405398" y="4615221"/>
            <a:ext cx="678873" cy="678873"/>
          </a:xfrm>
          <a:prstGeom prst="ellipse">
            <a:avLst/>
          </a:prstGeom>
          <a:solidFill>
            <a:srgbClr val="E7FF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FF557570-60D9-C04D-B02A-02BA41429B0A}"/>
              </a:ext>
            </a:extLst>
          </p:cNvPr>
          <p:cNvSpPr/>
          <p:nvPr/>
        </p:nvSpPr>
        <p:spPr>
          <a:xfrm>
            <a:off x="5808991" y="4615220"/>
            <a:ext cx="678873" cy="678873"/>
          </a:xfrm>
          <a:prstGeom prst="ellipse">
            <a:avLst/>
          </a:prstGeom>
          <a:solidFill>
            <a:srgbClr val="F3F3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1AA3F2BE-8E08-1440-8022-9F0B2C14F64A}"/>
              </a:ext>
            </a:extLst>
          </p:cNvPr>
          <p:cNvSpPr/>
          <p:nvPr/>
        </p:nvSpPr>
        <p:spPr>
          <a:xfrm>
            <a:off x="7212584" y="4615218"/>
            <a:ext cx="678873" cy="678873"/>
          </a:xfrm>
          <a:prstGeom prst="ellipse">
            <a:avLst/>
          </a:prstGeom>
          <a:solidFill>
            <a:srgbClr val="D9D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CE79C463-0250-7B4F-A5A8-C38603E5A598}"/>
              </a:ext>
            </a:extLst>
          </p:cNvPr>
          <p:cNvSpPr/>
          <p:nvPr/>
        </p:nvSpPr>
        <p:spPr>
          <a:xfrm>
            <a:off x="8616177" y="4615218"/>
            <a:ext cx="678873" cy="678873"/>
          </a:xfrm>
          <a:prstGeom prst="ellipse">
            <a:avLst/>
          </a:prstGeom>
          <a:solidFill>
            <a:srgbClr val="F3FC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>
              <a:solidFill>
                <a:srgbClr val="1F4E79"/>
              </a:solidFill>
            </a:endParaRPr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E960AE00-3941-DB43-81F1-5FD0236838B5}"/>
              </a:ext>
            </a:extLst>
          </p:cNvPr>
          <p:cNvSpPr/>
          <p:nvPr/>
        </p:nvSpPr>
        <p:spPr>
          <a:xfrm>
            <a:off x="10019771" y="4615218"/>
            <a:ext cx="678873" cy="678873"/>
          </a:xfrm>
          <a:prstGeom prst="ellipse">
            <a:avLst/>
          </a:prstGeom>
          <a:solidFill>
            <a:srgbClr val="046C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5" name="Google Shape;626;p21">
            <a:extLst>
              <a:ext uri="{FF2B5EF4-FFF2-40B4-BE49-F238E27FC236}">
                <a16:creationId xmlns:a16="http://schemas.microsoft.com/office/drawing/2014/main" id="{E4A72AB2-5896-E14A-A729-E7F57B040FDB}"/>
              </a:ext>
            </a:extLst>
          </p:cNvPr>
          <p:cNvSpPr txBox="1"/>
          <p:nvPr/>
        </p:nvSpPr>
        <p:spPr>
          <a:xfrm>
            <a:off x="4405398" y="2787691"/>
            <a:ext cx="979682" cy="3222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>
              <a:lnSpc>
                <a:spcPct val="120000"/>
              </a:lnSpc>
              <a:buClr>
                <a:schemeClr val="dk1"/>
              </a:buClr>
              <a:buSzPts val="1200"/>
            </a:pPr>
            <a:r>
              <a:rPr lang="e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#99e891</a:t>
            </a:r>
            <a:endParaRPr lang="en" sz="1200" b="0" i="0" dirty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626;p21">
            <a:extLst>
              <a:ext uri="{FF2B5EF4-FFF2-40B4-BE49-F238E27FC236}">
                <a16:creationId xmlns:a16="http://schemas.microsoft.com/office/drawing/2014/main" id="{1AAC311D-42B1-924B-875C-D41FEFD8AF96}"/>
              </a:ext>
            </a:extLst>
          </p:cNvPr>
          <p:cNvSpPr txBox="1"/>
          <p:nvPr/>
        </p:nvSpPr>
        <p:spPr>
          <a:xfrm>
            <a:off x="5808991" y="2787691"/>
            <a:ext cx="979682" cy="3222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>
              <a:lnSpc>
                <a:spcPct val="120000"/>
              </a:lnSpc>
              <a:buClr>
                <a:schemeClr val="dk1"/>
              </a:buClr>
              <a:buSzPts val="1200"/>
            </a:pPr>
            <a:r>
              <a:rPr lang="e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#6dd9a7</a:t>
            </a:r>
            <a:endParaRPr lang="en" sz="1200" b="0" i="0" dirty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626;p21">
            <a:extLst>
              <a:ext uri="{FF2B5EF4-FFF2-40B4-BE49-F238E27FC236}">
                <a16:creationId xmlns:a16="http://schemas.microsoft.com/office/drawing/2014/main" id="{9F38EC8C-33AE-7C45-A272-16D8B0288E80}"/>
              </a:ext>
            </a:extLst>
          </p:cNvPr>
          <p:cNvSpPr txBox="1"/>
          <p:nvPr/>
        </p:nvSpPr>
        <p:spPr>
          <a:xfrm>
            <a:off x="7212584" y="2819528"/>
            <a:ext cx="979682" cy="290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lvl="0">
              <a:lnSpc>
                <a:spcPct val="120000"/>
              </a:lnSpc>
              <a:buClr>
                <a:schemeClr val="dk1"/>
              </a:buClr>
              <a:buSzPts val="1200"/>
            </a:pPr>
            <a:r>
              <a:rPr lang="e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#3aba8d</a:t>
            </a:r>
            <a:endParaRPr lang="en" sz="1200" b="0" i="0" dirty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626;p21">
            <a:extLst>
              <a:ext uri="{FF2B5EF4-FFF2-40B4-BE49-F238E27FC236}">
                <a16:creationId xmlns:a16="http://schemas.microsoft.com/office/drawing/2014/main" id="{46DA5AC1-7B83-D340-828A-F5C11F86962C}"/>
              </a:ext>
            </a:extLst>
          </p:cNvPr>
          <p:cNvSpPr txBox="1"/>
          <p:nvPr/>
        </p:nvSpPr>
        <p:spPr>
          <a:xfrm>
            <a:off x="8616177" y="2819528"/>
            <a:ext cx="979682" cy="290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lvl="0">
              <a:lnSpc>
                <a:spcPct val="120000"/>
              </a:lnSpc>
              <a:buClr>
                <a:schemeClr val="dk1"/>
              </a:buClr>
              <a:buSzPts val="1200"/>
            </a:pPr>
            <a:r>
              <a:rPr lang="e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#01a964</a:t>
            </a:r>
            <a:endParaRPr lang="en" sz="1200" b="0" i="0" dirty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626;p21">
            <a:extLst>
              <a:ext uri="{FF2B5EF4-FFF2-40B4-BE49-F238E27FC236}">
                <a16:creationId xmlns:a16="http://schemas.microsoft.com/office/drawing/2014/main" id="{854D7754-52F8-174A-8AA4-CCDE55D47874}"/>
              </a:ext>
            </a:extLst>
          </p:cNvPr>
          <p:cNvSpPr txBox="1"/>
          <p:nvPr/>
        </p:nvSpPr>
        <p:spPr>
          <a:xfrm>
            <a:off x="10019770" y="2803610"/>
            <a:ext cx="979682" cy="290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lvl="0">
              <a:lnSpc>
                <a:spcPct val="120000"/>
              </a:lnSpc>
              <a:buClr>
                <a:schemeClr val="dk1"/>
              </a:buClr>
              <a:buSzPts val="1200"/>
            </a:pPr>
            <a:r>
              <a:rPr lang="e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#019056</a:t>
            </a:r>
            <a:endParaRPr lang="en" sz="1200" b="0" i="0" dirty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626;p21">
            <a:extLst>
              <a:ext uri="{FF2B5EF4-FFF2-40B4-BE49-F238E27FC236}">
                <a16:creationId xmlns:a16="http://schemas.microsoft.com/office/drawing/2014/main" id="{3A2525CF-5B74-334C-BB65-21A1975372F9}"/>
              </a:ext>
            </a:extLst>
          </p:cNvPr>
          <p:cNvSpPr txBox="1"/>
          <p:nvPr/>
        </p:nvSpPr>
        <p:spPr>
          <a:xfrm>
            <a:off x="4405398" y="5472200"/>
            <a:ext cx="979682" cy="3222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>
              <a:lnSpc>
                <a:spcPct val="120000"/>
              </a:lnSpc>
              <a:buClr>
                <a:schemeClr val="dk1"/>
              </a:buClr>
              <a:buSzPts val="1200"/>
            </a:pPr>
            <a:r>
              <a:rPr lang="e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#e6fed2</a:t>
            </a:r>
            <a:endParaRPr lang="en" sz="1200" b="0" i="0" dirty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626;p21">
            <a:extLst>
              <a:ext uri="{FF2B5EF4-FFF2-40B4-BE49-F238E27FC236}">
                <a16:creationId xmlns:a16="http://schemas.microsoft.com/office/drawing/2014/main" id="{F2447845-C58F-EB47-90C4-B61D77DD9E45}"/>
              </a:ext>
            </a:extLst>
          </p:cNvPr>
          <p:cNvSpPr txBox="1"/>
          <p:nvPr/>
        </p:nvSpPr>
        <p:spPr>
          <a:xfrm>
            <a:off x="5808991" y="5472200"/>
            <a:ext cx="979682" cy="3222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>
              <a:lnSpc>
                <a:spcPct val="120000"/>
              </a:lnSpc>
              <a:buClr>
                <a:schemeClr val="dk1"/>
              </a:buClr>
              <a:buSzPts val="1200"/>
            </a:pPr>
            <a:r>
              <a:rPr lang="e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#f3f3f3</a:t>
            </a:r>
            <a:endParaRPr lang="en" sz="1200" b="0" i="0" dirty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626;p21">
            <a:extLst>
              <a:ext uri="{FF2B5EF4-FFF2-40B4-BE49-F238E27FC236}">
                <a16:creationId xmlns:a16="http://schemas.microsoft.com/office/drawing/2014/main" id="{F88DDBA2-C6AB-6E47-A42A-86480C9807C7}"/>
              </a:ext>
            </a:extLst>
          </p:cNvPr>
          <p:cNvSpPr txBox="1"/>
          <p:nvPr/>
        </p:nvSpPr>
        <p:spPr>
          <a:xfrm>
            <a:off x="7212584" y="5504037"/>
            <a:ext cx="979682" cy="290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lvl="0">
              <a:lnSpc>
                <a:spcPct val="120000"/>
              </a:lnSpc>
              <a:buClr>
                <a:schemeClr val="dk1"/>
              </a:buClr>
              <a:buSzPts val="1200"/>
            </a:pPr>
            <a:r>
              <a:rPr lang="e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#d9dad9</a:t>
            </a:r>
            <a:endParaRPr lang="en" sz="1200" b="0" i="0" dirty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626;p21">
            <a:extLst>
              <a:ext uri="{FF2B5EF4-FFF2-40B4-BE49-F238E27FC236}">
                <a16:creationId xmlns:a16="http://schemas.microsoft.com/office/drawing/2014/main" id="{C4CE7B72-F419-6840-8512-3AC9A2285D97}"/>
              </a:ext>
            </a:extLst>
          </p:cNvPr>
          <p:cNvSpPr txBox="1"/>
          <p:nvPr/>
        </p:nvSpPr>
        <p:spPr>
          <a:xfrm>
            <a:off x="8616177" y="5504037"/>
            <a:ext cx="979682" cy="290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lvl="0">
              <a:lnSpc>
                <a:spcPct val="120000"/>
              </a:lnSpc>
              <a:buClr>
                <a:schemeClr val="dk1"/>
              </a:buClr>
              <a:buSzPts val="1200"/>
            </a:pPr>
            <a:r>
              <a:rPr lang="e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#f3fc77</a:t>
            </a:r>
            <a:endParaRPr lang="en" sz="1200" b="0" i="0" dirty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626;p21">
            <a:extLst>
              <a:ext uri="{FF2B5EF4-FFF2-40B4-BE49-F238E27FC236}">
                <a16:creationId xmlns:a16="http://schemas.microsoft.com/office/drawing/2014/main" id="{C1F9320D-F090-354F-A7EF-0B106174E2E9}"/>
              </a:ext>
            </a:extLst>
          </p:cNvPr>
          <p:cNvSpPr txBox="1"/>
          <p:nvPr/>
        </p:nvSpPr>
        <p:spPr>
          <a:xfrm>
            <a:off x="10019770" y="5488119"/>
            <a:ext cx="979682" cy="290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lvl="0">
              <a:lnSpc>
                <a:spcPct val="120000"/>
              </a:lnSpc>
              <a:buClr>
                <a:schemeClr val="dk1"/>
              </a:buClr>
              <a:buSzPts val="1200"/>
            </a:pPr>
            <a:r>
              <a:rPr lang="e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#036b3f</a:t>
            </a:r>
            <a:endParaRPr lang="en" sz="1200" b="0" i="0" dirty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566;p19">
            <a:extLst>
              <a:ext uri="{FF2B5EF4-FFF2-40B4-BE49-F238E27FC236}">
                <a16:creationId xmlns:a16="http://schemas.microsoft.com/office/drawing/2014/main" id="{46BB2A64-86B9-3C42-BA72-745E3C944665}"/>
              </a:ext>
            </a:extLst>
          </p:cNvPr>
          <p:cNvSpPr txBox="1"/>
          <p:nvPr/>
        </p:nvSpPr>
        <p:spPr>
          <a:xfrm>
            <a:off x="4313888" y="1153736"/>
            <a:ext cx="1479102" cy="315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lnSpc>
                <a:spcPct val="90000"/>
              </a:lnSpc>
              <a:buClr>
                <a:srgbClr val="000000"/>
              </a:buClr>
              <a:buSzPts val="2200"/>
            </a:pPr>
            <a:r>
              <a:rPr lang="zh-CN" altLang="en-US" sz="2000" b="1" dirty="0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rPr>
              <a:t>主色</a:t>
            </a:r>
            <a:r>
              <a:rPr lang="en-US" altLang="zh-CN" sz="2000" b="1" dirty="0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rPr>
              <a:t>  </a:t>
            </a:r>
            <a:r>
              <a:rPr lang="en-US" altLang="zh-CN" sz="1400" b="1" dirty="0">
                <a:solidFill>
                  <a:schemeClr val="bg2">
                    <a:lumMod val="50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rPr>
              <a:t>8</a:t>
            </a:r>
            <a:r>
              <a:rPr lang="en-US" altLang="zh-TW" sz="1400" b="1" dirty="0">
                <a:solidFill>
                  <a:schemeClr val="bg2">
                    <a:lumMod val="50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rPr>
              <a:t>0%</a:t>
            </a:r>
            <a:endParaRPr sz="1400" b="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6" name="Google Shape;566;p19">
            <a:extLst>
              <a:ext uri="{FF2B5EF4-FFF2-40B4-BE49-F238E27FC236}">
                <a16:creationId xmlns:a16="http://schemas.microsoft.com/office/drawing/2014/main" id="{D46B7FFD-FAD5-9340-AFC0-152147FA1538}"/>
              </a:ext>
            </a:extLst>
          </p:cNvPr>
          <p:cNvSpPr txBox="1"/>
          <p:nvPr/>
        </p:nvSpPr>
        <p:spPr>
          <a:xfrm>
            <a:off x="4313887" y="3828925"/>
            <a:ext cx="1861867" cy="315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rPr>
              <a:t>框底色</a:t>
            </a:r>
            <a:r>
              <a:rPr lang="en-US" altLang="zh-CN" sz="2000" b="1" dirty="0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rPr>
              <a:t>  </a:t>
            </a:r>
            <a:r>
              <a:rPr lang="en-US" altLang="zh-CN" sz="1400" b="1" dirty="0">
                <a:solidFill>
                  <a:schemeClr val="bg2">
                    <a:lumMod val="50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rPr>
              <a:t>10%</a:t>
            </a:r>
            <a:endParaRPr sz="1400" b="1" dirty="0">
              <a:solidFill>
                <a:schemeClr val="bg2">
                  <a:lumMod val="50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7" name="Google Shape;566;p19">
            <a:extLst>
              <a:ext uri="{FF2B5EF4-FFF2-40B4-BE49-F238E27FC236}">
                <a16:creationId xmlns:a16="http://schemas.microsoft.com/office/drawing/2014/main" id="{7832BE32-5E74-5C43-803D-3A670303743B}"/>
              </a:ext>
            </a:extLst>
          </p:cNvPr>
          <p:cNvSpPr txBox="1"/>
          <p:nvPr/>
        </p:nvSpPr>
        <p:spPr>
          <a:xfrm>
            <a:off x="8616176" y="3833423"/>
            <a:ext cx="1861867" cy="315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rPr>
              <a:t>強調色</a:t>
            </a:r>
            <a:r>
              <a:rPr lang="zh-TW" altLang="en-US" sz="2000" b="1" dirty="0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rPr>
              <a:t> </a:t>
            </a:r>
            <a:r>
              <a:rPr lang="en-US" altLang="zh-TW" sz="2000" b="1" dirty="0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rPr>
              <a:t> </a:t>
            </a:r>
            <a:r>
              <a:rPr lang="en-US" altLang="zh-TW" sz="1400" b="1" dirty="0">
                <a:solidFill>
                  <a:schemeClr val="bg2">
                    <a:lumMod val="50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rPr>
              <a:t>10%</a:t>
            </a:r>
            <a:endParaRPr sz="1400" b="1" dirty="0">
              <a:solidFill>
                <a:schemeClr val="bg2">
                  <a:lumMod val="50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4" name="Google Shape;574;p19">
            <a:extLst>
              <a:ext uri="{FF2B5EF4-FFF2-40B4-BE49-F238E27FC236}">
                <a16:creationId xmlns:a16="http://schemas.microsoft.com/office/drawing/2014/main" id="{314C0555-9F4C-C24B-B148-279F2745C087}"/>
              </a:ext>
            </a:extLst>
          </p:cNvPr>
          <p:cNvSpPr txBox="1"/>
          <p:nvPr/>
        </p:nvSpPr>
        <p:spPr>
          <a:xfrm>
            <a:off x="1557634" y="743375"/>
            <a:ext cx="1673086" cy="5718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1" i="0" dirty="0">
                <a:latin typeface="Arial"/>
                <a:ea typeface="Arial"/>
                <a:cs typeface="Arial"/>
                <a:sym typeface="Arial"/>
              </a:rPr>
              <a:t>Color</a:t>
            </a:r>
          </a:p>
          <a:p>
            <a:pPr marL="0" marR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1" dirty="0">
                <a:latin typeface="Arial"/>
                <a:ea typeface="Arial"/>
                <a:cs typeface="Arial"/>
                <a:sym typeface="Arial"/>
              </a:rPr>
              <a:t>Scheme</a:t>
            </a:r>
            <a:endParaRPr sz="2200" b="1" i="0" dirty="0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3782287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橢圓 4">
            <a:extLst>
              <a:ext uri="{FF2B5EF4-FFF2-40B4-BE49-F238E27FC236}">
                <a16:creationId xmlns:a16="http://schemas.microsoft.com/office/drawing/2014/main" id="{72CDDB92-772C-904A-AEC2-2DC5801A28B5}"/>
              </a:ext>
            </a:extLst>
          </p:cNvPr>
          <p:cNvSpPr/>
          <p:nvPr/>
        </p:nvSpPr>
        <p:spPr>
          <a:xfrm>
            <a:off x="6970545" y="4584149"/>
            <a:ext cx="571823" cy="571823"/>
          </a:xfrm>
          <a:prstGeom prst="ellipse">
            <a:avLst/>
          </a:prstGeom>
          <a:solidFill>
            <a:srgbClr val="9AE9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A794C69A-59C5-6448-B02A-C231A28F70F4}"/>
              </a:ext>
            </a:extLst>
          </p:cNvPr>
          <p:cNvSpPr/>
          <p:nvPr/>
        </p:nvSpPr>
        <p:spPr>
          <a:xfrm>
            <a:off x="8253818" y="4584148"/>
            <a:ext cx="571823" cy="571823"/>
          </a:xfrm>
          <a:prstGeom prst="ellipse">
            <a:avLst/>
          </a:prstGeom>
          <a:solidFill>
            <a:srgbClr val="E7FF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41EFCC4C-A98D-9746-AD68-BC9F842DCEEE}"/>
              </a:ext>
            </a:extLst>
          </p:cNvPr>
          <p:cNvSpPr/>
          <p:nvPr/>
        </p:nvSpPr>
        <p:spPr>
          <a:xfrm>
            <a:off x="6970545" y="2121618"/>
            <a:ext cx="571823" cy="571823"/>
          </a:xfrm>
          <a:prstGeom prst="ellipse">
            <a:avLst/>
          </a:prstGeom>
          <a:solidFill>
            <a:srgbClr val="F5F3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dirty="0"/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D5A3CB5E-DB50-1A4F-843A-AB525BA6C72B}"/>
              </a:ext>
            </a:extLst>
          </p:cNvPr>
          <p:cNvSpPr/>
          <p:nvPr/>
        </p:nvSpPr>
        <p:spPr>
          <a:xfrm>
            <a:off x="8253818" y="2121618"/>
            <a:ext cx="571823" cy="571823"/>
          </a:xfrm>
          <a:prstGeom prst="ellipse">
            <a:avLst/>
          </a:prstGeom>
          <a:solidFill>
            <a:srgbClr val="00AA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9" name="橢圓 8">
            <a:extLst>
              <a:ext uri="{FF2B5EF4-FFF2-40B4-BE49-F238E27FC236}">
                <a16:creationId xmlns:a16="http://schemas.microsoft.com/office/drawing/2014/main" id="{8C423620-21BD-5341-91DC-BCB1FC179AAB}"/>
              </a:ext>
            </a:extLst>
          </p:cNvPr>
          <p:cNvSpPr/>
          <p:nvPr/>
        </p:nvSpPr>
        <p:spPr>
          <a:xfrm>
            <a:off x="9537092" y="2121618"/>
            <a:ext cx="571823" cy="571823"/>
          </a:xfrm>
          <a:prstGeom prst="ellipse">
            <a:avLst/>
          </a:prstGeom>
          <a:solidFill>
            <a:srgbClr val="046C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5" name="Google Shape;626;p21">
            <a:extLst>
              <a:ext uri="{FF2B5EF4-FFF2-40B4-BE49-F238E27FC236}">
                <a16:creationId xmlns:a16="http://schemas.microsoft.com/office/drawing/2014/main" id="{E4A72AB2-5896-E14A-A729-E7F57B040FDB}"/>
              </a:ext>
            </a:extLst>
          </p:cNvPr>
          <p:cNvSpPr txBox="1"/>
          <p:nvPr/>
        </p:nvSpPr>
        <p:spPr>
          <a:xfrm>
            <a:off x="6970545" y="5301017"/>
            <a:ext cx="825200" cy="271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lvl="0">
              <a:lnSpc>
                <a:spcPct val="120000"/>
              </a:lnSpc>
              <a:buClr>
                <a:schemeClr val="dk1"/>
              </a:buClr>
              <a:buSzPts val="1200"/>
            </a:pPr>
            <a:r>
              <a:rPr lang="en" altLang="zh-TW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#99e891</a:t>
            </a:r>
          </a:p>
        </p:txBody>
      </p:sp>
      <p:sp>
        <p:nvSpPr>
          <p:cNvPr id="16" name="Google Shape;626;p21">
            <a:extLst>
              <a:ext uri="{FF2B5EF4-FFF2-40B4-BE49-F238E27FC236}">
                <a16:creationId xmlns:a16="http://schemas.microsoft.com/office/drawing/2014/main" id="{1AAC311D-42B1-924B-875C-D41FEFD8AF96}"/>
              </a:ext>
            </a:extLst>
          </p:cNvPr>
          <p:cNvSpPr txBox="1"/>
          <p:nvPr/>
        </p:nvSpPr>
        <p:spPr>
          <a:xfrm>
            <a:off x="8253818" y="5301017"/>
            <a:ext cx="825200" cy="271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lvl="0">
              <a:lnSpc>
                <a:spcPct val="120000"/>
              </a:lnSpc>
              <a:buClr>
                <a:schemeClr val="dk1"/>
              </a:buClr>
              <a:buSzPts val="1200"/>
            </a:pPr>
            <a:r>
              <a:rPr lang="en" altLang="zh-TW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#e6fed2</a:t>
            </a:r>
          </a:p>
        </p:txBody>
      </p:sp>
      <p:sp>
        <p:nvSpPr>
          <p:cNvPr id="17" name="Google Shape;626;p21">
            <a:extLst>
              <a:ext uri="{FF2B5EF4-FFF2-40B4-BE49-F238E27FC236}">
                <a16:creationId xmlns:a16="http://schemas.microsoft.com/office/drawing/2014/main" id="{9F38EC8C-33AE-7C45-A272-16D8B0288E80}"/>
              </a:ext>
            </a:extLst>
          </p:cNvPr>
          <p:cNvSpPr txBox="1"/>
          <p:nvPr/>
        </p:nvSpPr>
        <p:spPr>
          <a:xfrm>
            <a:off x="6970545" y="2865306"/>
            <a:ext cx="825198" cy="244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lvl="0">
              <a:lnSpc>
                <a:spcPct val="120000"/>
              </a:lnSpc>
              <a:buClr>
                <a:schemeClr val="dk1"/>
              </a:buClr>
              <a:buSzPts val="1200"/>
            </a:pPr>
            <a:r>
              <a:rPr lang="en" altLang="zh-TW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#f3f3f3</a:t>
            </a:r>
          </a:p>
        </p:txBody>
      </p:sp>
      <p:sp>
        <p:nvSpPr>
          <p:cNvPr id="18" name="Google Shape;626;p21">
            <a:extLst>
              <a:ext uri="{FF2B5EF4-FFF2-40B4-BE49-F238E27FC236}">
                <a16:creationId xmlns:a16="http://schemas.microsoft.com/office/drawing/2014/main" id="{46DA5AC1-7B83-D340-828A-F5C11F86962C}"/>
              </a:ext>
            </a:extLst>
          </p:cNvPr>
          <p:cNvSpPr txBox="1"/>
          <p:nvPr/>
        </p:nvSpPr>
        <p:spPr>
          <a:xfrm>
            <a:off x="8253818" y="2865306"/>
            <a:ext cx="825198" cy="244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lvl="0">
              <a:lnSpc>
                <a:spcPct val="120000"/>
              </a:lnSpc>
              <a:buClr>
                <a:schemeClr val="dk1"/>
              </a:buClr>
              <a:buSzPts val="1200"/>
            </a:pPr>
            <a:r>
              <a:rPr lang="en" altLang="zh-TW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#01a964</a:t>
            </a:r>
          </a:p>
        </p:txBody>
      </p:sp>
      <p:sp>
        <p:nvSpPr>
          <p:cNvPr id="19" name="Google Shape;626;p21">
            <a:extLst>
              <a:ext uri="{FF2B5EF4-FFF2-40B4-BE49-F238E27FC236}">
                <a16:creationId xmlns:a16="http://schemas.microsoft.com/office/drawing/2014/main" id="{854D7754-52F8-174A-8AA4-CCDE55D47874}"/>
              </a:ext>
            </a:extLst>
          </p:cNvPr>
          <p:cNvSpPr txBox="1"/>
          <p:nvPr/>
        </p:nvSpPr>
        <p:spPr>
          <a:xfrm>
            <a:off x="9537091" y="2849388"/>
            <a:ext cx="825198" cy="244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lvl="0">
              <a:lnSpc>
                <a:spcPct val="120000"/>
              </a:lnSpc>
              <a:buClr>
                <a:schemeClr val="dk1"/>
              </a:buClr>
              <a:buSzPts val="1200"/>
            </a:pPr>
            <a:r>
              <a:rPr lang="en" altLang="zh-TW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#036b3f</a:t>
            </a:r>
          </a:p>
        </p:txBody>
      </p:sp>
      <p:sp>
        <p:nvSpPr>
          <p:cNvPr id="31" name="Google Shape;604;p20">
            <a:extLst>
              <a:ext uri="{FF2B5EF4-FFF2-40B4-BE49-F238E27FC236}">
                <a16:creationId xmlns:a16="http://schemas.microsoft.com/office/drawing/2014/main" id="{CFBE753E-12D0-5E49-A919-4DBB79CC38B0}"/>
              </a:ext>
            </a:extLst>
          </p:cNvPr>
          <p:cNvSpPr txBox="1"/>
          <p:nvPr/>
        </p:nvSpPr>
        <p:spPr>
          <a:xfrm>
            <a:off x="6852691" y="1298229"/>
            <a:ext cx="4283764" cy="5718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CN" altLang="en-US" sz="1400" b="1" i="0" dirty="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如果需要</a:t>
            </a:r>
            <a:r>
              <a:rPr lang="zh-CN" altLang="en-US" sz="1400" b="1" i="0" dirty="0">
                <a:solidFill>
                  <a:srgbClr val="000000"/>
                </a:solidFill>
                <a:highlight>
                  <a:srgbClr val="E7FFD2"/>
                </a:highlight>
                <a:latin typeface="Microsoft JhengHei"/>
                <a:ea typeface="Microsoft JhengHei"/>
                <a:cs typeface="Microsoft JhengHei"/>
                <a:sym typeface="Microsoft JhengHei"/>
              </a:rPr>
              <a:t>沈穩</a:t>
            </a:r>
            <a:r>
              <a:rPr lang="zh-CN" altLang="en-US" sz="1400" b="1" i="0" dirty="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的簡報，請以</a:t>
            </a:r>
            <a:r>
              <a:rPr lang="zh-TW" altLang="en-US" sz="1400" b="1" i="0" dirty="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</a:t>
            </a:r>
            <a:r>
              <a:rPr lang="zh-CN" altLang="en-US" sz="1400" b="1" dirty="0">
                <a:solidFill>
                  <a:srgbClr val="3BBB8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深</a:t>
            </a:r>
            <a:r>
              <a:rPr lang="zh-CN" altLang="en-US" sz="1400" b="1" i="0" dirty="0">
                <a:solidFill>
                  <a:srgbClr val="3BBB8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色、灰色</a:t>
            </a:r>
            <a:r>
              <a:rPr lang="zh-TW" altLang="en-US" sz="1400" b="1" i="0" dirty="0">
                <a:solidFill>
                  <a:srgbClr val="4D9FF3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</a:t>
            </a:r>
            <a:r>
              <a:rPr lang="zh-CN" altLang="en-US" sz="1400" b="1" i="0" dirty="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為主</a:t>
            </a:r>
            <a:endParaRPr dirty="0"/>
          </a:p>
        </p:txBody>
      </p:sp>
      <p:sp>
        <p:nvSpPr>
          <p:cNvPr id="32" name="Google Shape;604;p20">
            <a:extLst>
              <a:ext uri="{FF2B5EF4-FFF2-40B4-BE49-F238E27FC236}">
                <a16:creationId xmlns:a16="http://schemas.microsoft.com/office/drawing/2014/main" id="{6563B06B-6C12-CA4B-87EA-8EDDD92C6611}"/>
              </a:ext>
            </a:extLst>
          </p:cNvPr>
          <p:cNvSpPr txBox="1"/>
          <p:nvPr/>
        </p:nvSpPr>
        <p:spPr>
          <a:xfrm>
            <a:off x="6852691" y="3733940"/>
            <a:ext cx="4283764" cy="5718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CN" altLang="en-US" sz="1400" b="1" i="0" dirty="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如果需要</a:t>
            </a:r>
            <a:r>
              <a:rPr lang="zh-CN" altLang="en-US" sz="1400" b="1" i="0" dirty="0">
                <a:solidFill>
                  <a:srgbClr val="000000"/>
                </a:solidFill>
                <a:highlight>
                  <a:srgbClr val="E7FFD2"/>
                </a:highlight>
                <a:latin typeface="Microsoft JhengHei"/>
                <a:ea typeface="Microsoft JhengHei"/>
                <a:cs typeface="Microsoft JhengHei"/>
                <a:sym typeface="Microsoft JhengHei"/>
              </a:rPr>
              <a:t>活潑</a:t>
            </a:r>
            <a:r>
              <a:rPr lang="zh-CN" altLang="en-US" sz="1400" b="1" i="0" dirty="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的簡報，請加上</a:t>
            </a:r>
            <a:r>
              <a:rPr lang="zh-TW" altLang="en-US" sz="1400" b="1" i="0" dirty="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</a:t>
            </a:r>
            <a:r>
              <a:rPr lang="zh-CN" altLang="en-US" sz="1400" b="1" i="0" dirty="0">
                <a:solidFill>
                  <a:srgbClr val="3BBB8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亮綠色</a:t>
            </a:r>
            <a:endParaRPr dirty="0">
              <a:solidFill>
                <a:srgbClr val="3BBB8E"/>
              </a:solidFill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6F2653EA-CCC5-BA42-A84B-AD5FBEAE359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91734" y="3733940"/>
            <a:ext cx="4542664" cy="2085917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93CFEA54-F34E-9141-95E3-65787889E14C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91734" y="1364570"/>
            <a:ext cx="4549506" cy="2085917"/>
          </a:xfrm>
          <a:prstGeom prst="rect">
            <a:avLst/>
          </a:prstGeom>
        </p:spPr>
      </p:pic>
      <p:pic>
        <p:nvPicPr>
          <p:cNvPr id="2" name="圖片 1">
            <a:extLst>
              <a:ext uri="{FF2B5EF4-FFF2-40B4-BE49-F238E27FC236}">
                <a16:creationId xmlns:a16="http://schemas.microsoft.com/office/drawing/2014/main" id="{AC433470-06D5-B647-ACFF-A8121C5937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424499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圓角矩形 3">
            <a:extLst>
              <a:ext uri="{FF2B5EF4-FFF2-40B4-BE49-F238E27FC236}">
                <a16:creationId xmlns:a16="http://schemas.microsoft.com/office/drawing/2014/main" id="{5A8D0BB4-27EC-BC4D-9940-241D77C333D5}"/>
              </a:ext>
            </a:extLst>
          </p:cNvPr>
          <p:cNvSpPr/>
          <p:nvPr/>
        </p:nvSpPr>
        <p:spPr>
          <a:xfrm flipH="1">
            <a:off x="4427505" y="1379401"/>
            <a:ext cx="6129071" cy="1190894"/>
          </a:xfrm>
          <a:prstGeom prst="roundRect">
            <a:avLst>
              <a:gd name="adj" fmla="val 6257"/>
            </a:avLst>
          </a:prstGeom>
          <a:gradFill flip="none" rotWithShape="1">
            <a:gsLst>
              <a:gs pos="0">
                <a:srgbClr val="C3FFC0"/>
              </a:gs>
              <a:gs pos="96000">
                <a:srgbClr val="3BBB8E"/>
              </a:gs>
            </a:gsLst>
            <a:lin ang="18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dirty="0"/>
          </a:p>
        </p:txBody>
      </p:sp>
      <p:sp>
        <p:nvSpPr>
          <p:cNvPr id="5" name="圓角矩形 4">
            <a:extLst>
              <a:ext uri="{FF2B5EF4-FFF2-40B4-BE49-F238E27FC236}">
                <a16:creationId xmlns:a16="http://schemas.microsoft.com/office/drawing/2014/main" id="{A4ADCF69-D518-5747-9D45-D029EC035B2A}"/>
              </a:ext>
            </a:extLst>
          </p:cNvPr>
          <p:cNvSpPr/>
          <p:nvPr/>
        </p:nvSpPr>
        <p:spPr>
          <a:xfrm>
            <a:off x="4427503" y="2833552"/>
            <a:ext cx="6129070" cy="1190895"/>
          </a:xfrm>
          <a:prstGeom prst="roundRect">
            <a:avLst>
              <a:gd name="adj" fmla="val 6257"/>
            </a:avLst>
          </a:prstGeom>
          <a:gradFill flip="none" rotWithShape="1">
            <a:gsLst>
              <a:gs pos="100000">
                <a:srgbClr val="9AE992"/>
              </a:gs>
              <a:gs pos="0">
                <a:srgbClr val="009056"/>
              </a:gs>
              <a:gs pos="34000">
                <a:srgbClr val="00AA64"/>
              </a:gs>
            </a:gsLst>
            <a:lin ang="27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dirty="0"/>
          </a:p>
        </p:txBody>
      </p:sp>
      <p:sp>
        <p:nvSpPr>
          <p:cNvPr id="6" name="圓角矩形 5">
            <a:extLst>
              <a:ext uri="{FF2B5EF4-FFF2-40B4-BE49-F238E27FC236}">
                <a16:creationId xmlns:a16="http://schemas.microsoft.com/office/drawing/2014/main" id="{C6A80D81-4986-2E4D-92A4-6AB907610E3C}"/>
              </a:ext>
            </a:extLst>
          </p:cNvPr>
          <p:cNvSpPr/>
          <p:nvPr/>
        </p:nvSpPr>
        <p:spPr>
          <a:xfrm>
            <a:off x="4427504" y="4285506"/>
            <a:ext cx="6129069" cy="1190896"/>
          </a:xfrm>
          <a:prstGeom prst="roundRect">
            <a:avLst>
              <a:gd name="adj" fmla="val 6257"/>
            </a:avLst>
          </a:prstGeom>
          <a:gradFill flip="none" rotWithShape="1">
            <a:gsLst>
              <a:gs pos="43000">
                <a:srgbClr val="8CECBD"/>
              </a:gs>
              <a:gs pos="100000">
                <a:srgbClr val="3BBB8E"/>
              </a:gs>
              <a:gs pos="0">
                <a:srgbClr val="F3FC78"/>
              </a:gs>
            </a:gsLst>
            <a:lin ang="132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56B38A4A-EFD9-F94A-A5D7-5B08A3E4317F}"/>
              </a:ext>
            </a:extLst>
          </p:cNvPr>
          <p:cNvSpPr txBox="1"/>
          <p:nvPr/>
        </p:nvSpPr>
        <p:spPr>
          <a:xfrm>
            <a:off x="4526896" y="2185709"/>
            <a:ext cx="249664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TW" sz="11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#3aba8d</a:t>
            </a:r>
            <a:r>
              <a:rPr lang="zh-TW" altLang="en-US" sz="1100" b="0" i="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altLang="zh-TW" sz="1100" b="0" i="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—</a:t>
            </a:r>
            <a:r>
              <a:rPr lang="zh-TW" altLang="en-US" sz="1100" b="0" i="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altLang="zh-TW" sz="11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#b4f7bb</a:t>
            </a:r>
            <a:endParaRPr lang="zh-TW" altLang="en-US" sz="1100" dirty="0">
              <a:solidFill>
                <a:schemeClr val="bg1"/>
              </a:solidFill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CD5F7567-E461-1746-9F6D-0F7C24F6F85A}"/>
              </a:ext>
            </a:extLst>
          </p:cNvPr>
          <p:cNvSpPr txBox="1"/>
          <p:nvPr/>
        </p:nvSpPr>
        <p:spPr>
          <a:xfrm>
            <a:off x="4526896" y="3636822"/>
            <a:ext cx="249664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TW" sz="1100" b="0" i="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#</a:t>
            </a:r>
            <a:r>
              <a:rPr lang="en-US" altLang="zh-TW" sz="11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01a964</a:t>
            </a:r>
            <a:r>
              <a:rPr lang="zh-TW" altLang="en-US" sz="1100" b="0" i="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altLang="zh-TW" sz="1100" b="0" i="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— </a:t>
            </a:r>
            <a:r>
              <a:rPr lang="en" altLang="zh-TW" sz="11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#24b96e</a:t>
            </a:r>
            <a:r>
              <a:rPr lang="zh-TW" altLang="en-US" sz="1100" b="0" i="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altLang="zh-TW" sz="1100" b="0" i="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—</a:t>
            </a:r>
            <a:r>
              <a:rPr lang="zh-TW" altLang="en-US" sz="1100" b="0" i="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altLang="zh-TW" sz="11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#99e891</a:t>
            </a:r>
            <a:endParaRPr lang="zh-TW" altLang="en-US" sz="1100" dirty="0">
              <a:solidFill>
                <a:schemeClr val="bg1"/>
              </a:solidFill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B7A517FF-7275-0947-9E3B-89F79C2C6536}"/>
              </a:ext>
            </a:extLst>
          </p:cNvPr>
          <p:cNvSpPr txBox="1"/>
          <p:nvPr/>
        </p:nvSpPr>
        <p:spPr>
          <a:xfrm>
            <a:off x="4526896" y="5087935"/>
            <a:ext cx="249664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TW" sz="11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#3aba8d</a:t>
            </a:r>
            <a:r>
              <a:rPr lang="en-US" altLang="zh-TW" sz="1100" b="0" i="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— </a:t>
            </a:r>
            <a:r>
              <a:rPr lang="en" altLang="zh-TW" sz="11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#86e8b9 </a:t>
            </a:r>
            <a:r>
              <a:rPr lang="en-US" altLang="zh-TW" sz="1100" b="0" i="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— </a:t>
            </a:r>
            <a:r>
              <a:rPr lang="en" altLang="zh-TW" sz="11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#ebfa7d</a:t>
            </a:r>
            <a:endParaRPr lang="zh-TW" altLang="en-US" sz="1100" dirty="0">
              <a:solidFill>
                <a:schemeClr val="bg1"/>
              </a:solidFill>
            </a:endParaRPr>
          </a:p>
        </p:txBody>
      </p:sp>
      <p:sp>
        <p:nvSpPr>
          <p:cNvPr id="11" name="Google Shape;517;p14">
            <a:extLst>
              <a:ext uri="{FF2B5EF4-FFF2-40B4-BE49-F238E27FC236}">
                <a16:creationId xmlns:a16="http://schemas.microsoft.com/office/drawing/2014/main" id="{E56BC348-3F6C-6B45-8D20-5929289A8D86}"/>
              </a:ext>
            </a:extLst>
          </p:cNvPr>
          <p:cNvSpPr txBox="1"/>
          <p:nvPr/>
        </p:nvSpPr>
        <p:spPr>
          <a:xfrm>
            <a:off x="1602805" y="673881"/>
            <a:ext cx="3559692" cy="986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lnSpc>
                <a:spcPct val="90000"/>
              </a:lnSpc>
              <a:buClr>
                <a:schemeClr val="dk1"/>
              </a:buClr>
              <a:buSzPts val="2200"/>
            </a:pPr>
            <a:r>
              <a:rPr lang="en-US" sz="2200" b="1" i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Gradient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2426459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591;p20">
            <a:extLst>
              <a:ext uri="{FF2B5EF4-FFF2-40B4-BE49-F238E27FC236}">
                <a16:creationId xmlns:a16="http://schemas.microsoft.com/office/drawing/2014/main" id="{EBAE082E-FB85-9441-9028-A996AB107A5B}"/>
              </a:ext>
            </a:extLst>
          </p:cNvPr>
          <p:cNvSpPr txBox="1"/>
          <p:nvPr/>
        </p:nvSpPr>
        <p:spPr>
          <a:xfrm>
            <a:off x="2615096" y="1461954"/>
            <a:ext cx="1793843" cy="452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i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大標一</a:t>
            </a:r>
            <a:endParaRPr/>
          </a:p>
        </p:txBody>
      </p:sp>
      <p:sp>
        <p:nvSpPr>
          <p:cNvPr id="6" name="Google Shape;592;p20">
            <a:extLst>
              <a:ext uri="{FF2B5EF4-FFF2-40B4-BE49-F238E27FC236}">
                <a16:creationId xmlns:a16="http://schemas.microsoft.com/office/drawing/2014/main" id="{2C01938F-B13D-9543-97BC-D3D2DB21D802}"/>
              </a:ext>
            </a:extLst>
          </p:cNvPr>
          <p:cNvSpPr txBox="1"/>
          <p:nvPr/>
        </p:nvSpPr>
        <p:spPr>
          <a:xfrm>
            <a:off x="4480340" y="1402320"/>
            <a:ext cx="4283764" cy="5718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微軟正黑 粗體</a:t>
            </a:r>
            <a:endParaRPr dirty="0"/>
          </a:p>
        </p:txBody>
      </p:sp>
      <p:sp>
        <p:nvSpPr>
          <p:cNvPr id="7" name="Google Shape;593;p20">
            <a:extLst>
              <a:ext uri="{FF2B5EF4-FFF2-40B4-BE49-F238E27FC236}">
                <a16:creationId xmlns:a16="http://schemas.microsoft.com/office/drawing/2014/main" id="{207D5154-DBB8-4047-9B5C-6B9DA5A447B4}"/>
              </a:ext>
            </a:extLst>
          </p:cNvPr>
          <p:cNvSpPr txBox="1"/>
          <p:nvPr/>
        </p:nvSpPr>
        <p:spPr>
          <a:xfrm>
            <a:off x="9333948" y="1402320"/>
            <a:ext cx="1325216" cy="5718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36pt</a:t>
            </a:r>
            <a:endParaRPr sz="3600" b="1" i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594;p20">
            <a:extLst>
              <a:ext uri="{FF2B5EF4-FFF2-40B4-BE49-F238E27FC236}">
                <a16:creationId xmlns:a16="http://schemas.microsoft.com/office/drawing/2014/main" id="{6F1FAAB1-7B72-6B43-93D4-E7CDE0556D89}"/>
              </a:ext>
            </a:extLst>
          </p:cNvPr>
          <p:cNvSpPr txBox="1"/>
          <p:nvPr/>
        </p:nvSpPr>
        <p:spPr>
          <a:xfrm>
            <a:off x="2615096" y="2243832"/>
            <a:ext cx="1793843" cy="452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i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大標二</a:t>
            </a:r>
            <a:endParaRPr dirty="0"/>
          </a:p>
        </p:txBody>
      </p:sp>
      <p:sp>
        <p:nvSpPr>
          <p:cNvPr id="9" name="Google Shape;595;p20">
            <a:extLst>
              <a:ext uri="{FF2B5EF4-FFF2-40B4-BE49-F238E27FC236}">
                <a16:creationId xmlns:a16="http://schemas.microsoft.com/office/drawing/2014/main" id="{C8F1E578-E2D4-F54E-B180-896A7798F2B7}"/>
              </a:ext>
            </a:extLst>
          </p:cNvPr>
          <p:cNvSpPr txBox="1"/>
          <p:nvPr/>
        </p:nvSpPr>
        <p:spPr>
          <a:xfrm>
            <a:off x="4480340" y="2184198"/>
            <a:ext cx="4283764" cy="5718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US" sz="2500" b="1" i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微軟正黑 粗體</a:t>
            </a:r>
            <a:endParaRPr dirty="0"/>
          </a:p>
        </p:txBody>
      </p:sp>
      <p:sp>
        <p:nvSpPr>
          <p:cNvPr id="10" name="Google Shape;596;p20">
            <a:extLst>
              <a:ext uri="{FF2B5EF4-FFF2-40B4-BE49-F238E27FC236}">
                <a16:creationId xmlns:a16="http://schemas.microsoft.com/office/drawing/2014/main" id="{5141D03B-9790-9449-B19D-6C186ED44020}"/>
              </a:ext>
            </a:extLst>
          </p:cNvPr>
          <p:cNvSpPr txBox="1"/>
          <p:nvPr/>
        </p:nvSpPr>
        <p:spPr>
          <a:xfrm>
            <a:off x="9333948" y="2184198"/>
            <a:ext cx="1325216" cy="5718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US" sz="2500" b="1" i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25pt</a:t>
            </a:r>
            <a:endParaRPr sz="2500" b="1" i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597;p20">
            <a:extLst>
              <a:ext uri="{FF2B5EF4-FFF2-40B4-BE49-F238E27FC236}">
                <a16:creationId xmlns:a16="http://schemas.microsoft.com/office/drawing/2014/main" id="{601D94AC-B64F-4342-91D2-689D5C432230}"/>
              </a:ext>
            </a:extLst>
          </p:cNvPr>
          <p:cNvSpPr txBox="1"/>
          <p:nvPr/>
        </p:nvSpPr>
        <p:spPr>
          <a:xfrm>
            <a:off x="2615096" y="3025709"/>
            <a:ext cx="1793843" cy="452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i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大標三</a:t>
            </a:r>
            <a:endParaRPr/>
          </a:p>
        </p:txBody>
      </p:sp>
      <p:sp>
        <p:nvSpPr>
          <p:cNvPr id="12" name="Google Shape;598;p20">
            <a:extLst>
              <a:ext uri="{FF2B5EF4-FFF2-40B4-BE49-F238E27FC236}">
                <a16:creationId xmlns:a16="http://schemas.microsoft.com/office/drawing/2014/main" id="{BDCE4D4A-A138-1F4F-8201-05DDF150FDB6}"/>
              </a:ext>
            </a:extLst>
          </p:cNvPr>
          <p:cNvSpPr txBox="1"/>
          <p:nvPr/>
        </p:nvSpPr>
        <p:spPr>
          <a:xfrm>
            <a:off x="4480340" y="2966075"/>
            <a:ext cx="4283764" cy="5718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微軟正黑 粗體</a:t>
            </a:r>
            <a:endParaRPr dirty="0"/>
          </a:p>
        </p:txBody>
      </p:sp>
      <p:sp>
        <p:nvSpPr>
          <p:cNvPr id="13" name="Google Shape;599;p20">
            <a:extLst>
              <a:ext uri="{FF2B5EF4-FFF2-40B4-BE49-F238E27FC236}">
                <a16:creationId xmlns:a16="http://schemas.microsoft.com/office/drawing/2014/main" id="{550727AE-96DB-484B-BDF1-3F79EF38841E}"/>
              </a:ext>
            </a:extLst>
          </p:cNvPr>
          <p:cNvSpPr txBox="1"/>
          <p:nvPr/>
        </p:nvSpPr>
        <p:spPr>
          <a:xfrm>
            <a:off x="9333948" y="2966075"/>
            <a:ext cx="1325216" cy="5718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1" i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22pt</a:t>
            </a:r>
            <a:endParaRPr sz="2200" b="1" i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600;p20">
            <a:extLst>
              <a:ext uri="{FF2B5EF4-FFF2-40B4-BE49-F238E27FC236}">
                <a16:creationId xmlns:a16="http://schemas.microsoft.com/office/drawing/2014/main" id="{AB66CDA8-F4EE-BA48-8EEC-1411EE8C450B}"/>
              </a:ext>
            </a:extLst>
          </p:cNvPr>
          <p:cNvSpPr txBox="1"/>
          <p:nvPr/>
        </p:nvSpPr>
        <p:spPr>
          <a:xfrm>
            <a:off x="2615096" y="3771944"/>
            <a:ext cx="1793843" cy="452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i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副標</a:t>
            </a:r>
            <a:endParaRPr/>
          </a:p>
        </p:txBody>
      </p:sp>
      <p:sp>
        <p:nvSpPr>
          <p:cNvPr id="15" name="Google Shape;601;p20">
            <a:extLst>
              <a:ext uri="{FF2B5EF4-FFF2-40B4-BE49-F238E27FC236}">
                <a16:creationId xmlns:a16="http://schemas.microsoft.com/office/drawing/2014/main" id="{18F404C6-EB48-A043-B23F-2257EC5C6F55}"/>
              </a:ext>
            </a:extLst>
          </p:cNvPr>
          <p:cNvSpPr txBox="1"/>
          <p:nvPr/>
        </p:nvSpPr>
        <p:spPr>
          <a:xfrm>
            <a:off x="4480340" y="3712310"/>
            <a:ext cx="4283764" cy="5718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微軟正黑 </a:t>
            </a:r>
            <a:r>
              <a:rPr lang="en-US" sz="1600" b="1" i="0" dirty="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粗體</a:t>
            </a:r>
            <a:endParaRPr dirty="0"/>
          </a:p>
        </p:txBody>
      </p:sp>
      <p:sp>
        <p:nvSpPr>
          <p:cNvPr id="16" name="Google Shape;602;p20">
            <a:extLst>
              <a:ext uri="{FF2B5EF4-FFF2-40B4-BE49-F238E27FC236}">
                <a16:creationId xmlns:a16="http://schemas.microsoft.com/office/drawing/2014/main" id="{63FE049B-C0AF-DA44-8813-7D32BA33845D}"/>
              </a:ext>
            </a:extLst>
          </p:cNvPr>
          <p:cNvSpPr txBox="1"/>
          <p:nvPr/>
        </p:nvSpPr>
        <p:spPr>
          <a:xfrm>
            <a:off x="9333948" y="3712310"/>
            <a:ext cx="1325216" cy="5718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18pt</a:t>
            </a:r>
            <a:endParaRPr sz="1800" b="0" i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603;p20">
            <a:extLst>
              <a:ext uri="{FF2B5EF4-FFF2-40B4-BE49-F238E27FC236}">
                <a16:creationId xmlns:a16="http://schemas.microsoft.com/office/drawing/2014/main" id="{15FC83F3-36AE-7345-A4A1-77058F39EA41}"/>
              </a:ext>
            </a:extLst>
          </p:cNvPr>
          <p:cNvSpPr txBox="1"/>
          <p:nvPr/>
        </p:nvSpPr>
        <p:spPr>
          <a:xfrm>
            <a:off x="2615096" y="4518178"/>
            <a:ext cx="1793843" cy="452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i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內文</a:t>
            </a:r>
            <a:endParaRPr/>
          </a:p>
        </p:txBody>
      </p:sp>
      <p:sp>
        <p:nvSpPr>
          <p:cNvPr id="18" name="Google Shape;604;p20">
            <a:extLst>
              <a:ext uri="{FF2B5EF4-FFF2-40B4-BE49-F238E27FC236}">
                <a16:creationId xmlns:a16="http://schemas.microsoft.com/office/drawing/2014/main" id="{9E035A8B-9CD3-BD4F-B172-D5CC81458267}"/>
              </a:ext>
            </a:extLst>
          </p:cNvPr>
          <p:cNvSpPr txBox="1"/>
          <p:nvPr/>
        </p:nvSpPr>
        <p:spPr>
          <a:xfrm>
            <a:off x="4480340" y="4458544"/>
            <a:ext cx="4283764" cy="5718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dirty="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微軟正黑 粗體</a:t>
            </a:r>
            <a:endParaRPr dirty="0"/>
          </a:p>
        </p:txBody>
      </p:sp>
      <p:sp>
        <p:nvSpPr>
          <p:cNvPr id="19" name="Google Shape;605;p20">
            <a:extLst>
              <a:ext uri="{FF2B5EF4-FFF2-40B4-BE49-F238E27FC236}">
                <a16:creationId xmlns:a16="http://schemas.microsoft.com/office/drawing/2014/main" id="{0241539A-705E-F248-B6E0-9372EA08F310}"/>
              </a:ext>
            </a:extLst>
          </p:cNvPr>
          <p:cNvSpPr txBox="1"/>
          <p:nvPr/>
        </p:nvSpPr>
        <p:spPr>
          <a:xfrm>
            <a:off x="9333948" y="4458544"/>
            <a:ext cx="1325216" cy="5718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14pt</a:t>
            </a:r>
            <a:endParaRPr sz="1400" b="0" i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606;p20">
            <a:extLst>
              <a:ext uri="{FF2B5EF4-FFF2-40B4-BE49-F238E27FC236}">
                <a16:creationId xmlns:a16="http://schemas.microsoft.com/office/drawing/2014/main" id="{B4F9D968-9067-7F41-8F5A-9A059F52E6B6}"/>
              </a:ext>
            </a:extLst>
          </p:cNvPr>
          <p:cNvSpPr txBox="1"/>
          <p:nvPr/>
        </p:nvSpPr>
        <p:spPr>
          <a:xfrm>
            <a:off x="2615096" y="5273089"/>
            <a:ext cx="1793843" cy="452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i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內文</a:t>
            </a:r>
            <a:endParaRPr/>
          </a:p>
        </p:txBody>
      </p:sp>
      <p:sp>
        <p:nvSpPr>
          <p:cNvPr id="21" name="Google Shape;607;p20">
            <a:extLst>
              <a:ext uri="{FF2B5EF4-FFF2-40B4-BE49-F238E27FC236}">
                <a16:creationId xmlns:a16="http://schemas.microsoft.com/office/drawing/2014/main" id="{DFF20140-C855-0B4B-8895-1355BE37CF47}"/>
              </a:ext>
            </a:extLst>
          </p:cNvPr>
          <p:cNvSpPr txBox="1"/>
          <p:nvPr/>
        </p:nvSpPr>
        <p:spPr>
          <a:xfrm>
            <a:off x="4480340" y="5213455"/>
            <a:ext cx="4283764" cy="5718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dirty="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微軟正黑</a:t>
            </a:r>
            <a:endParaRPr dirty="0"/>
          </a:p>
        </p:txBody>
      </p:sp>
      <p:sp>
        <p:nvSpPr>
          <p:cNvPr id="22" name="Google Shape;608;p20">
            <a:extLst>
              <a:ext uri="{FF2B5EF4-FFF2-40B4-BE49-F238E27FC236}">
                <a16:creationId xmlns:a16="http://schemas.microsoft.com/office/drawing/2014/main" id="{4C6A869B-AA90-FA40-A208-902CD2A980B3}"/>
              </a:ext>
            </a:extLst>
          </p:cNvPr>
          <p:cNvSpPr txBox="1"/>
          <p:nvPr/>
        </p:nvSpPr>
        <p:spPr>
          <a:xfrm>
            <a:off x="9333948" y="5213455"/>
            <a:ext cx="1325216" cy="5718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12pt</a:t>
            </a:r>
            <a:endParaRPr sz="1200" b="0" i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645;p22">
            <a:extLst>
              <a:ext uri="{FF2B5EF4-FFF2-40B4-BE49-F238E27FC236}">
                <a16:creationId xmlns:a16="http://schemas.microsoft.com/office/drawing/2014/main" id="{301A639C-9F2F-384E-8D26-3D0F8319ABD3}"/>
              </a:ext>
            </a:extLst>
          </p:cNvPr>
          <p:cNvSpPr txBox="1">
            <a:spLocks/>
          </p:cNvSpPr>
          <p:nvPr/>
        </p:nvSpPr>
        <p:spPr>
          <a:xfrm rot="5400000">
            <a:off x="-1067515" y="1613707"/>
            <a:ext cx="3002424" cy="31570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SzPct val="318181"/>
              <a:buFont typeface="Arial" panose="020B0604020202020204" pitchFamily="34" charset="0"/>
              <a:buNone/>
            </a:pPr>
            <a:r>
              <a:rPr lang="zh-CN" altLang="en-US" sz="1200" spc="150" dirty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中文字體</a:t>
            </a:r>
            <a:endParaRPr lang="en-US" sz="1200" spc="150" dirty="0">
              <a:solidFill>
                <a:schemeClr val="bg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73187185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645;p22">
            <a:extLst>
              <a:ext uri="{FF2B5EF4-FFF2-40B4-BE49-F238E27FC236}">
                <a16:creationId xmlns:a16="http://schemas.microsoft.com/office/drawing/2014/main" id="{301A639C-9F2F-384E-8D26-3D0F8319ABD3}"/>
              </a:ext>
            </a:extLst>
          </p:cNvPr>
          <p:cNvSpPr txBox="1">
            <a:spLocks/>
          </p:cNvSpPr>
          <p:nvPr/>
        </p:nvSpPr>
        <p:spPr>
          <a:xfrm rot="5400000">
            <a:off x="-1043451" y="1613707"/>
            <a:ext cx="3002424" cy="31570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SzPct val="318181"/>
              <a:buFont typeface="Arial" panose="020B0604020202020204" pitchFamily="34" charset="0"/>
              <a:buNone/>
            </a:pPr>
            <a:r>
              <a:rPr lang="en-US" sz="1200" spc="100" dirty="0">
                <a:solidFill>
                  <a:schemeClr val="bg1"/>
                </a:solidFill>
              </a:rPr>
              <a:t>English Font</a:t>
            </a:r>
          </a:p>
        </p:txBody>
      </p:sp>
      <p:sp>
        <p:nvSpPr>
          <p:cNvPr id="23" name="Google Shape;567;p19">
            <a:extLst>
              <a:ext uri="{FF2B5EF4-FFF2-40B4-BE49-F238E27FC236}">
                <a16:creationId xmlns:a16="http://schemas.microsoft.com/office/drawing/2014/main" id="{B06C935C-D6CD-DA40-89E4-2A612EE37F88}"/>
              </a:ext>
            </a:extLst>
          </p:cNvPr>
          <p:cNvSpPr txBox="1"/>
          <p:nvPr/>
        </p:nvSpPr>
        <p:spPr>
          <a:xfrm>
            <a:off x="2593765" y="1434834"/>
            <a:ext cx="1793843" cy="452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i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大標一</a:t>
            </a:r>
            <a:endParaRPr/>
          </a:p>
        </p:txBody>
      </p:sp>
      <p:sp>
        <p:nvSpPr>
          <p:cNvPr id="24" name="Google Shape;568;p19">
            <a:extLst>
              <a:ext uri="{FF2B5EF4-FFF2-40B4-BE49-F238E27FC236}">
                <a16:creationId xmlns:a16="http://schemas.microsoft.com/office/drawing/2014/main" id="{11F008EF-9851-7944-9AA1-38C7F3240CFC}"/>
              </a:ext>
            </a:extLst>
          </p:cNvPr>
          <p:cNvSpPr txBox="1"/>
          <p:nvPr/>
        </p:nvSpPr>
        <p:spPr>
          <a:xfrm>
            <a:off x="4459009" y="1375200"/>
            <a:ext cx="4283764" cy="5718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Arial Bold</a:t>
            </a:r>
            <a:endParaRPr sz="3600" b="1" i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569;p19">
            <a:extLst>
              <a:ext uri="{FF2B5EF4-FFF2-40B4-BE49-F238E27FC236}">
                <a16:creationId xmlns:a16="http://schemas.microsoft.com/office/drawing/2014/main" id="{4AEE60FA-1E2D-BD49-AA8B-D1428E953102}"/>
              </a:ext>
            </a:extLst>
          </p:cNvPr>
          <p:cNvSpPr txBox="1"/>
          <p:nvPr/>
        </p:nvSpPr>
        <p:spPr>
          <a:xfrm>
            <a:off x="9312617" y="1375200"/>
            <a:ext cx="1325216" cy="5718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36pt</a:t>
            </a:r>
            <a:endParaRPr sz="3600" b="1" i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570;p19">
            <a:extLst>
              <a:ext uri="{FF2B5EF4-FFF2-40B4-BE49-F238E27FC236}">
                <a16:creationId xmlns:a16="http://schemas.microsoft.com/office/drawing/2014/main" id="{57171D74-583B-114B-8406-AF6B6A219ECE}"/>
              </a:ext>
            </a:extLst>
          </p:cNvPr>
          <p:cNvSpPr txBox="1"/>
          <p:nvPr/>
        </p:nvSpPr>
        <p:spPr>
          <a:xfrm>
            <a:off x="2593765" y="2216712"/>
            <a:ext cx="1793843" cy="452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i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大標二</a:t>
            </a:r>
            <a:endParaRPr dirty="0"/>
          </a:p>
        </p:txBody>
      </p:sp>
      <p:sp>
        <p:nvSpPr>
          <p:cNvPr id="27" name="Google Shape;571;p19">
            <a:extLst>
              <a:ext uri="{FF2B5EF4-FFF2-40B4-BE49-F238E27FC236}">
                <a16:creationId xmlns:a16="http://schemas.microsoft.com/office/drawing/2014/main" id="{04625F73-905B-D64E-A212-82E99C78C6A3}"/>
              </a:ext>
            </a:extLst>
          </p:cNvPr>
          <p:cNvSpPr txBox="1"/>
          <p:nvPr/>
        </p:nvSpPr>
        <p:spPr>
          <a:xfrm>
            <a:off x="4459009" y="2157078"/>
            <a:ext cx="4283764" cy="5718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US" sz="2500" b="1" i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Arial Bold</a:t>
            </a:r>
            <a:endParaRPr sz="2500" b="1" i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572;p19">
            <a:extLst>
              <a:ext uri="{FF2B5EF4-FFF2-40B4-BE49-F238E27FC236}">
                <a16:creationId xmlns:a16="http://schemas.microsoft.com/office/drawing/2014/main" id="{EAC13360-87FD-9E48-A368-DDF0003682C3}"/>
              </a:ext>
            </a:extLst>
          </p:cNvPr>
          <p:cNvSpPr txBox="1"/>
          <p:nvPr/>
        </p:nvSpPr>
        <p:spPr>
          <a:xfrm>
            <a:off x="9312617" y="2157078"/>
            <a:ext cx="1325216" cy="5718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US" sz="2500" b="1" i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25pt</a:t>
            </a:r>
            <a:endParaRPr sz="2500" b="1" i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573;p19">
            <a:extLst>
              <a:ext uri="{FF2B5EF4-FFF2-40B4-BE49-F238E27FC236}">
                <a16:creationId xmlns:a16="http://schemas.microsoft.com/office/drawing/2014/main" id="{E783CE1E-4A84-0E40-8680-73EBF5AA4B07}"/>
              </a:ext>
            </a:extLst>
          </p:cNvPr>
          <p:cNvSpPr txBox="1"/>
          <p:nvPr/>
        </p:nvSpPr>
        <p:spPr>
          <a:xfrm>
            <a:off x="2593765" y="2998589"/>
            <a:ext cx="1793843" cy="452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i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大標三</a:t>
            </a:r>
            <a:endParaRPr/>
          </a:p>
        </p:txBody>
      </p:sp>
      <p:sp>
        <p:nvSpPr>
          <p:cNvPr id="30" name="Google Shape;574;p19">
            <a:extLst>
              <a:ext uri="{FF2B5EF4-FFF2-40B4-BE49-F238E27FC236}">
                <a16:creationId xmlns:a16="http://schemas.microsoft.com/office/drawing/2014/main" id="{4F2A8542-8520-6246-BF83-E4BB6D28AA1F}"/>
              </a:ext>
            </a:extLst>
          </p:cNvPr>
          <p:cNvSpPr txBox="1"/>
          <p:nvPr/>
        </p:nvSpPr>
        <p:spPr>
          <a:xfrm>
            <a:off x="4459009" y="2938955"/>
            <a:ext cx="4283764" cy="5718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1" i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Arial Bold</a:t>
            </a:r>
            <a:endParaRPr sz="2200" b="1" i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575;p19">
            <a:extLst>
              <a:ext uri="{FF2B5EF4-FFF2-40B4-BE49-F238E27FC236}">
                <a16:creationId xmlns:a16="http://schemas.microsoft.com/office/drawing/2014/main" id="{7EA81836-96D9-EF46-96CB-439010CA0FCC}"/>
              </a:ext>
            </a:extLst>
          </p:cNvPr>
          <p:cNvSpPr txBox="1"/>
          <p:nvPr/>
        </p:nvSpPr>
        <p:spPr>
          <a:xfrm>
            <a:off x="9312617" y="2938955"/>
            <a:ext cx="1325216" cy="5718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1" i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22pt</a:t>
            </a:r>
            <a:endParaRPr sz="2200" b="1" i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576;p19">
            <a:extLst>
              <a:ext uri="{FF2B5EF4-FFF2-40B4-BE49-F238E27FC236}">
                <a16:creationId xmlns:a16="http://schemas.microsoft.com/office/drawing/2014/main" id="{51B5BA37-4376-534D-AC9E-5E20A637781B}"/>
              </a:ext>
            </a:extLst>
          </p:cNvPr>
          <p:cNvSpPr txBox="1"/>
          <p:nvPr/>
        </p:nvSpPr>
        <p:spPr>
          <a:xfrm>
            <a:off x="2593765" y="3744824"/>
            <a:ext cx="1793843" cy="452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i="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副標</a:t>
            </a:r>
            <a:endParaRPr dirty="0"/>
          </a:p>
        </p:txBody>
      </p:sp>
      <p:sp>
        <p:nvSpPr>
          <p:cNvPr id="33" name="Google Shape;577;p19">
            <a:extLst>
              <a:ext uri="{FF2B5EF4-FFF2-40B4-BE49-F238E27FC236}">
                <a16:creationId xmlns:a16="http://schemas.microsoft.com/office/drawing/2014/main" id="{223FC237-54FB-9C47-9B99-2206EB237416}"/>
              </a:ext>
            </a:extLst>
          </p:cNvPr>
          <p:cNvSpPr txBox="1"/>
          <p:nvPr/>
        </p:nvSpPr>
        <p:spPr>
          <a:xfrm>
            <a:off x="4459009" y="3685190"/>
            <a:ext cx="4283764" cy="5718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Arial Bold</a:t>
            </a:r>
            <a:endParaRPr sz="1800" b="1" i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578;p19">
            <a:extLst>
              <a:ext uri="{FF2B5EF4-FFF2-40B4-BE49-F238E27FC236}">
                <a16:creationId xmlns:a16="http://schemas.microsoft.com/office/drawing/2014/main" id="{41E18702-C14C-E043-B398-9C9706CE4599}"/>
              </a:ext>
            </a:extLst>
          </p:cNvPr>
          <p:cNvSpPr txBox="1"/>
          <p:nvPr/>
        </p:nvSpPr>
        <p:spPr>
          <a:xfrm>
            <a:off x="9312617" y="3685190"/>
            <a:ext cx="1325216" cy="5718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18pt</a:t>
            </a:r>
            <a:endParaRPr sz="1800" b="0" i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579;p19">
            <a:extLst>
              <a:ext uri="{FF2B5EF4-FFF2-40B4-BE49-F238E27FC236}">
                <a16:creationId xmlns:a16="http://schemas.microsoft.com/office/drawing/2014/main" id="{FF01AC8D-EF32-514F-B7C6-02D84A2586B3}"/>
              </a:ext>
            </a:extLst>
          </p:cNvPr>
          <p:cNvSpPr txBox="1"/>
          <p:nvPr/>
        </p:nvSpPr>
        <p:spPr>
          <a:xfrm>
            <a:off x="2593765" y="4491058"/>
            <a:ext cx="1793843" cy="452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i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內文一</a:t>
            </a:r>
            <a:endParaRPr/>
          </a:p>
        </p:txBody>
      </p:sp>
      <p:sp>
        <p:nvSpPr>
          <p:cNvPr id="36" name="Google Shape;580;p19">
            <a:extLst>
              <a:ext uri="{FF2B5EF4-FFF2-40B4-BE49-F238E27FC236}">
                <a16:creationId xmlns:a16="http://schemas.microsoft.com/office/drawing/2014/main" id="{AF72E312-D9D2-F443-B1D4-61A0F3C54277}"/>
              </a:ext>
            </a:extLst>
          </p:cNvPr>
          <p:cNvSpPr txBox="1"/>
          <p:nvPr/>
        </p:nvSpPr>
        <p:spPr>
          <a:xfrm>
            <a:off x="4459009" y="4431424"/>
            <a:ext cx="4283764" cy="5718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Arial Regular</a:t>
            </a:r>
            <a:endParaRPr sz="1400" b="0" i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581;p19">
            <a:extLst>
              <a:ext uri="{FF2B5EF4-FFF2-40B4-BE49-F238E27FC236}">
                <a16:creationId xmlns:a16="http://schemas.microsoft.com/office/drawing/2014/main" id="{B2065F89-C79B-A547-BAFD-B7B987752BEB}"/>
              </a:ext>
            </a:extLst>
          </p:cNvPr>
          <p:cNvSpPr txBox="1"/>
          <p:nvPr/>
        </p:nvSpPr>
        <p:spPr>
          <a:xfrm>
            <a:off x="9312617" y="4431424"/>
            <a:ext cx="1325216" cy="5718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14pt</a:t>
            </a:r>
            <a:endParaRPr sz="1400" b="0" i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582;p19">
            <a:extLst>
              <a:ext uri="{FF2B5EF4-FFF2-40B4-BE49-F238E27FC236}">
                <a16:creationId xmlns:a16="http://schemas.microsoft.com/office/drawing/2014/main" id="{987E9C76-25F9-1741-B96C-AC55F8628260}"/>
              </a:ext>
            </a:extLst>
          </p:cNvPr>
          <p:cNvSpPr txBox="1"/>
          <p:nvPr/>
        </p:nvSpPr>
        <p:spPr>
          <a:xfrm>
            <a:off x="2593765" y="5245969"/>
            <a:ext cx="1793843" cy="452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i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內文二</a:t>
            </a:r>
            <a:endParaRPr/>
          </a:p>
        </p:txBody>
      </p:sp>
      <p:sp>
        <p:nvSpPr>
          <p:cNvPr id="39" name="Google Shape;583;p19">
            <a:extLst>
              <a:ext uri="{FF2B5EF4-FFF2-40B4-BE49-F238E27FC236}">
                <a16:creationId xmlns:a16="http://schemas.microsoft.com/office/drawing/2014/main" id="{4DB1EAAE-B98D-5147-9B74-7CE266231CBE}"/>
              </a:ext>
            </a:extLst>
          </p:cNvPr>
          <p:cNvSpPr txBox="1"/>
          <p:nvPr/>
        </p:nvSpPr>
        <p:spPr>
          <a:xfrm>
            <a:off x="4459009" y="5186335"/>
            <a:ext cx="4283764" cy="5718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Arial Regular</a:t>
            </a:r>
            <a:endParaRPr sz="1200" b="0" i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584;p19">
            <a:extLst>
              <a:ext uri="{FF2B5EF4-FFF2-40B4-BE49-F238E27FC236}">
                <a16:creationId xmlns:a16="http://schemas.microsoft.com/office/drawing/2014/main" id="{4B0BEEF4-019F-1842-AA67-9739C9913ED6}"/>
              </a:ext>
            </a:extLst>
          </p:cNvPr>
          <p:cNvSpPr txBox="1"/>
          <p:nvPr/>
        </p:nvSpPr>
        <p:spPr>
          <a:xfrm>
            <a:off x="9312617" y="5186335"/>
            <a:ext cx="1325216" cy="5718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12pt</a:t>
            </a:r>
            <a:endParaRPr sz="1200" b="0" i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7098690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13B30D50-62D8-A941-82C0-242BEEB8968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7790" y="3426481"/>
            <a:ext cx="11404209" cy="3431519"/>
          </a:xfrm>
          <a:prstGeom prst="rect">
            <a:avLst/>
          </a:prstGeom>
        </p:spPr>
      </p:pic>
      <p:sp>
        <p:nvSpPr>
          <p:cNvPr id="50" name="Google Shape;645;p22">
            <a:extLst>
              <a:ext uri="{FF2B5EF4-FFF2-40B4-BE49-F238E27FC236}">
                <a16:creationId xmlns:a16="http://schemas.microsoft.com/office/drawing/2014/main" id="{301A639C-9F2F-384E-8D26-3D0F8319ABD3}"/>
              </a:ext>
            </a:extLst>
          </p:cNvPr>
          <p:cNvSpPr txBox="1">
            <a:spLocks/>
          </p:cNvSpPr>
          <p:nvPr/>
        </p:nvSpPr>
        <p:spPr>
          <a:xfrm rot="5400000">
            <a:off x="-1043451" y="1613707"/>
            <a:ext cx="3002424" cy="31570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SzPct val="318181"/>
              <a:buFont typeface="Arial" panose="020B0604020202020204" pitchFamily="34" charset="0"/>
              <a:buNone/>
            </a:pPr>
            <a:r>
              <a:rPr lang="en-US" sz="1200" spc="100" dirty="0">
                <a:solidFill>
                  <a:schemeClr val="bg1"/>
                </a:solidFill>
              </a:rPr>
              <a:t>English Font</a:t>
            </a:r>
          </a:p>
        </p:txBody>
      </p:sp>
      <p:sp>
        <p:nvSpPr>
          <p:cNvPr id="5" name="Google Shape;598;p20">
            <a:extLst>
              <a:ext uri="{FF2B5EF4-FFF2-40B4-BE49-F238E27FC236}">
                <a16:creationId xmlns:a16="http://schemas.microsoft.com/office/drawing/2014/main" id="{34E9771F-CAE4-4E45-BC67-004C13DD41BC}"/>
              </a:ext>
            </a:extLst>
          </p:cNvPr>
          <p:cNvSpPr txBox="1"/>
          <p:nvPr/>
        </p:nvSpPr>
        <p:spPr>
          <a:xfrm>
            <a:off x="1621138" y="1716050"/>
            <a:ext cx="4283764" cy="5718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zh-CN" altLang="en-US" sz="2400" b="1" i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簡報內文字使用</a:t>
            </a:r>
            <a:r>
              <a:rPr lang="zh-CN" altLang="en-US" sz="2400" b="1" i="0" u="sng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黑色</a:t>
            </a:r>
            <a:endParaRPr u="sng" dirty="0"/>
          </a:p>
        </p:txBody>
      </p:sp>
      <p:sp>
        <p:nvSpPr>
          <p:cNvPr id="8" name="Google Shape;601;p20">
            <a:extLst>
              <a:ext uri="{FF2B5EF4-FFF2-40B4-BE49-F238E27FC236}">
                <a16:creationId xmlns:a16="http://schemas.microsoft.com/office/drawing/2014/main" id="{2385370A-F059-AF4D-A3AF-86D442D5ED9B}"/>
              </a:ext>
            </a:extLst>
          </p:cNvPr>
          <p:cNvSpPr txBox="1"/>
          <p:nvPr/>
        </p:nvSpPr>
        <p:spPr>
          <a:xfrm>
            <a:off x="1621138" y="2287873"/>
            <a:ext cx="4283764" cy="5718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zh-CN" altLang="en-US" sz="1400" b="1" i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內文中非重要輔助字可使用灰色</a:t>
            </a:r>
            <a:endParaRPr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9" name="Google Shape;598;p20">
            <a:extLst>
              <a:ext uri="{FF2B5EF4-FFF2-40B4-BE49-F238E27FC236}">
                <a16:creationId xmlns:a16="http://schemas.microsoft.com/office/drawing/2014/main" id="{952C6C70-1F9E-A542-9377-6CFEB3FE5BC5}"/>
              </a:ext>
            </a:extLst>
          </p:cNvPr>
          <p:cNvSpPr txBox="1"/>
          <p:nvPr/>
        </p:nvSpPr>
        <p:spPr>
          <a:xfrm>
            <a:off x="1621138" y="4003342"/>
            <a:ext cx="4283764" cy="5718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zh-CN" altLang="en-US" sz="2400" b="1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漸層頁</a:t>
            </a:r>
            <a:r>
              <a:rPr lang="zh-CN" altLang="en-US" sz="2400" b="1" i="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文字使用</a:t>
            </a:r>
            <a:r>
              <a:rPr lang="zh-CN" altLang="en-US" sz="2400" b="1" i="0" u="sng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白色</a:t>
            </a:r>
            <a:endParaRPr u="sng" dirty="0">
              <a:solidFill>
                <a:schemeClr val="bg1"/>
              </a:solidFill>
            </a:endParaRPr>
          </a:p>
        </p:txBody>
      </p:sp>
      <p:sp>
        <p:nvSpPr>
          <p:cNvPr id="10" name="Google Shape;601;p20">
            <a:extLst>
              <a:ext uri="{FF2B5EF4-FFF2-40B4-BE49-F238E27FC236}">
                <a16:creationId xmlns:a16="http://schemas.microsoft.com/office/drawing/2014/main" id="{E97C0E55-34D2-D041-8D32-B578AE7A28BA}"/>
              </a:ext>
            </a:extLst>
          </p:cNvPr>
          <p:cNvSpPr txBox="1"/>
          <p:nvPr/>
        </p:nvSpPr>
        <p:spPr>
          <a:xfrm>
            <a:off x="1621138" y="4575165"/>
            <a:ext cx="4283764" cy="5718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zh-CN" altLang="en-US" sz="1400" b="1" i="0" dirty="0">
                <a:solidFill>
                  <a:srgbClr val="E5FF77"/>
                </a:solidFill>
                <a:latin typeface="Arial"/>
                <a:ea typeface="Arial"/>
                <a:cs typeface="Arial"/>
                <a:sym typeface="Arial"/>
              </a:rPr>
              <a:t>漸層頁中輔助字可使用黃色</a:t>
            </a:r>
            <a:endParaRPr sz="1400" dirty="0">
              <a:solidFill>
                <a:srgbClr val="E5FF77"/>
              </a:solidFill>
            </a:endParaRPr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1F9B5BAE-2B33-8244-BA93-C7FDE5994E58}"/>
              </a:ext>
            </a:extLst>
          </p:cNvPr>
          <p:cNvSpPr/>
          <p:nvPr/>
        </p:nvSpPr>
        <p:spPr>
          <a:xfrm>
            <a:off x="7006174" y="1871416"/>
            <a:ext cx="571823" cy="57182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9A80BB40-EFBA-9643-BD86-78CF661AC397}"/>
              </a:ext>
            </a:extLst>
          </p:cNvPr>
          <p:cNvSpPr/>
          <p:nvPr/>
        </p:nvSpPr>
        <p:spPr>
          <a:xfrm>
            <a:off x="8289447" y="1871415"/>
            <a:ext cx="571823" cy="571823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3" name="Google Shape;626;p21">
            <a:extLst>
              <a:ext uri="{FF2B5EF4-FFF2-40B4-BE49-F238E27FC236}">
                <a16:creationId xmlns:a16="http://schemas.microsoft.com/office/drawing/2014/main" id="{0B62E07E-EED8-8B45-81F8-845442439B19}"/>
              </a:ext>
            </a:extLst>
          </p:cNvPr>
          <p:cNvSpPr txBox="1"/>
          <p:nvPr/>
        </p:nvSpPr>
        <p:spPr>
          <a:xfrm>
            <a:off x="7006174" y="2588284"/>
            <a:ext cx="825200" cy="271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lvl="0">
              <a:lnSpc>
                <a:spcPct val="120000"/>
              </a:lnSpc>
              <a:buClr>
                <a:schemeClr val="dk1"/>
              </a:buClr>
              <a:buSzPts val="1200"/>
            </a:pPr>
            <a:r>
              <a:rPr lang="e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#00000</a:t>
            </a:r>
            <a:endParaRPr lang="en" sz="1200" b="0" i="0" dirty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626;p21">
            <a:extLst>
              <a:ext uri="{FF2B5EF4-FFF2-40B4-BE49-F238E27FC236}">
                <a16:creationId xmlns:a16="http://schemas.microsoft.com/office/drawing/2014/main" id="{68D9F461-D6B4-4E49-B4F7-0E9736748C8F}"/>
              </a:ext>
            </a:extLst>
          </p:cNvPr>
          <p:cNvSpPr txBox="1"/>
          <p:nvPr/>
        </p:nvSpPr>
        <p:spPr>
          <a:xfrm>
            <a:off x="8289447" y="2588284"/>
            <a:ext cx="825200" cy="271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lvl="0">
              <a:lnSpc>
                <a:spcPct val="120000"/>
              </a:lnSpc>
              <a:buClr>
                <a:schemeClr val="dk1"/>
              </a:buClr>
              <a:buSzPts val="1200"/>
            </a:pPr>
            <a:r>
              <a:rPr lang="e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#7F7F7F</a:t>
            </a:r>
            <a:endParaRPr lang="en" sz="1200" b="0" i="0" dirty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C52D17B-174D-184A-8CD9-4C5A094D025A}"/>
              </a:ext>
            </a:extLst>
          </p:cNvPr>
          <p:cNvSpPr/>
          <p:nvPr/>
        </p:nvSpPr>
        <p:spPr>
          <a:xfrm>
            <a:off x="7006174" y="4158708"/>
            <a:ext cx="571823" cy="57182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B40A9061-AF5D-7548-9E26-756600608837}"/>
              </a:ext>
            </a:extLst>
          </p:cNvPr>
          <p:cNvSpPr/>
          <p:nvPr/>
        </p:nvSpPr>
        <p:spPr>
          <a:xfrm>
            <a:off x="8289447" y="4158707"/>
            <a:ext cx="571823" cy="571823"/>
          </a:xfrm>
          <a:prstGeom prst="ellipse">
            <a:avLst/>
          </a:prstGeom>
          <a:solidFill>
            <a:srgbClr val="E0F9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>
              <a:solidFill>
                <a:srgbClr val="E0F974"/>
              </a:solidFill>
            </a:endParaRPr>
          </a:p>
        </p:txBody>
      </p:sp>
      <p:sp>
        <p:nvSpPr>
          <p:cNvPr id="17" name="Google Shape;626;p21">
            <a:extLst>
              <a:ext uri="{FF2B5EF4-FFF2-40B4-BE49-F238E27FC236}">
                <a16:creationId xmlns:a16="http://schemas.microsoft.com/office/drawing/2014/main" id="{BC2DB3A7-823A-3449-B30E-987B47699490}"/>
              </a:ext>
            </a:extLst>
          </p:cNvPr>
          <p:cNvSpPr txBox="1"/>
          <p:nvPr/>
        </p:nvSpPr>
        <p:spPr>
          <a:xfrm>
            <a:off x="7006174" y="4875576"/>
            <a:ext cx="825200" cy="271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lvl="0">
              <a:lnSpc>
                <a:spcPct val="120000"/>
              </a:lnSpc>
              <a:buClr>
                <a:schemeClr val="dk1"/>
              </a:buClr>
              <a:buSzPts val="1200"/>
            </a:pPr>
            <a:r>
              <a:rPr lang="en" sz="12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#</a:t>
            </a:r>
            <a:r>
              <a:rPr lang="en" sz="1200" dirty="0" err="1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fffff</a:t>
            </a:r>
            <a:endParaRPr lang="en" sz="1200" b="0" i="0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626;p21">
            <a:extLst>
              <a:ext uri="{FF2B5EF4-FFF2-40B4-BE49-F238E27FC236}">
                <a16:creationId xmlns:a16="http://schemas.microsoft.com/office/drawing/2014/main" id="{5366C000-BF53-AF42-994C-8873691D43A7}"/>
              </a:ext>
            </a:extLst>
          </p:cNvPr>
          <p:cNvSpPr txBox="1"/>
          <p:nvPr/>
        </p:nvSpPr>
        <p:spPr>
          <a:xfrm>
            <a:off x="8289447" y="4875576"/>
            <a:ext cx="825200" cy="271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lvl="0">
              <a:lnSpc>
                <a:spcPct val="120000"/>
              </a:lnSpc>
              <a:buClr>
                <a:schemeClr val="dk1"/>
              </a:buClr>
              <a:buSzPts val="1200"/>
            </a:pPr>
            <a:r>
              <a:rPr lang="en" altLang="zh-TW" sz="12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#f3fc77</a:t>
            </a:r>
          </a:p>
        </p:txBody>
      </p:sp>
    </p:spTree>
    <p:extLst>
      <p:ext uri="{BB962C8B-B14F-4D97-AF65-F5344CB8AC3E}">
        <p14:creationId xmlns:p14="http://schemas.microsoft.com/office/powerpoint/2010/main" val="107348102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646;p22">
            <a:extLst>
              <a:ext uri="{FF2B5EF4-FFF2-40B4-BE49-F238E27FC236}">
                <a16:creationId xmlns:a16="http://schemas.microsoft.com/office/drawing/2014/main" id="{7FEB8A0E-D543-B741-9877-FF1E9F2F8AA7}"/>
              </a:ext>
            </a:extLst>
          </p:cNvPr>
          <p:cNvSpPr txBox="1"/>
          <p:nvPr/>
        </p:nvSpPr>
        <p:spPr>
          <a:xfrm>
            <a:off x="1732813" y="1378398"/>
            <a:ext cx="5137049" cy="315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 b="1" i="0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常見 </a:t>
            </a:r>
            <a:r>
              <a:rPr lang="en-US" sz="1400" b="1" i="0" dirty="0" err="1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icon提供簡報使用，或至</a:t>
            </a:r>
            <a:r>
              <a:rPr lang="en-US" sz="1400" b="1" i="0" u="sng" dirty="0" err="1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線上下載</a:t>
            </a:r>
            <a:r>
              <a:rPr lang="en-US" sz="1400" b="1" i="0" dirty="0" err="1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開源圖檔</a:t>
            </a:r>
            <a:endParaRPr dirty="0"/>
          </a:p>
        </p:txBody>
      </p:sp>
      <p:sp>
        <p:nvSpPr>
          <p:cNvPr id="5" name="Google Shape;647;p22">
            <a:extLst>
              <a:ext uri="{FF2B5EF4-FFF2-40B4-BE49-F238E27FC236}">
                <a16:creationId xmlns:a16="http://schemas.microsoft.com/office/drawing/2014/main" id="{64BC0824-7DDC-2F47-9CED-2C7B27D35C90}"/>
              </a:ext>
            </a:extLst>
          </p:cNvPr>
          <p:cNvSpPr txBox="1"/>
          <p:nvPr/>
        </p:nvSpPr>
        <p:spPr>
          <a:xfrm>
            <a:off x="1731050" y="847922"/>
            <a:ext cx="3002424" cy="315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2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2200" b="1" i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</a:t>
            </a:r>
            <a:r>
              <a:rPr lang="zh-TW" altLang="en-US" sz="2200" b="1" i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altLang="zh-TW" sz="22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sz="2200" b="1" i="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grpSp>
        <p:nvGrpSpPr>
          <p:cNvPr id="6" name="Google Shape;648;p22">
            <a:extLst>
              <a:ext uri="{FF2B5EF4-FFF2-40B4-BE49-F238E27FC236}">
                <a16:creationId xmlns:a16="http://schemas.microsoft.com/office/drawing/2014/main" id="{BF0B6C71-CEA5-2545-A113-0747B8447372}"/>
              </a:ext>
            </a:extLst>
          </p:cNvPr>
          <p:cNvGrpSpPr/>
          <p:nvPr/>
        </p:nvGrpSpPr>
        <p:grpSpPr>
          <a:xfrm>
            <a:off x="1870726" y="5094843"/>
            <a:ext cx="8139552" cy="514286"/>
            <a:chOff x="1642122" y="5094843"/>
            <a:chExt cx="8844065" cy="558800"/>
          </a:xfrm>
        </p:grpSpPr>
        <p:pic>
          <p:nvPicPr>
            <p:cNvPr id="7" name="Google Shape;649;p22">
              <a:extLst>
                <a:ext uri="{FF2B5EF4-FFF2-40B4-BE49-F238E27FC236}">
                  <a16:creationId xmlns:a16="http://schemas.microsoft.com/office/drawing/2014/main" id="{6C6EA565-45FC-7740-96DD-F8396A12F07F}"/>
                </a:ext>
              </a:extLst>
            </p:cNvPr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9927387" y="5094843"/>
              <a:ext cx="558800" cy="558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" name="Google Shape;650;p22">
              <a:extLst>
                <a:ext uri="{FF2B5EF4-FFF2-40B4-BE49-F238E27FC236}">
                  <a16:creationId xmlns:a16="http://schemas.microsoft.com/office/drawing/2014/main" id="{74045A27-3BD3-5A44-9FF0-2DD3BBA1B563}"/>
                </a:ext>
              </a:extLst>
            </p:cNvPr>
            <p:cNvPicPr preferRelativeResize="0"/>
            <p:nvPr/>
          </p:nvPicPr>
          <p:blipFill rotWithShape="1">
            <a:blip r:embed="rId5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2562707" y="5094843"/>
              <a:ext cx="558800" cy="558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" name="Google Shape;651;p22">
              <a:extLst>
                <a:ext uri="{FF2B5EF4-FFF2-40B4-BE49-F238E27FC236}">
                  <a16:creationId xmlns:a16="http://schemas.microsoft.com/office/drawing/2014/main" id="{3851A8EA-C48E-A44C-A20E-1F552BA5CE51}"/>
                </a:ext>
              </a:extLst>
            </p:cNvPr>
            <p:cNvPicPr preferRelativeResize="0"/>
            <p:nvPr/>
          </p:nvPicPr>
          <p:blipFill rotWithShape="1">
            <a:blip r:embed="rId6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642122" y="5094843"/>
              <a:ext cx="558800" cy="558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" name="Google Shape;652;p22">
              <a:extLst>
                <a:ext uri="{FF2B5EF4-FFF2-40B4-BE49-F238E27FC236}">
                  <a16:creationId xmlns:a16="http://schemas.microsoft.com/office/drawing/2014/main" id="{B006C705-8F63-7544-9B57-F4DB8CCF2687}"/>
                </a:ext>
              </a:extLst>
            </p:cNvPr>
            <p:cNvPicPr preferRelativeResize="0"/>
            <p:nvPr/>
          </p:nvPicPr>
          <p:blipFill rotWithShape="1">
            <a:blip r:embed="rId7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9006802" y="5094843"/>
              <a:ext cx="558800" cy="558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" name="Google Shape;653;p22">
              <a:extLst>
                <a:ext uri="{FF2B5EF4-FFF2-40B4-BE49-F238E27FC236}">
                  <a16:creationId xmlns:a16="http://schemas.microsoft.com/office/drawing/2014/main" id="{3A2FAA6F-772C-7B4D-8A35-2CD06DA9CC39}"/>
                </a:ext>
              </a:extLst>
            </p:cNvPr>
            <p:cNvPicPr preferRelativeResize="0"/>
            <p:nvPr/>
          </p:nvPicPr>
          <p:blipFill rotWithShape="1">
            <a:blip r:embed="rId8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165632" y="5094843"/>
              <a:ext cx="558800" cy="558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" name="Google Shape;654;p22">
              <a:extLst>
                <a:ext uri="{FF2B5EF4-FFF2-40B4-BE49-F238E27FC236}">
                  <a16:creationId xmlns:a16="http://schemas.microsoft.com/office/drawing/2014/main" id="{85A85A46-7B08-5546-B144-B7108C45F76C}"/>
                </a:ext>
              </a:extLst>
            </p:cNvPr>
            <p:cNvPicPr preferRelativeResize="0"/>
            <p:nvPr/>
          </p:nvPicPr>
          <p:blipFill rotWithShape="1">
            <a:blip r:embed="rId9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324462" y="5094843"/>
              <a:ext cx="558800" cy="558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" name="Google Shape;655;p22">
              <a:extLst>
                <a:ext uri="{FF2B5EF4-FFF2-40B4-BE49-F238E27FC236}">
                  <a16:creationId xmlns:a16="http://schemas.microsoft.com/office/drawing/2014/main" id="{B24F1B8E-9B0C-7740-ABFF-65DD5F5C1267}"/>
                </a:ext>
              </a:extLst>
            </p:cNvPr>
            <p:cNvPicPr preferRelativeResize="0"/>
            <p:nvPr/>
          </p:nvPicPr>
          <p:blipFill rotWithShape="1">
            <a:blip r:embed="rId10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245047" y="5094843"/>
              <a:ext cx="558800" cy="558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" name="Google Shape;656;p22">
              <a:extLst>
                <a:ext uri="{FF2B5EF4-FFF2-40B4-BE49-F238E27FC236}">
                  <a16:creationId xmlns:a16="http://schemas.microsoft.com/office/drawing/2014/main" id="{8DD2D98C-BEA4-394B-AC2F-283B940242E4}"/>
                </a:ext>
              </a:extLst>
            </p:cNvPr>
            <p:cNvPicPr preferRelativeResize="0"/>
            <p:nvPr/>
          </p:nvPicPr>
          <p:blipFill rotWithShape="1">
            <a:blip r:embed="rId11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8086217" y="5094843"/>
              <a:ext cx="558800" cy="558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657;p22">
              <a:extLst>
                <a:ext uri="{FF2B5EF4-FFF2-40B4-BE49-F238E27FC236}">
                  <a16:creationId xmlns:a16="http://schemas.microsoft.com/office/drawing/2014/main" id="{37D273AB-15B5-E54F-99B4-1050EAC58B32}"/>
                </a:ext>
              </a:extLst>
            </p:cNvPr>
            <p:cNvPicPr preferRelativeResize="0"/>
            <p:nvPr/>
          </p:nvPicPr>
          <p:blipFill rotWithShape="1">
            <a:blip r:embed="rId12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483292" y="5094843"/>
              <a:ext cx="558800" cy="558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" name="Google Shape;658;p22">
              <a:extLst>
                <a:ext uri="{FF2B5EF4-FFF2-40B4-BE49-F238E27FC236}">
                  <a16:creationId xmlns:a16="http://schemas.microsoft.com/office/drawing/2014/main" id="{5DD87E48-00EA-3A4B-ABD7-7A1F812D4F24}"/>
                </a:ext>
              </a:extLst>
            </p:cNvPr>
            <p:cNvPicPr preferRelativeResize="0"/>
            <p:nvPr/>
          </p:nvPicPr>
          <p:blipFill rotWithShape="1">
            <a:blip r:embed="rId1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4403877" y="5094843"/>
              <a:ext cx="558800" cy="5588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7" name="Google Shape;659;p22">
            <a:extLst>
              <a:ext uri="{FF2B5EF4-FFF2-40B4-BE49-F238E27FC236}">
                <a16:creationId xmlns:a16="http://schemas.microsoft.com/office/drawing/2014/main" id="{258F13AB-C715-E64A-A0E5-9015A25553F5}"/>
              </a:ext>
            </a:extLst>
          </p:cNvPr>
          <p:cNvGrpSpPr/>
          <p:nvPr/>
        </p:nvGrpSpPr>
        <p:grpSpPr>
          <a:xfrm>
            <a:off x="1870725" y="2493732"/>
            <a:ext cx="8986799" cy="514286"/>
            <a:chOff x="1589572" y="1942216"/>
            <a:chExt cx="9764645" cy="558800"/>
          </a:xfrm>
        </p:grpSpPr>
        <p:pic>
          <p:nvPicPr>
            <p:cNvPr id="18" name="Google Shape;660;p22">
              <a:extLst>
                <a:ext uri="{FF2B5EF4-FFF2-40B4-BE49-F238E27FC236}">
                  <a16:creationId xmlns:a16="http://schemas.microsoft.com/office/drawing/2014/main" id="{1AA83979-644E-3844-B5F1-510891845E42}"/>
                </a:ext>
              </a:extLst>
            </p:cNvPr>
            <p:cNvPicPr preferRelativeResize="0"/>
            <p:nvPr/>
          </p:nvPicPr>
          <p:blipFill rotWithShape="1">
            <a:blip r:embed="rId1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4351324" y="1942216"/>
              <a:ext cx="558800" cy="558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" name="Google Shape;661;p22">
              <a:extLst>
                <a:ext uri="{FF2B5EF4-FFF2-40B4-BE49-F238E27FC236}">
                  <a16:creationId xmlns:a16="http://schemas.microsoft.com/office/drawing/2014/main" id="{5A933F40-C948-F244-A947-475BA4DE066C}"/>
                </a:ext>
              </a:extLst>
            </p:cNvPr>
            <p:cNvPicPr preferRelativeResize="0"/>
            <p:nvPr/>
          </p:nvPicPr>
          <p:blipFill rotWithShape="1">
            <a:blip r:embed="rId15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9874828" y="1942216"/>
              <a:ext cx="558800" cy="558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" name="Google Shape;662;p22">
              <a:extLst>
                <a:ext uri="{FF2B5EF4-FFF2-40B4-BE49-F238E27FC236}">
                  <a16:creationId xmlns:a16="http://schemas.microsoft.com/office/drawing/2014/main" id="{F4F2F6F4-9EC5-7B40-AD20-EEEC7C19D1A7}"/>
                </a:ext>
              </a:extLst>
            </p:cNvPr>
            <p:cNvPicPr preferRelativeResize="0"/>
            <p:nvPr/>
          </p:nvPicPr>
          <p:blipFill rotWithShape="1">
            <a:blip r:embed="rId16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113076" y="1942216"/>
              <a:ext cx="558800" cy="558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" name="Google Shape;663;p22">
              <a:extLst>
                <a:ext uri="{FF2B5EF4-FFF2-40B4-BE49-F238E27FC236}">
                  <a16:creationId xmlns:a16="http://schemas.microsoft.com/office/drawing/2014/main" id="{6D699E02-0582-8A43-A5EF-75BEB359AF8C}"/>
                </a:ext>
              </a:extLst>
            </p:cNvPr>
            <p:cNvPicPr preferRelativeResize="0"/>
            <p:nvPr/>
          </p:nvPicPr>
          <p:blipFill rotWithShape="1">
            <a:blip r:embed="rId17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0795417" y="1942216"/>
              <a:ext cx="558800" cy="558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" name="Google Shape;664;p22">
              <a:extLst>
                <a:ext uri="{FF2B5EF4-FFF2-40B4-BE49-F238E27FC236}">
                  <a16:creationId xmlns:a16="http://schemas.microsoft.com/office/drawing/2014/main" id="{48F4E5E5-A09D-E449-A278-F0F26207E564}"/>
                </a:ext>
              </a:extLst>
            </p:cNvPr>
            <p:cNvPicPr preferRelativeResize="0"/>
            <p:nvPr/>
          </p:nvPicPr>
          <p:blipFill rotWithShape="1">
            <a:blip r:embed="rId18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271908" y="1942216"/>
              <a:ext cx="558800" cy="558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" name="Google Shape;665;p22">
              <a:extLst>
                <a:ext uri="{FF2B5EF4-FFF2-40B4-BE49-F238E27FC236}">
                  <a16:creationId xmlns:a16="http://schemas.microsoft.com/office/drawing/2014/main" id="{AF5220AF-A169-2645-9DA1-124AB1A8F028}"/>
                </a:ext>
              </a:extLst>
            </p:cNvPr>
            <p:cNvPicPr preferRelativeResize="0"/>
            <p:nvPr/>
          </p:nvPicPr>
          <p:blipFill rotWithShape="1">
            <a:blip r:embed="rId19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192492" y="1942216"/>
              <a:ext cx="558800" cy="558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" name="Google Shape;666;p22">
              <a:extLst>
                <a:ext uri="{FF2B5EF4-FFF2-40B4-BE49-F238E27FC236}">
                  <a16:creationId xmlns:a16="http://schemas.microsoft.com/office/drawing/2014/main" id="{46D6F693-A55F-A342-B041-B480C5A36C63}"/>
                </a:ext>
              </a:extLst>
            </p:cNvPr>
            <p:cNvPicPr preferRelativeResize="0"/>
            <p:nvPr/>
          </p:nvPicPr>
          <p:blipFill rotWithShape="1">
            <a:blip r:embed="rId20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8033660" y="1942216"/>
              <a:ext cx="558800" cy="558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" name="Google Shape;667;p22">
              <a:extLst>
                <a:ext uri="{FF2B5EF4-FFF2-40B4-BE49-F238E27FC236}">
                  <a16:creationId xmlns:a16="http://schemas.microsoft.com/office/drawing/2014/main" id="{D2A51A86-B05C-B542-995B-573EA3677EFD}"/>
                </a:ext>
              </a:extLst>
            </p:cNvPr>
            <p:cNvPicPr preferRelativeResize="0"/>
            <p:nvPr/>
          </p:nvPicPr>
          <p:blipFill rotWithShape="1">
            <a:blip r:embed="rId21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8954244" y="1942216"/>
              <a:ext cx="558800" cy="558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" name="Google Shape;668;p22">
              <a:extLst>
                <a:ext uri="{FF2B5EF4-FFF2-40B4-BE49-F238E27FC236}">
                  <a16:creationId xmlns:a16="http://schemas.microsoft.com/office/drawing/2014/main" id="{223CCA2A-7030-D74B-9491-B85E88EC5A42}"/>
                </a:ext>
              </a:extLst>
            </p:cNvPr>
            <p:cNvPicPr preferRelativeResize="0"/>
            <p:nvPr/>
          </p:nvPicPr>
          <p:blipFill rotWithShape="1">
            <a:blip r:embed="rId22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589572" y="1942216"/>
              <a:ext cx="558800" cy="558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" name="Google Shape;669;p22">
              <a:extLst>
                <a:ext uri="{FF2B5EF4-FFF2-40B4-BE49-F238E27FC236}">
                  <a16:creationId xmlns:a16="http://schemas.microsoft.com/office/drawing/2014/main" id="{81DB1DB1-7ACA-D043-96CE-ED6C2FFA051A}"/>
                </a:ext>
              </a:extLst>
            </p:cNvPr>
            <p:cNvPicPr preferRelativeResize="0"/>
            <p:nvPr/>
          </p:nvPicPr>
          <p:blipFill rotWithShape="1">
            <a:blip r:embed="rId2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430740" y="1942216"/>
              <a:ext cx="558800" cy="558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" name="Google Shape;670;p22">
              <a:extLst>
                <a:ext uri="{FF2B5EF4-FFF2-40B4-BE49-F238E27FC236}">
                  <a16:creationId xmlns:a16="http://schemas.microsoft.com/office/drawing/2014/main" id="{8B3104CA-865C-1F46-B572-89432C3F589A}"/>
                </a:ext>
              </a:extLst>
            </p:cNvPr>
            <p:cNvPicPr preferRelativeResize="0"/>
            <p:nvPr/>
          </p:nvPicPr>
          <p:blipFill rotWithShape="1">
            <a:blip r:embed="rId2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2510156" y="1942216"/>
              <a:ext cx="558800" cy="5588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9" name="Google Shape;671;p22">
            <a:extLst>
              <a:ext uri="{FF2B5EF4-FFF2-40B4-BE49-F238E27FC236}">
                <a16:creationId xmlns:a16="http://schemas.microsoft.com/office/drawing/2014/main" id="{A3F49139-CE57-E941-A6CF-6660617EF6F7}"/>
              </a:ext>
            </a:extLst>
          </p:cNvPr>
          <p:cNvGrpSpPr/>
          <p:nvPr/>
        </p:nvGrpSpPr>
        <p:grpSpPr>
          <a:xfrm>
            <a:off x="1870725" y="3794288"/>
            <a:ext cx="8986799" cy="514286"/>
            <a:chOff x="1642122" y="3794288"/>
            <a:chExt cx="9764645" cy="558800"/>
          </a:xfrm>
        </p:grpSpPr>
        <p:pic>
          <p:nvPicPr>
            <p:cNvPr id="30" name="Google Shape;672;p22">
              <a:extLst>
                <a:ext uri="{FF2B5EF4-FFF2-40B4-BE49-F238E27FC236}">
                  <a16:creationId xmlns:a16="http://schemas.microsoft.com/office/drawing/2014/main" id="{4F455C0B-42A9-B74E-802A-EF577A2B57F7}"/>
                </a:ext>
              </a:extLst>
            </p:cNvPr>
            <p:cNvPicPr preferRelativeResize="0"/>
            <p:nvPr/>
          </p:nvPicPr>
          <p:blipFill rotWithShape="1">
            <a:blip r:embed="rId25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4403877" y="3794288"/>
              <a:ext cx="558800" cy="558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" name="Google Shape;673;p22">
              <a:extLst>
                <a:ext uri="{FF2B5EF4-FFF2-40B4-BE49-F238E27FC236}">
                  <a16:creationId xmlns:a16="http://schemas.microsoft.com/office/drawing/2014/main" id="{EB4E3720-5E16-804E-9374-693247E5082A}"/>
                </a:ext>
              </a:extLst>
            </p:cNvPr>
            <p:cNvPicPr preferRelativeResize="0"/>
            <p:nvPr/>
          </p:nvPicPr>
          <p:blipFill rotWithShape="1">
            <a:blip r:embed="rId26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642122" y="3794288"/>
              <a:ext cx="558800" cy="558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" name="Google Shape;674;p22">
              <a:extLst>
                <a:ext uri="{FF2B5EF4-FFF2-40B4-BE49-F238E27FC236}">
                  <a16:creationId xmlns:a16="http://schemas.microsoft.com/office/drawing/2014/main" id="{9D481491-D30A-3B4D-8B08-430714267ABD}"/>
                </a:ext>
              </a:extLst>
            </p:cNvPr>
            <p:cNvPicPr preferRelativeResize="0"/>
            <p:nvPr/>
          </p:nvPicPr>
          <p:blipFill rotWithShape="1">
            <a:blip r:embed="rId27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2562707" y="3794288"/>
              <a:ext cx="558800" cy="558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" name="Google Shape;675;p22">
              <a:extLst>
                <a:ext uri="{FF2B5EF4-FFF2-40B4-BE49-F238E27FC236}">
                  <a16:creationId xmlns:a16="http://schemas.microsoft.com/office/drawing/2014/main" id="{4619F431-9124-2D45-8674-2E953EF213E2}"/>
                </a:ext>
              </a:extLst>
            </p:cNvPr>
            <p:cNvPicPr preferRelativeResize="0"/>
            <p:nvPr/>
          </p:nvPicPr>
          <p:blipFill rotWithShape="1">
            <a:blip r:embed="rId28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483292" y="3794288"/>
              <a:ext cx="558800" cy="558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" name="Google Shape;676;p22">
              <a:extLst>
                <a:ext uri="{FF2B5EF4-FFF2-40B4-BE49-F238E27FC236}">
                  <a16:creationId xmlns:a16="http://schemas.microsoft.com/office/drawing/2014/main" id="{567B3B97-08B6-E04E-A2EB-944AB2040637}"/>
                </a:ext>
              </a:extLst>
            </p:cNvPr>
            <p:cNvPicPr preferRelativeResize="0"/>
            <p:nvPr/>
          </p:nvPicPr>
          <p:blipFill rotWithShape="1">
            <a:blip r:embed="rId29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324462" y="3794288"/>
              <a:ext cx="558800" cy="558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" name="Google Shape;677;p22">
              <a:extLst>
                <a:ext uri="{FF2B5EF4-FFF2-40B4-BE49-F238E27FC236}">
                  <a16:creationId xmlns:a16="http://schemas.microsoft.com/office/drawing/2014/main" id="{5D1C0739-76DB-AE4C-8F96-958FBC505654}"/>
                </a:ext>
              </a:extLst>
            </p:cNvPr>
            <p:cNvPicPr preferRelativeResize="0"/>
            <p:nvPr/>
          </p:nvPicPr>
          <p:blipFill rotWithShape="1">
            <a:blip r:embed="rId30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0847967" y="3794288"/>
              <a:ext cx="558800" cy="558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" name="Google Shape;678;p22">
              <a:extLst>
                <a:ext uri="{FF2B5EF4-FFF2-40B4-BE49-F238E27FC236}">
                  <a16:creationId xmlns:a16="http://schemas.microsoft.com/office/drawing/2014/main" id="{B2CD1BFA-9E47-D44E-8AEB-41399792A528}"/>
                </a:ext>
              </a:extLst>
            </p:cNvPr>
            <p:cNvPicPr preferRelativeResize="0"/>
            <p:nvPr/>
          </p:nvPicPr>
          <p:blipFill rotWithShape="1">
            <a:blip r:embed="rId31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9006802" y="3794288"/>
              <a:ext cx="558800" cy="558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" name="Google Shape;679;p22">
              <a:extLst>
                <a:ext uri="{FF2B5EF4-FFF2-40B4-BE49-F238E27FC236}">
                  <a16:creationId xmlns:a16="http://schemas.microsoft.com/office/drawing/2014/main" id="{761849F7-E311-7D44-B188-33623379B1CE}"/>
                </a:ext>
              </a:extLst>
            </p:cNvPr>
            <p:cNvPicPr preferRelativeResize="0"/>
            <p:nvPr/>
          </p:nvPicPr>
          <p:blipFill rotWithShape="1">
            <a:blip r:embed="rId32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165632" y="3794288"/>
              <a:ext cx="558800" cy="558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8" name="Google Shape;680;p22">
              <a:extLst>
                <a:ext uri="{FF2B5EF4-FFF2-40B4-BE49-F238E27FC236}">
                  <a16:creationId xmlns:a16="http://schemas.microsoft.com/office/drawing/2014/main" id="{96D09217-A63F-3F4A-AA76-8CADF0A8668C}"/>
                </a:ext>
              </a:extLst>
            </p:cNvPr>
            <p:cNvPicPr preferRelativeResize="0"/>
            <p:nvPr/>
          </p:nvPicPr>
          <p:blipFill rotWithShape="1">
            <a:blip r:embed="rId3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9927387" y="3794288"/>
              <a:ext cx="558800" cy="558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" name="Google Shape;681;p22">
              <a:extLst>
                <a:ext uri="{FF2B5EF4-FFF2-40B4-BE49-F238E27FC236}">
                  <a16:creationId xmlns:a16="http://schemas.microsoft.com/office/drawing/2014/main" id="{20D3F2A5-08E8-4B44-8137-F51AE4B79AEC}"/>
                </a:ext>
              </a:extLst>
            </p:cNvPr>
            <p:cNvPicPr preferRelativeResize="0"/>
            <p:nvPr/>
          </p:nvPicPr>
          <p:blipFill rotWithShape="1">
            <a:blip r:embed="rId3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245047" y="3794288"/>
              <a:ext cx="558800" cy="558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" name="Google Shape;682;p22">
              <a:extLst>
                <a:ext uri="{FF2B5EF4-FFF2-40B4-BE49-F238E27FC236}">
                  <a16:creationId xmlns:a16="http://schemas.microsoft.com/office/drawing/2014/main" id="{83822CB0-E131-A14A-A28C-A116DE525E43}"/>
                </a:ext>
              </a:extLst>
            </p:cNvPr>
            <p:cNvPicPr preferRelativeResize="0"/>
            <p:nvPr/>
          </p:nvPicPr>
          <p:blipFill rotWithShape="1">
            <a:blip r:embed="rId35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8086217" y="3794288"/>
              <a:ext cx="558800" cy="558800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110671919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A1E05A1C-7DF9-4B4F-B0E7-52AE851070AD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81386" y="1623759"/>
            <a:ext cx="8692937" cy="4781653"/>
          </a:xfrm>
          <a:prstGeom prst="rect">
            <a:avLst/>
          </a:prstGeom>
        </p:spPr>
      </p:pic>
      <p:sp>
        <p:nvSpPr>
          <p:cNvPr id="5" name="Google Shape;647;p22">
            <a:extLst>
              <a:ext uri="{FF2B5EF4-FFF2-40B4-BE49-F238E27FC236}">
                <a16:creationId xmlns:a16="http://schemas.microsoft.com/office/drawing/2014/main" id="{64BC0824-7DDC-2F47-9CED-2C7B27D35C90}"/>
              </a:ext>
            </a:extLst>
          </p:cNvPr>
          <p:cNvSpPr txBox="1"/>
          <p:nvPr/>
        </p:nvSpPr>
        <p:spPr>
          <a:xfrm>
            <a:off x="1731050" y="847922"/>
            <a:ext cx="3002424" cy="315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2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2200" b="1" i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 B</a:t>
            </a:r>
            <a:endParaRPr sz="2200" b="1" i="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45" name="Google Shape;646;p22">
            <a:extLst>
              <a:ext uri="{FF2B5EF4-FFF2-40B4-BE49-F238E27FC236}">
                <a16:creationId xmlns:a16="http://schemas.microsoft.com/office/drawing/2014/main" id="{BF14928B-B16E-034D-849E-77D6A26A97C2}"/>
              </a:ext>
            </a:extLst>
          </p:cNvPr>
          <p:cNvSpPr txBox="1"/>
          <p:nvPr/>
        </p:nvSpPr>
        <p:spPr>
          <a:xfrm>
            <a:off x="1732813" y="1378398"/>
            <a:ext cx="5137049" cy="315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zh-CN" altLang="en-US" sz="1400" b="1" i="0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漸層</a:t>
            </a:r>
            <a:r>
              <a:rPr lang="en-US" sz="1400" b="1" i="0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</a:t>
            </a:r>
            <a:r>
              <a:rPr lang="en-US" sz="1400" b="1" i="0" dirty="0" err="1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icon提供簡報使用</a:t>
            </a:r>
            <a:r>
              <a:rPr lang="en-US" sz="1400" b="1" i="0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，</a:t>
            </a:r>
            <a:r>
              <a:rPr lang="zh-CN" altLang="en-US" sz="1400" b="1" i="0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請至壓縮包中下載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2945517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645;p22">
            <a:extLst>
              <a:ext uri="{FF2B5EF4-FFF2-40B4-BE49-F238E27FC236}">
                <a16:creationId xmlns:a16="http://schemas.microsoft.com/office/drawing/2014/main" id="{301A639C-9F2F-384E-8D26-3D0F8319ABD3}"/>
              </a:ext>
            </a:extLst>
          </p:cNvPr>
          <p:cNvSpPr txBox="1">
            <a:spLocks/>
          </p:cNvSpPr>
          <p:nvPr/>
        </p:nvSpPr>
        <p:spPr>
          <a:xfrm rot="5400000">
            <a:off x="-1043451" y="1613707"/>
            <a:ext cx="3002424" cy="31570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SzPct val="318181"/>
              <a:buFont typeface="Arial" panose="020B0604020202020204" pitchFamily="34" charset="0"/>
              <a:buNone/>
            </a:pPr>
            <a:r>
              <a:rPr lang="en-US" sz="1200" spc="100" dirty="0">
                <a:solidFill>
                  <a:schemeClr val="bg1"/>
                </a:solidFill>
              </a:rPr>
              <a:t>Content</a:t>
            </a:r>
          </a:p>
        </p:txBody>
      </p:sp>
    </p:spTree>
    <p:extLst>
      <p:ext uri="{BB962C8B-B14F-4D97-AF65-F5344CB8AC3E}">
        <p14:creationId xmlns:p14="http://schemas.microsoft.com/office/powerpoint/2010/main" val="372155548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645;p22">
            <a:extLst>
              <a:ext uri="{FF2B5EF4-FFF2-40B4-BE49-F238E27FC236}">
                <a16:creationId xmlns:a16="http://schemas.microsoft.com/office/drawing/2014/main" id="{38FABC94-AEAB-244F-8E89-D0125E37B234}"/>
              </a:ext>
            </a:extLst>
          </p:cNvPr>
          <p:cNvSpPr txBox="1">
            <a:spLocks/>
          </p:cNvSpPr>
          <p:nvPr/>
        </p:nvSpPr>
        <p:spPr>
          <a:xfrm rot="5400000">
            <a:off x="-1043451" y="1613707"/>
            <a:ext cx="3002424" cy="31570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SzPct val="318181"/>
              <a:buFont typeface="Arial" panose="020B0604020202020204" pitchFamily="34" charset="0"/>
              <a:buNone/>
            </a:pPr>
            <a:r>
              <a:rPr lang="en-US" sz="1200" spc="100" dirty="0">
                <a:solidFill>
                  <a:schemeClr val="bg1"/>
                </a:solidFill>
              </a:rPr>
              <a:t>Content</a:t>
            </a:r>
          </a:p>
        </p:txBody>
      </p:sp>
    </p:spTree>
    <p:extLst>
      <p:ext uri="{BB962C8B-B14F-4D97-AF65-F5344CB8AC3E}">
        <p14:creationId xmlns:p14="http://schemas.microsoft.com/office/powerpoint/2010/main" val="71185116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545;p17">
            <a:extLst>
              <a:ext uri="{FF2B5EF4-FFF2-40B4-BE49-F238E27FC236}">
                <a16:creationId xmlns:a16="http://schemas.microsoft.com/office/drawing/2014/main" id="{B07F18EC-CA9E-2B43-B4FC-3010410BBD73}"/>
              </a:ext>
            </a:extLst>
          </p:cNvPr>
          <p:cNvSpPr txBox="1">
            <a:spLocks/>
          </p:cNvSpPr>
          <p:nvPr/>
        </p:nvSpPr>
        <p:spPr>
          <a:xfrm>
            <a:off x="980361" y="2464979"/>
            <a:ext cx="5115639" cy="552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SzPts val="2800"/>
              <a:buFont typeface="Arial" panose="020B0604020202020204" pitchFamily="34" charset="0"/>
              <a:buNone/>
            </a:pPr>
            <a: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YOU!</a:t>
            </a:r>
          </a:p>
        </p:txBody>
      </p:sp>
      <p:sp>
        <p:nvSpPr>
          <p:cNvPr id="4" name="Google Shape;546;p17">
            <a:extLst>
              <a:ext uri="{FF2B5EF4-FFF2-40B4-BE49-F238E27FC236}">
                <a16:creationId xmlns:a16="http://schemas.microsoft.com/office/drawing/2014/main" id="{EB949182-763A-E148-B968-FA8C06FA1265}"/>
              </a:ext>
            </a:extLst>
          </p:cNvPr>
          <p:cNvSpPr txBox="1">
            <a:spLocks/>
          </p:cNvSpPr>
          <p:nvPr/>
        </p:nvSpPr>
        <p:spPr>
          <a:xfrm>
            <a:off x="980361" y="3224627"/>
            <a:ext cx="5115639" cy="1056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SzPts val="2800"/>
              <a:buFont typeface="Arial" panose="020B0604020202020204" pitchFamily="34" charset="0"/>
              <a:buNone/>
            </a:pPr>
            <a:r>
              <a:rPr lang="e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Need more information? Please contact the Cathay Financial Holding team. </a:t>
            </a:r>
          </a:p>
          <a:p>
            <a:pPr marL="0" indent="0">
              <a:lnSpc>
                <a:spcPct val="120000"/>
              </a:lnSpc>
              <a:buSzPts val="2800"/>
              <a:buFont typeface="Arial" panose="020B0604020202020204" pitchFamily="34" charset="0"/>
              <a:buNone/>
            </a:pPr>
            <a:endParaRPr lang="en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152365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545;p17">
            <a:extLst>
              <a:ext uri="{FF2B5EF4-FFF2-40B4-BE49-F238E27FC236}">
                <a16:creationId xmlns:a16="http://schemas.microsoft.com/office/drawing/2014/main" id="{B07F18EC-CA9E-2B43-B4FC-3010410BBD73}"/>
              </a:ext>
            </a:extLst>
          </p:cNvPr>
          <p:cNvSpPr txBox="1">
            <a:spLocks/>
          </p:cNvSpPr>
          <p:nvPr/>
        </p:nvSpPr>
        <p:spPr>
          <a:xfrm>
            <a:off x="980361" y="2464979"/>
            <a:ext cx="5115639" cy="552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SzPts val="2800"/>
              <a:buFont typeface="Arial" panose="020B0604020202020204" pitchFamily="34" charset="0"/>
              <a:buNone/>
            </a:pPr>
            <a: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YOU!</a:t>
            </a:r>
          </a:p>
        </p:txBody>
      </p:sp>
      <p:sp>
        <p:nvSpPr>
          <p:cNvPr id="4" name="Google Shape;546;p17">
            <a:extLst>
              <a:ext uri="{FF2B5EF4-FFF2-40B4-BE49-F238E27FC236}">
                <a16:creationId xmlns:a16="http://schemas.microsoft.com/office/drawing/2014/main" id="{EB949182-763A-E148-B968-FA8C06FA1265}"/>
              </a:ext>
            </a:extLst>
          </p:cNvPr>
          <p:cNvSpPr txBox="1">
            <a:spLocks/>
          </p:cNvSpPr>
          <p:nvPr/>
        </p:nvSpPr>
        <p:spPr>
          <a:xfrm>
            <a:off x="980361" y="3224627"/>
            <a:ext cx="5115639" cy="1056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SzPts val="2800"/>
              <a:buFont typeface="Arial" panose="020B0604020202020204" pitchFamily="34" charset="0"/>
              <a:buNone/>
            </a:pPr>
            <a:r>
              <a:rPr lang="e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Need more information? Please contact the Cathay Financial Holding team. </a:t>
            </a:r>
          </a:p>
          <a:p>
            <a:pPr marL="0" indent="0">
              <a:lnSpc>
                <a:spcPct val="120000"/>
              </a:lnSpc>
              <a:buSzPts val="2800"/>
              <a:buFont typeface="Arial" panose="020B0604020202020204" pitchFamily="34" charset="0"/>
              <a:buNone/>
            </a:pPr>
            <a:endParaRPr lang="en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15592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{884EE2E8-7DA7-B34C-9D09-0C9FE89CE1A1}tf10001121</Template>
  <TotalTime>93402</TotalTime>
  <Words>1349</Words>
  <Application>Microsoft Macintosh PowerPoint</Application>
  <PresentationFormat>寬螢幕</PresentationFormat>
  <Paragraphs>484</Paragraphs>
  <Slides>55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55</vt:i4>
      </vt:variant>
    </vt:vector>
  </HeadingPairs>
  <TitlesOfParts>
    <vt:vector size="61" baseType="lpstr">
      <vt:lpstr>Microsoft JhengHei</vt:lpstr>
      <vt:lpstr>Open Sans</vt:lpstr>
      <vt:lpstr>Arial</vt:lpstr>
      <vt:lpstr>Calibri</vt:lpstr>
      <vt:lpstr>Calibri Light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Microsoft Office User</dc:creator>
  <cp:lastModifiedBy>Microsoft Office User</cp:lastModifiedBy>
  <cp:revision>202</cp:revision>
  <cp:lastPrinted>2026-04-08T03:10:16Z</cp:lastPrinted>
  <dcterms:created xsi:type="dcterms:W3CDTF">2022-11-08T01:56:12Z</dcterms:created>
  <dcterms:modified xsi:type="dcterms:W3CDTF">2026-04-13T02:06:55Z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PowerLiteLastOptimized">
    <vt:lpwstr>10002877</vt:lpwstr>
  </property>
  <property fmtid="{D5CDD505-2E9C-101B-9397-08002B2CF9AE}" pid="3" name="NXPowerLiteSettings">
    <vt:lpwstr>F7000400038000</vt:lpwstr>
  </property>
  <property fmtid="{D5CDD505-2E9C-101B-9397-08002B2CF9AE}" pid="4" name="NXPowerLiteVersion">
    <vt:lpwstr>S11.0.1</vt:lpwstr>
  </property>
</Properties>
</file>